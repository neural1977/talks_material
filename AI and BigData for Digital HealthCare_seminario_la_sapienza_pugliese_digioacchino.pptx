
<file path=[Content_Types].xml><?xml version="1.0" encoding="utf-8"?>
<Types xmlns="http://schemas.openxmlformats.org/package/2006/content-types">
  <Default Extension="emf" ContentType="image/x-emf"/>
  <Default Extension="jfif" ContentType="image/jpeg"/>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59"/>
  </p:notesMasterIdLst>
  <p:sldIdLst>
    <p:sldId id="315" r:id="rId5"/>
    <p:sldId id="471" r:id="rId6"/>
    <p:sldId id="473" r:id="rId7"/>
    <p:sldId id="445" r:id="rId8"/>
    <p:sldId id="447" r:id="rId9"/>
    <p:sldId id="455" r:id="rId10"/>
    <p:sldId id="483" r:id="rId11"/>
    <p:sldId id="484" r:id="rId12"/>
    <p:sldId id="485" r:id="rId13"/>
    <p:sldId id="501" r:id="rId14"/>
    <p:sldId id="502" r:id="rId15"/>
    <p:sldId id="500" r:id="rId16"/>
    <p:sldId id="457" r:id="rId17"/>
    <p:sldId id="459" r:id="rId18"/>
    <p:sldId id="465" r:id="rId19"/>
    <p:sldId id="466" r:id="rId20"/>
    <p:sldId id="467" r:id="rId21"/>
    <p:sldId id="468" r:id="rId22"/>
    <p:sldId id="469" r:id="rId23"/>
    <p:sldId id="477" r:id="rId24"/>
    <p:sldId id="478" r:id="rId25"/>
    <p:sldId id="479" r:id="rId26"/>
    <p:sldId id="449" r:id="rId27"/>
    <p:sldId id="451" r:id="rId28"/>
    <p:sldId id="453" r:id="rId29"/>
    <p:sldId id="489" r:id="rId30"/>
    <p:sldId id="521" r:id="rId31"/>
    <p:sldId id="522" r:id="rId32"/>
    <p:sldId id="523" r:id="rId33"/>
    <p:sldId id="524" r:id="rId34"/>
    <p:sldId id="525" r:id="rId35"/>
    <p:sldId id="526" r:id="rId36"/>
    <p:sldId id="527" r:id="rId37"/>
    <p:sldId id="528" r:id="rId38"/>
    <p:sldId id="513" r:id="rId39"/>
    <p:sldId id="514" r:id="rId40"/>
    <p:sldId id="515" r:id="rId41"/>
    <p:sldId id="516" r:id="rId42"/>
    <p:sldId id="517" r:id="rId43"/>
    <p:sldId id="435" r:id="rId44"/>
    <p:sldId id="519" r:id="rId45"/>
    <p:sldId id="520" r:id="rId46"/>
    <p:sldId id="518" r:id="rId47"/>
    <p:sldId id="438" r:id="rId48"/>
    <p:sldId id="436" r:id="rId49"/>
    <p:sldId id="437" r:id="rId50"/>
    <p:sldId id="439" r:id="rId51"/>
    <p:sldId id="440" r:id="rId52"/>
    <p:sldId id="441" r:id="rId53"/>
    <p:sldId id="442" r:id="rId54"/>
    <p:sldId id="353" r:id="rId55"/>
    <p:sldId id="486" r:id="rId56"/>
    <p:sldId id="499" r:id="rId57"/>
    <p:sldId id="347" r:id="rId58"/>
  </p:sldIdLst>
  <p:sldSz cx="12192000" cy="6858000"/>
  <p:notesSz cx="6858000" cy="9144000"/>
  <p:defaultTextStyle>
    <a:defPPr>
      <a:defRPr lang="en-US"/>
    </a:defPPr>
    <a:lvl1pPr algn="l" defTabSz="457200" rtl="0" eaLnBrk="0" fontAlgn="base" hangingPunct="0">
      <a:spcBef>
        <a:spcPct val="0"/>
      </a:spcBef>
      <a:spcAft>
        <a:spcPct val="0"/>
      </a:spcAft>
      <a:defRPr kern="1200">
        <a:solidFill>
          <a:schemeClr val="tx1"/>
        </a:solidFill>
        <a:latin typeface="Gill Sans MT" panose="020B0502020104020203" pitchFamily="34" charset="0"/>
        <a:ea typeface="+mn-ea"/>
        <a:cs typeface="+mn-cs"/>
      </a:defRPr>
    </a:lvl1pPr>
    <a:lvl2pPr marL="457200" algn="l" defTabSz="457200" rtl="0" eaLnBrk="0" fontAlgn="base" hangingPunct="0">
      <a:spcBef>
        <a:spcPct val="0"/>
      </a:spcBef>
      <a:spcAft>
        <a:spcPct val="0"/>
      </a:spcAft>
      <a:defRPr kern="1200">
        <a:solidFill>
          <a:schemeClr val="tx1"/>
        </a:solidFill>
        <a:latin typeface="Gill Sans MT" panose="020B0502020104020203" pitchFamily="34" charset="0"/>
        <a:ea typeface="+mn-ea"/>
        <a:cs typeface="+mn-cs"/>
      </a:defRPr>
    </a:lvl2pPr>
    <a:lvl3pPr marL="914400" algn="l" defTabSz="457200" rtl="0" eaLnBrk="0" fontAlgn="base" hangingPunct="0">
      <a:spcBef>
        <a:spcPct val="0"/>
      </a:spcBef>
      <a:spcAft>
        <a:spcPct val="0"/>
      </a:spcAft>
      <a:defRPr kern="1200">
        <a:solidFill>
          <a:schemeClr val="tx1"/>
        </a:solidFill>
        <a:latin typeface="Gill Sans MT" panose="020B0502020104020203" pitchFamily="34" charset="0"/>
        <a:ea typeface="+mn-ea"/>
        <a:cs typeface="+mn-cs"/>
      </a:defRPr>
    </a:lvl3pPr>
    <a:lvl4pPr marL="1371600" algn="l" defTabSz="457200" rtl="0" eaLnBrk="0" fontAlgn="base" hangingPunct="0">
      <a:spcBef>
        <a:spcPct val="0"/>
      </a:spcBef>
      <a:spcAft>
        <a:spcPct val="0"/>
      </a:spcAft>
      <a:defRPr kern="1200">
        <a:solidFill>
          <a:schemeClr val="tx1"/>
        </a:solidFill>
        <a:latin typeface="Gill Sans MT" panose="020B0502020104020203" pitchFamily="34" charset="0"/>
        <a:ea typeface="+mn-ea"/>
        <a:cs typeface="+mn-cs"/>
      </a:defRPr>
    </a:lvl4pPr>
    <a:lvl5pPr marL="1828800" algn="l" defTabSz="457200" rtl="0" eaLnBrk="0" fontAlgn="base" hangingPunct="0">
      <a:spcBef>
        <a:spcPct val="0"/>
      </a:spcBef>
      <a:spcAft>
        <a:spcPct val="0"/>
      </a:spcAft>
      <a:defRPr kern="1200">
        <a:solidFill>
          <a:schemeClr val="tx1"/>
        </a:solidFill>
        <a:latin typeface="Gill Sans MT" panose="020B0502020104020203" pitchFamily="34" charset="0"/>
        <a:ea typeface="+mn-ea"/>
        <a:cs typeface="+mn-cs"/>
      </a:defRPr>
    </a:lvl5pPr>
    <a:lvl6pPr marL="2286000" algn="l" defTabSz="914400" rtl="0" eaLnBrk="1" latinLnBrk="0" hangingPunct="1">
      <a:defRPr kern="1200">
        <a:solidFill>
          <a:schemeClr val="tx1"/>
        </a:solidFill>
        <a:latin typeface="Gill Sans MT" panose="020B0502020104020203" pitchFamily="34" charset="0"/>
        <a:ea typeface="+mn-ea"/>
        <a:cs typeface="+mn-cs"/>
      </a:defRPr>
    </a:lvl6pPr>
    <a:lvl7pPr marL="2743200" algn="l" defTabSz="914400" rtl="0" eaLnBrk="1" latinLnBrk="0" hangingPunct="1">
      <a:defRPr kern="1200">
        <a:solidFill>
          <a:schemeClr val="tx1"/>
        </a:solidFill>
        <a:latin typeface="Gill Sans MT" panose="020B0502020104020203" pitchFamily="34" charset="0"/>
        <a:ea typeface="+mn-ea"/>
        <a:cs typeface="+mn-cs"/>
      </a:defRPr>
    </a:lvl7pPr>
    <a:lvl8pPr marL="3200400" algn="l" defTabSz="914400" rtl="0" eaLnBrk="1" latinLnBrk="0" hangingPunct="1">
      <a:defRPr kern="1200">
        <a:solidFill>
          <a:schemeClr val="tx1"/>
        </a:solidFill>
        <a:latin typeface="Gill Sans MT" panose="020B0502020104020203" pitchFamily="34" charset="0"/>
        <a:ea typeface="+mn-ea"/>
        <a:cs typeface="+mn-cs"/>
      </a:defRPr>
    </a:lvl8pPr>
    <a:lvl9pPr marL="3657600" algn="l" defTabSz="914400" rtl="0" eaLnBrk="1" latinLnBrk="0" hangingPunct="1">
      <a:defRPr kern="1200">
        <a:solidFill>
          <a:schemeClr val="tx1"/>
        </a:solidFill>
        <a:latin typeface="Gill Sans MT" panose="020B0502020104020203" pitchFamily="34" charset="0"/>
        <a:ea typeface="+mn-ea"/>
        <a:cs typeface="+mn-cs"/>
      </a:defRPr>
    </a:lvl9pPr>
  </p:defaultTextStyle>
  <p:extLst>
    <p:ext uri="{EFAFB233-063F-42B5-8137-9DF3F51BA10A}">
      <p15:sldGuideLst xmlns:p15="http://schemas.microsoft.com/office/powerpoint/2012/main">
        <p15:guide id="1" pos="7401">
          <p15:clr>
            <a:srgbClr val="A4A3A4"/>
          </p15:clr>
        </p15:guide>
        <p15:guide id="2" orient="horz" pos="417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Roberta Radini" initials="RR" lastIdx="1" clrIdx="0">
    <p:extLst>
      <p:ext uri="{19B8F6BF-5375-455C-9EA6-DF929625EA0E}">
        <p15:presenceInfo xmlns:p15="http://schemas.microsoft.com/office/powerpoint/2012/main" userId="S::radini@istat.it::7d25cf42-785d-4e77-b32e-cb8e020b9c34"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C2A2A"/>
    <a:srgbClr val="199CFF"/>
    <a:srgbClr val="0CE4CF"/>
    <a:srgbClr val="79FFB6"/>
    <a:srgbClr val="2BF57D"/>
    <a:srgbClr val="7B7C7E"/>
    <a:srgbClr val="932338"/>
    <a:srgbClr val="63646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Stile medio 2 - Color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Stile medio 2 - Colore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Stile medio 2 - Colore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2833802-FEF1-4C79-8D5D-14CF1EAF98D9}" styleName="Stile chiaro 2 - Colore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69012ECD-51FC-41F1-AA8D-1B2483CD663E}" styleName="Stile chiaro 2 - Colore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17292A2E-F333-43FB-9621-5CBBE7FDCDCB}" styleName="Stile chiaro 2 - Colore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10A1B5D5-9B99-4C35-A422-299274C87663}" styleName="Stile medio 1 - Colore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E8034E78-7F5D-4C2E-B375-FC64B27BC917}" styleName="Stile scuro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7E9639D4-E3E2-4D34-9284-5A2195B3D0D7}" styleName="Stile chiaro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069" autoAdjust="0"/>
    <p:restoredTop sz="80759" autoAdjust="0"/>
  </p:normalViewPr>
  <p:slideViewPr>
    <p:cSldViewPr snapToGrid="0" showGuides="1">
      <p:cViewPr varScale="1">
        <p:scale>
          <a:sx n="88" d="100"/>
          <a:sy n="88" d="100"/>
        </p:scale>
        <p:origin x="1008" y="84"/>
      </p:cViewPr>
      <p:guideLst>
        <p:guide pos="7401"/>
        <p:guide orient="horz" pos="4178"/>
      </p:guideLst>
    </p:cSldViewPr>
  </p:slideViewPr>
  <p:outlineViewPr>
    <p:cViewPr>
      <p:scale>
        <a:sx n="33" d="100"/>
        <a:sy n="33" d="100"/>
      </p:scale>
      <p:origin x="0" y="0"/>
    </p:cViewPr>
  </p:outlineViewPr>
  <p:notesTextViewPr>
    <p:cViewPr>
      <p:scale>
        <a:sx n="1" d="1"/>
        <a:sy n="1" d="1"/>
      </p:scale>
      <p:origin x="0" y="0"/>
    </p:cViewPr>
  </p:notesTextViewPr>
  <p:gridSpacing cx="54000" cy="540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63" Type="http://schemas.openxmlformats.org/officeDocument/2006/relationships/theme" Target="theme/theme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5" Type="http://schemas.openxmlformats.org/officeDocument/2006/relationships/slide" Target="slides/slide1.xml"/><Relationship Id="rId61" Type="http://schemas.openxmlformats.org/officeDocument/2006/relationships/presProps" Target="presProps.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tableStyles" Target="tableStyles.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notesMaster" Target="notesMasters/notesMaster1.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commentAuthors" Target="commentAuthors.xml"/><Relationship Id="rId4" Type="http://schemas.openxmlformats.org/officeDocument/2006/relationships/slideMaster" Target="slideMasters/slideMaster1.xml"/><Relationship Id="rId9" Type="http://schemas.openxmlformats.org/officeDocument/2006/relationships/slide" Target="slides/slide5.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1EB9E31-9469-4894-88D3-0429EFEF1A3B}"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it-IT"/>
        </a:p>
      </dgm:t>
    </dgm:pt>
    <dgm:pt modelId="{C72BB470-A99F-46AB-88F2-0CC689DDF926}">
      <dgm:prSet phldrT="[Testo]" custT="1"/>
      <dgm:spPr>
        <a:solidFill>
          <a:schemeClr val="tx1">
            <a:lumMod val="65000"/>
            <a:lumOff val="35000"/>
          </a:schemeClr>
        </a:solidFill>
      </dgm:spPr>
      <dgm:t>
        <a:bodyPr/>
        <a:lstStyle/>
        <a:p>
          <a:r>
            <a:rPr lang="it-IT" sz="1200" b="1" dirty="0"/>
            <a:t>GPU</a:t>
          </a:r>
          <a:endParaRPr lang="it-IT" sz="1400" b="1" dirty="0"/>
        </a:p>
      </dgm:t>
    </dgm:pt>
    <dgm:pt modelId="{9346A62D-7047-482F-ADFC-EF7791FB9666}" type="parTrans" cxnId="{FFC8536E-1181-4F6E-A732-A723EB897D99}">
      <dgm:prSet/>
      <dgm:spPr/>
      <dgm:t>
        <a:bodyPr/>
        <a:lstStyle/>
        <a:p>
          <a:endParaRPr lang="it-IT"/>
        </a:p>
      </dgm:t>
    </dgm:pt>
    <dgm:pt modelId="{27314EA5-2B81-4C0F-83E0-05AFDE4E3574}" type="sibTrans" cxnId="{FFC8536E-1181-4F6E-A732-A723EB897D99}">
      <dgm:prSet/>
      <dgm:spPr/>
      <dgm:t>
        <a:bodyPr/>
        <a:lstStyle/>
        <a:p>
          <a:endParaRPr lang="it-IT"/>
        </a:p>
      </dgm:t>
    </dgm:pt>
    <dgm:pt modelId="{E3BA5F4E-E8CE-4666-AEDE-413B0154BE21}">
      <dgm:prSet phldrT="[Testo]" custT="1"/>
      <dgm:spPr/>
      <dgm:t>
        <a:bodyPr/>
        <a:lstStyle/>
        <a:p>
          <a:r>
            <a:rPr lang="en-US" sz="1200" b="1" dirty="0"/>
            <a:t>The advent of GPUs makes possible the training of very large neural networks with even more than 150 millions of parameters. </a:t>
          </a:r>
          <a:endParaRPr lang="it-IT" sz="1200" b="1" dirty="0"/>
        </a:p>
      </dgm:t>
    </dgm:pt>
    <dgm:pt modelId="{AEAD0E30-03D2-40C2-BBF1-8A5C727D9DDD}" type="parTrans" cxnId="{D9C351ED-C418-4FB0-BA1B-FF8EE9ED0BE4}">
      <dgm:prSet/>
      <dgm:spPr/>
      <dgm:t>
        <a:bodyPr/>
        <a:lstStyle/>
        <a:p>
          <a:endParaRPr lang="it-IT"/>
        </a:p>
      </dgm:t>
    </dgm:pt>
    <dgm:pt modelId="{6F0D53B5-D5AC-4D1B-9840-18C12B47AAFD}" type="sibTrans" cxnId="{D9C351ED-C418-4FB0-BA1B-FF8EE9ED0BE4}">
      <dgm:prSet/>
      <dgm:spPr/>
      <dgm:t>
        <a:bodyPr/>
        <a:lstStyle/>
        <a:p>
          <a:endParaRPr lang="it-IT"/>
        </a:p>
      </dgm:t>
    </dgm:pt>
    <dgm:pt modelId="{A9857E8F-5400-4781-9E3E-3AB5FDB0DEC3}">
      <dgm:prSet phldrT="[Testo]" custT="1"/>
      <dgm:spPr>
        <a:solidFill>
          <a:schemeClr val="tx1">
            <a:lumMod val="65000"/>
            <a:lumOff val="35000"/>
          </a:schemeClr>
        </a:solidFill>
      </dgm:spPr>
      <dgm:t>
        <a:bodyPr/>
        <a:lstStyle/>
        <a:p>
          <a:r>
            <a:rPr lang="it-IT" sz="1200" b="1" dirty="0"/>
            <a:t>BIG </a:t>
          </a:r>
        </a:p>
        <a:p>
          <a:r>
            <a:rPr lang="it-IT" sz="1200" b="1" dirty="0"/>
            <a:t>DATA</a:t>
          </a:r>
        </a:p>
      </dgm:t>
    </dgm:pt>
    <dgm:pt modelId="{4FCE0F21-E69D-4F21-8B29-C3D9DB05C911}" type="parTrans" cxnId="{E1CFAE3B-81D8-4B8F-BB18-6BE60EE07211}">
      <dgm:prSet/>
      <dgm:spPr/>
      <dgm:t>
        <a:bodyPr/>
        <a:lstStyle/>
        <a:p>
          <a:endParaRPr lang="it-IT"/>
        </a:p>
      </dgm:t>
    </dgm:pt>
    <dgm:pt modelId="{F26E9C3F-8EAE-4B63-A623-EF03159620DD}" type="sibTrans" cxnId="{E1CFAE3B-81D8-4B8F-BB18-6BE60EE07211}">
      <dgm:prSet/>
      <dgm:spPr/>
      <dgm:t>
        <a:bodyPr/>
        <a:lstStyle/>
        <a:p>
          <a:endParaRPr lang="it-IT"/>
        </a:p>
      </dgm:t>
    </dgm:pt>
    <dgm:pt modelId="{94100253-07B9-438C-BB3C-128D6536D578}">
      <dgm:prSet phldrT="[Testo]" custT="1"/>
      <dgm:spPr/>
      <dgm:t>
        <a:bodyPr/>
        <a:lstStyle/>
        <a:p>
          <a:r>
            <a:rPr lang="en-US" sz="1200" b="1" dirty="0"/>
            <a:t>A new generation </a:t>
          </a:r>
          <a:r>
            <a:rPr lang="en-GB" sz="1200" b="1" dirty="0"/>
            <a:t>of larger training and test sets.</a:t>
          </a:r>
          <a:endParaRPr lang="it-IT" sz="1200" b="1" dirty="0"/>
        </a:p>
      </dgm:t>
    </dgm:pt>
    <dgm:pt modelId="{DD752A52-1907-4BEF-9377-854375FFECC1}" type="parTrans" cxnId="{A877294A-F841-47BC-90B4-FA9DF2C32819}">
      <dgm:prSet/>
      <dgm:spPr/>
      <dgm:t>
        <a:bodyPr/>
        <a:lstStyle/>
        <a:p>
          <a:endParaRPr lang="it-IT"/>
        </a:p>
      </dgm:t>
    </dgm:pt>
    <dgm:pt modelId="{3BDBC16C-8106-4A86-BA44-2CDD1B37254D}" type="sibTrans" cxnId="{A877294A-F841-47BC-90B4-FA9DF2C32819}">
      <dgm:prSet/>
      <dgm:spPr/>
      <dgm:t>
        <a:bodyPr/>
        <a:lstStyle/>
        <a:p>
          <a:endParaRPr lang="it-IT"/>
        </a:p>
      </dgm:t>
    </dgm:pt>
    <dgm:pt modelId="{783A5FA0-797E-4B60-A818-A5816D981125}">
      <dgm:prSet phldrT="[Testo]" custT="1"/>
      <dgm:spPr>
        <a:solidFill>
          <a:schemeClr val="tx1">
            <a:lumMod val="65000"/>
            <a:lumOff val="35000"/>
          </a:schemeClr>
        </a:solidFill>
      </dgm:spPr>
      <dgm:t>
        <a:bodyPr/>
        <a:lstStyle/>
        <a:p>
          <a:r>
            <a:rPr lang="it-IT" sz="1200" b="1" dirty="0"/>
            <a:t>DROPOUT</a:t>
          </a:r>
          <a:endParaRPr lang="it-IT" sz="1600" b="1" dirty="0"/>
        </a:p>
      </dgm:t>
    </dgm:pt>
    <dgm:pt modelId="{7F2B155B-459D-430E-9B20-3EB31F274ADB}" type="parTrans" cxnId="{FF6C0F8A-3520-40FF-906C-3316ED8E57F1}">
      <dgm:prSet/>
      <dgm:spPr/>
      <dgm:t>
        <a:bodyPr/>
        <a:lstStyle/>
        <a:p>
          <a:endParaRPr lang="it-IT"/>
        </a:p>
      </dgm:t>
    </dgm:pt>
    <dgm:pt modelId="{9652F025-3282-4317-A5CC-CB2B49B6C576}" type="sibTrans" cxnId="{FF6C0F8A-3520-40FF-906C-3316ED8E57F1}">
      <dgm:prSet/>
      <dgm:spPr/>
      <dgm:t>
        <a:bodyPr/>
        <a:lstStyle/>
        <a:p>
          <a:endParaRPr lang="it-IT"/>
        </a:p>
      </dgm:t>
    </dgm:pt>
    <dgm:pt modelId="{8AF22C03-B7F5-4635-B392-2ACEBB59CF03}">
      <dgm:prSet phldrT="[Testo]" custT="1"/>
      <dgm:spPr/>
      <dgm:t>
        <a:bodyPr/>
        <a:lstStyle/>
        <a:p>
          <a:r>
            <a:rPr lang="en-US" sz="1200" b="1" dirty="0"/>
            <a:t>Better model regularization techniques have been discovered </a:t>
          </a:r>
          <a:r>
            <a:rPr lang="en-GB" sz="1200" b="1" dirty="0"/>
            <a:t>such as </a:t>
          </a:r>
          <a:r>
            <a:rPr lang="en-GB" sz="1200" b="1" i="1" dirty="0"/>
            <a:t>“Dropout”</a:t>
          </a:r>
          <a:r>
            <a:rPr lang="en-GB" sz="1200" b="1" dirty="0"/>
            <a:t>  or </a:t>
          </a:r>
          <a:r>
            <a:rPr lang="en-GB" sz="1200" b="1" i="1" dirty="0"/>
            <a:t>“Data Augmentation”</a:t>
          </a:r>
          <a:endParaRPr lang="it-IT" sz="1200" b="1" dirty="0"/>
        </a:p>
      </dgm:t>
    </dgm:pt>
    <dgm:pt modelId="{8EFD1501-89A0-4048-9241-CDC26D4E998C}" type="parTrans" cxnId="{7B378649-4722-4B37-9456-458FE38553BC}">
      <dgm:prSet/>
      <dgm:spPr/>
      <dgm:t>
        <a:bodyPr/>
        <a:lstStyle/>
        <a:p>
          <a:endParaRPr lang="it-IT"/>
        </a:p>
      </dgm:t>
    </dgm:pt>
    <dgm:pt modelId="{90068042-0212-431F-8BD8-C26952A272EB}" type="sibTrans" cxnId="{7B378649-4722-4B37-9456-458FE38553BC}">
      <dgm:prSet/>
      <dgm:spPr/>
      <dgm:t>
        <a:bodyPr/>
        <a:lstStyle/>
        <a:p>
          <a:endParaRPr lang="it-IT"/>
        </a:p>
      </dgm:t>
    </dgm:pt>
    <dgm:pt modelId="{9E3EB476-9587-4897-80F4-D259676B0014}" type="pres">
      <dgm:prSet presAssocID="{81EB9E31-9469-4894-88D3-0429EFEF1A3B}" presName="linearFlow" presStyleCnt="0">
        <dgm:presLayoutVars>
          <dgm:dir/>
          <dgm:animLvl val="lvl"/>
          <dgm:resizeHandles val="exact"/>
        </dgm:presLayoutVars>
      </dgm:prSet>
      <dgm:spPr/>
    </dgm:pt>
    <dgm:pt modelId="{E3D3A775-5D43-4D1E-8F03-F84DA478EFF3}" type="pres">
      <dgm:prSet presAssocID="{C72BB470-A99F-46AB-88F2-0CC689DDF926}" presName="composite" presStyleCnt="0"/>
      <dgm:spPr/>
    </dgm:pt>
    <dgm:pt modelId="{B2CBE468-7921-4D43-88D8-BA6C758E059C}" type="pres">
      <dgm:prSet presAssocID="{C72BB470-A99F-46AB-88F2-0CC689DDF926}" presName="parentText" presStyleLbl="alignNode1" presStyleIdx="0" presStyleCnt="3">
        <dgm:presLayoutVars>
          <dgm:chMax val="1"/>
          <dgm:bulletEnabled val="1"/>
        </dgm:presLayoutVars>
      </dgm:prSet>
      <dgm:spPr/>
    </dgm:pt>
    <dgm:pt modelId="{4C27F3E0-4825-450C-A7A8-2947A93D95A5}" type="pres">
      <dgm:prSet presAssocID="{C72BB470-A99F-46AB-88F2-0CC689DDF926}" presName="descendantText" presStyleLbl="alignAcc1" presStyleIdx="0" presStyleCnt="3">
        <dgm:presLayoutVars>
          <dgm:bulletEnabled val="1"/>
        </dgm:presLayoutVars>
      </dgm:prSet>
      <dgm:spPr/>
    </dgm:pt>
    <dgm:pt modelId="{2A669A46-ACFC-4FC8-950A-7FEF4AC56247}" type="pres">
      <dgm:prSet presAssocID="{27314EA5-2B81-4C0F-83E0-05AFDE4E3574}" presName="sp" presStyleCnt="0"/>
      <dgm:spPr/>
    </dgm:pt>
    <dgm:pt modelId="{91D8B875-30B0-4D0E-A4B1-10A2DEDAD6E0}" type="pres">
      <dgm:prSet presAssocID="{A9857E8F-5400-4781-9E3E-3AB5FDB0DEC3}" presName="composite" presStyleCnt="0"/>
      <dgm:spPr/>
    </dgm:pt>
    <dgm:pt modelId="{EFF8265E-9F5F-42E1-9460-0C41B00A73C0}" type="pres">
      <dgm:prSet presAssocID="{A9857E8F-5400-4781-9E3E-3AB5FDB0DEC3}" presName="parentText" presStyleLbl="alignNode1" presStyleIdx="1" presStyleCnt="3" custLinFactNeighborY="-722">
        <dgm:presLayoutVars>
          <dgm:chMax val="1"/>
          <dgm:bulletEnabled val="1"/>
        </dgm:presLayoutVars>
      </dgm:prSet>
      <dgm:spPr/>
    </dgm:pt>
    <dgm:pt modelId="{A794BD79-3BCA-4E41-8D5D-9344D65E9136}" type="pres">
      <dgm:prSet presAssocID="{A9857E8F-5400-4781-9E3E-3AB5FDB0DEC3}" presName="descendantText" presStyleLbl="alignAcc1" presStyleIdx="1" presStyleCnt="3">
        <dgm:presLayoutVars>
          <dgm:bulletEnabled val="1"/>
        </dgm:presLayoutVars>
      </dgm:prSet>
      <dgm:spPr/>
    </dgm:pt>
    <dgm:pt modelId="{EC2E3BB8-A6CD-4BC7-ACC0-A79839A36148}" type="pres">
      <dgm:prSet presAssocID="{F26E9C3F-8EAE-4B63-A623-EF03159620DD}" presName="sp" presStyleCnt="0"/>
      <dgm:spPr/>
    </dgm:pt>
    <dgm:pt modelId="{10A6CA25-FFB9-433F-8A08-ECD4D578F502}" type="pres">
      <dgm:prSet presAssocID="{783A5FA0-797E-4B60-A818-A5816D981125}" presName="composite" presStyleCnt="0"/>
      <dgm:spPr/>
    </dgm:pt>
    <dgm:pt modelId="{F63296C1-0788-445F-9A33-4D1DAC2E7CD7}" type="pres">
      <dgm:prSet presAssocID="{783A5FA0-797E-4B60-A818-A5816D981125}" presName="parentText" presStyleLbl="alignNode1" presStyleIdx="2" presStyleCnt="3">
        <dgm:presLayoutVars>
          <dgm:chMax val="1"/>
          <dgm:bulletEnabled val="1"/>
        </dgm:presLayoutVars>
      </dgm:prSet>
      <dgm:spPr/>
    </dgm:pt>
    <dgm:pt modelId="{1FB6035A-B0A2-43D0-A23B-42AE243EB73D}" type="pres">
      <dgm:prSet presAssocID="{783A5FA0-797E-4B60-A818-A5816D981125}" presName="descendantText" presStyleLbl="alignAcc1" presStyleIdx="2" presStyleCnt="3" custLinFactNeighborY="3026">
        <dgm:presLayoutVars>
          <dgm:bulletEnabled val="1"/>
        </dgm:presLayoutVars>
      </dgm:prSet>
      <dgm:spPr/>
    </dgm:pt>
  </dgm:ptLst>
  <dgm:cxnLst>
    <dgm:cxn modelId="{664EAF36-F92A-45A9-8FEC-900E2060F3F6}" type="presOf" srcId="{81EB9E31-9469-4894-88D3-0429EFEF1A3B}" destId="{9E3EB476-9587-4897-80F4-D259676B0014}" srcOrd="0" destOrd="0" presId="urn:microsoft.com/office/officeart/2005/8/layout/chevron2"/>
    <dgm:cxn modelId="{E1CFAE3B-81D8-4B8F-BB18-6BE60EE07211}" srcId="{81EB9E31-9469-4894-88D3-0429EFEF1A3B}" destId="{A9857E8F-5400-4781-9E3E-3AB5FDB0DEC3}" srcOrd="1" destOrd="0" parTransId="{4FCE0F21-E69D-4F21-8B29-C3D9DB05C911}" sibTransId="{F26E9C3F-8EAE-4B63-A623-EF03159620DD}"/>
    <dgm:cxn modelId="{D91C5263-0A8E-45CD-B51C-5004056FFB3B}" type="presOf" srcId="{783A5FA0-797E-4B60-A818-A5816D981125}" destId="{F63296C1-0788-445F-9A33-4D1DAC2E7CD7}" srcOrd="0" destOrd="0" presId="urn:microsoft.com/office/officeart/2005/8/layout/chevron2"/>
    <dgm:cxn modelId="{7B378649-4722-4B37-9456-458FE38553BC}" srcId="{783A5FA0-797E-4B60-A818-A5816D981125}" destId="{8AF22C03-B7F5-4635-B392-2ACEBB59CF03}" srcOrd="0" destOrd="0" parTransId="{8EFD1501-89A0-4048-9241-CDC26D4E998C}" sibTransId="{90068042-0212-431F-8BD8-C26952A272EB}"/>
    <dgm:cxn modelId="{A877294A-F841-47BC-90B4-FA9DF2C32819}" srcId="{A9857E8F-5400-4781-9E3E-3AB5FDB0DEC3}" destId="{94100253-07B9-438C-BB3C-128D6536D578}" srcOrd="0" destOrd="0" parTransId="{DD752A52-1907-4BEF-9377-854375FFECC1}" sibTransId="{3BDBC16C-8106-4A86-BA44-2CDD1B37254D}"/>
    <dgm:cxn modelId="{FFC8536E-1181-4F6E-A732-A723EB897D99}" srcId="{81EB9E31-9469-4894-88D3-0429EFEF1A3B}" destId="{C72BB470-A99F-46AB-88F2-0CC689DDF926}" srcOrd="0" destOrd="0" parTransId="{9346A62D-7047-482F-ADFC-EF7791FB9666}" sibTransId="{27314EA5-2B81-4C0F-83E0-05AFDE4E3574}"/>
    <dgm:cxn modelId="{FF6C0F8A-3520-40FF-906C-3316ED8E57F1}" srcId="{81EB9E31-9469-4894-88D3-0429EFEF1A3B}" destId="{783A5FA0-797E-4B60-A818-A5816D981125}" srcOrd="2" destOrd="0" parTransId="{7F2B155B-459D-430E-9B20-3EB31F274ADB}" sibTransId="{9652F025-3282-4317-A5CC-CB2B49B6C576}"/>
    <dgm:cxn modelId="{AD20398C-28ED-41F3-B984-3C437E1C25FF}" type="presOf" srcId="{C72BB470-A99F-46AB-88F2-0CC689DDF926}" destId="{B2CBE468-7921-4D43-88D8-BA6C758E059C}" srcOrd="0" destOrd="0" presId="urn:microsoft.com/office/officeart/2005/8/layout/chevron2"/>
    <dgm:cxn modelId="{AB8BD291-8999-4EAA-9242-E441B78B80C2}" type="presOf" srcId="{8AF22C03-B7F5-4635-B392-2ACEBB59CF03}" destId="{1FB6035A-B0A2-43D0-A23B-42AE243EB73D}" srcOrd="0" destOrd="0" presId="urn:microsoft.com/office/officeart/2005/8/layout/chevron2"/>
    <dgm:cxn modelId="{CFCEF091-6AC5-4DCE-AFBD-501F24566394}" type="presOf" srcId="{94100253-07B9-438C-BB3C-128D6536D578}" destId="{A794BD79-3BCA-4E41-8D5D-9344D65E9136}" srcOrd="0" destOrd="0" presId="urn:microsoft.com/office/officeart/2005/8/layout/chevron2"/>
    <dgm:cxn modelId="{2E400ADA-A9F9-4422-9575-458179C1FA32}" type="presOf" srcId="{E3BA5F4E-E8CE-4666-AEDE-413B0154BE21}" destId="{4C27F3E0-4825-450C-A7A8-2947A93D95A5}" srcOrd="0" destOrd="0" presId="urn:microsoft.com/office/officeart/2005/8/layout/chevron2"/>
    <dgm:cxn modelId="{493A69DE-BBAF-4E24-9A6B-FC148A9DF0E0}" type="presOf" srcId="{A9857E8F-5400-4781-9E3E-3AB5FDB0DEC3}" destId="{EFF8265E-9F5F-42E1-9460-0C41B00A73C0}" srcOrd="0" destOrd="0" presId="urn:microsoft.com/office/officeart/2005/8/layout/chevron2"/>
    <dgm:cxn modelId="{D9C351ED-C418-4FB0-BA1B-FF8EE9ED0BE4}" srcId="{C72BB470-A99F-46AB-88F2-0CC689DDF926}" destId="{E3BA5F4E-E8CE-4666-AEDE-413B0154BE21}" srcOrd="0" destOrd="0" parTransId="{AEAD0E30-03D2-40C2-BBF1-8A5C727D9DDD}" sibTransId="{6F0D53B5-D5AC-4D1B-9840-18C12B47AAFD}"/>
    <dgm:cxn modelId="{CAAEB033-6790-4976-B7BC-4D38AA400F7B}" type="presParOf" srcId="{9E3EB476-9587-4897-80F4-D259676B0014}" destId="{E3D3A775-5D43-4D1E-8F03-F84DA478EFF3}" srcOrd="0" destOrd="0" presId="urn:microsoft.com/office/officeart/2005/8/layout/chevron2"/>
    <dgm:cxn modelId="{D3D0DA23-4DDA-4FF6-A88B-83A96AA185C2}" type="presParOf" srcId="{E3D3A775-5D43-4D1E-8F03-F84DA478EFF3}" destId="{B2CBE468-7921-4D43-88D8-BA6C758E059C}" srcOrd="0" destOrd="0" presId="urn:microsoft.com/office/officeart/2005/8/layout/chevron2"/>
    <dgm:cxn modelId="{D573F1E2-A9D1-4C2C-B5D7-18302C76B6EB}" type="presParOf" srcId="{E3D3A775-5D43-4D1E-8F03-F84DA478EFF3}" destId="{4C27F3E0-4825-450C-A7A8-2947A93D95A5}" srcOrd="1" destOrd="0" presId="urn:microsoft.com/office/officeart/2005/8/layout/chevron2"/>
    <dgm:cxn modelId="{074001B0-7933-40CB-AF3C-93A1A4ED700E}" type="presParOf" srcId="{9E3EB476-9587-4897-80F4-D259676B0014}" destId="{2A669A46-ACFC-4FC8-950A-7FEF4AC56247}" srcOrd="1" destOrd="0" presId="urn:microsoft.com/office/officeart/2005/8/layout/chevron2"/>
    <dgm:cxn modelId="{CBB7734F-A0D7-4E3B-8AF2-F0116C053183}" type="presParOf" srcId="{9E3EB476-9587-4897-80F4-D259676B0014}" destId="{91D8B875-30B0-4D0E-A4B1-10A2DEDAD6E0}" srcOrd="2" destOrd="0" presId="urn:microsoft.com/office/officeart/2005/8/layout/chevron2"/>
    <dgm:cxn modelId="{E502D6F5-CAF6-4BAD-977F-022CDB248B32}" type="presParOf" srcId="{91D8B875-30B0-4D0E-A4B1-10A2DEDAD6E0}" destId="{EFF8265E-9F5F-42E1-9460-0C41B00A73C0}" srcOrd="0" destOrd="0" presId="urn:microsoft.com/office/officeart/2005/8/layout/chevron2"/>
    <dgm:cxn modelId="{E99468AE-6EBB-4CA6-98B2-F4ABC3EB66DE}" type="presParOf" srcId="{91D8B875-30B0-4D0E-A4B1-10A2DEDAD6E0}" destId="{A794BD79-3BCA-4E41-8D5D-9344D65E9136}" srcOrd="1" destOrd="0" presId="urn:microsoft.com/office/officeart/2005/8/layout/chevron2"/>
    <dgm:cxn modelId="{0470A17E-06F0-4950-9AEF-F5C4454026A6}" type="presParOf" srcId="{9E3EB476-9587-4897-80F4-D259676B0014}" destId="{EC2E3BB8-A6CD-4BC7-ACC0-A79839A36148}" srcOrd="3" destOrd="0" presId="urn:microsoft.com/office/officeart/2005/8/layout/chevron2"/>
    <dgm:cxn modelId="{34724886-6CA2-4B8E-852E-0A3B007FB10D}" type="presParOf" srcId="{9E3EB476-9587-4897-80F4-D259676B0014}" destId="{10A6CA25-FFB9-433F-8A08-ECD4D578F502}" srcOrd="4" destOrd="0" presId="urn:microsoft.com/office/officeart/2005/8/layout/chevron2"/>
    <dgm:cxn modelId="{289A57BA-41DE-4BAF-9F80-09ED3A136D8C}" type="presParOf" srcId="{10A6CA25-FFB9-433F-8A08-ECD4D578F502}" destId="{F63296C1-0788-445F-9A33-4D1DAC2E7CD7}" srcOrd="0" destOrd="0" presId="urn:microsoft.com/office/officeart/2005/8/layout/chevron2"/>
    <dgm:cxn modelId="{AFB96205-46A8-4CDD-BC30-476060D56738}" type="presParOf" srcId="{10A6CA25-FFB9-433F-8A08-ECD4D578F502}" destId="{1FB6035A-B0A2-43D0-A23B-42AE243EB73D}"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B18EB56-4EDB-4D9A-B01D-6F5EF1D3E01D}" type="doc">
      <dgm:prSet loTypeId="urn:microsoft.com/office/officeart/2005/8/layout/radial3" loCatId="cycle" qsTypeId="urn:microsoft.com/office/officeart/2005/8/quickstyle/simple1" qsCatId="simple" csTypeId="urn:microsoft.com/office/officeart/2005/8/colors/accent1_2" csCatId="accent1" phldr="1"/>
      <dgm:spPr/>
      <dgm:t>
        <a:bodyPr/>
        <a:lstStyle/>
        <a:p>
          <a:endParaRPr lang="it-IT"/>
        </a:p>
      </dgm:t>
    </dgm:pt>
    <dgm:pt modelId="{DAD6EFDB-7F60-4140-AE1C-08506B47C335}">
      <dgm:prSet phldrT="[Testo]"/>
      <dgm:spPr>
        <a:solidFill>
          <a:schemeClr val="accent3">
            <a:lumMod val="75000"/>
            <a:alpha val="50000"/>
          </a:schemeClr>
        </a:solidFill>
      </dgm:spPr>
      <dgm:t>
        <a:bodyPr/>
        <a:lstStyle/>
        <a:p>
          <a:r>
            <a:rPr lang="it-IT" dirty="0" err="1"/>
            <a:t>Conv</a:t>
          </a:r>
          <a:r>
            <a:rPr lang="it-IT" dirty="0"/>
            <a:t> </a:t>
          </a:r>
          <a:r>
            <a:rPr lang="it-IT" dirty="0" err="1"/>
            <a:t>Nets</a:t>
          </a:r>
          <a:r>
            <a:rPr lang="it-IT" dirty="0"/>
            <a:t> </a:t>
          </a:r>
        </a:p>
      </dgm:t>
    </dgm:pt>
    <dgm:pt modelId="{BCCC5F5A-3A8D-41CE-AF61-7AC85F237EEE}" type="parTrans" cxnId="{29190B7D-041D-41BA-8910-9B64C0FA9462}">
      <dgm:prSet/>
      <dgm:spPr/>
      <dgm:t>
        <a:bodyPr/>
        <a:lstStyle/>
        <a:p>
          <a:endParaRPr lang="it-IT"/>
        </a:p>
      </dgm:t>
    </dgm:pt>
    <dgm:pt modelId="{0E648F4C-C654-4202-A5E7-1C3BE3E5C3A0}" type="sibTrans" cxnId="{29190B7D-041D-41BA-8910-9B64C0FA9462}">
      <dgm:prSet/>
      <dgm:spPr/>
      <dgm:t>
        <a:bodyPr/>
        <a:lstStyle/>
        <a:p>
          <a:endParaRPr lang="it-IT"/>
        </a:p>
      </dgm:t>
    </dgm:pt>
    <dgm:pt modelId="{F8003197-F4F8-4BA8-859B-AC64A60D62B9}">
      <dgm:prSet phldrT="[Testo]" custT="1"/>
      <dgm:spPr>
        <a:solidFill>
          <a:schemeClr val="accent3">
            <a:lumMod val="50000"/>
            <a:alpha val="50000"/>
          </a:schemeClr>
        </a:solidFill>
      </dgm:spPr>
      <dgm:t>
        <a:bodyPr/>
        <a:lstStyle/>
        <a:p>
          <a:r>
            <a:rPr lang="it-IT" sz="1800" b="1" u="sng" dirty="0" err="1"/>
            <a:t>AlexNet</a:t>
          </a:r>
          <a:endParaRPr lang="it-IT" sz="1800" b="1" u="sng" dirty="0"/>
        </a:p>
        <a:p>
          <a:r>
            <a:rPr lang="it-IT" sz="1800" b="1" dirty="0"/>
            <a:t>(2012)</a:t>
          </a:r>
        </a:p>
      </dgm:t>
    </dgm:pt>
    <dgm:pt modelId="{444B14AB-AB6A-44E4-90F4-553527D2F733}" type="parTrans" cxnId="{EC4C3FA8-AF46-4E6D-84C9-353B1DE7B18F}">
      <dgm:prSet/>
      <dgm:spPr/>
      <dgm:t>
        <a:bodyPr/>
        <a:lstStyle/>
        <a:p>
          <a:endParaRPr lang="it-IT"/>
        </a:p>
      </dgm:t>
    </dgm:pt>
    <dgm:pt modelId="{66B05B7D-A342-438F-B1BE-228C0CDA2DDE}" type="sibTrans" cxnId="{EC4C3FA8-AF46-4E6D-84C9-353B1DE7B18F}">
      <dgm:prSet/>
      <dgm:spPr/>
      <dgm:t>
        <a:bodyPr/>
        <a:lstStyle/>
        <a:p>
          <a:endParaRPr lang="it-IT"/>
        </a:p>
      </dgm:t>
    </dgm:pt>
    <dgm:pt modelId="{F51C3870-7236-4755-BED7-171593618349}">
      <dgm:prSet phldrT="[Testo]"/>
      <dgm:spPr>
        <a:solidFill>
          <a:schemeClr val="accent3">
            <a:lumMod val="50000"/>
            <a:alpha val="50000"/>
          </a:schemeClr>
        </a:solidFill>
      </dgm:spPr>
      <dgm:t>
        <a:bodyPr/>
        <a:lstStyle/>
        <a:p>
          <a:r>
            <a:rPr lang="it-IT" b="1" dirty="0" err="1"/>
            <a:t>GoogleNet</a:t>
          </a:r>
          <a:r>
            <a:rPr lang="it-IT" b="1" dirty="0"/>
            <a:t> (2014)</a:t>
          </a:r>
        </a:p>
      </dgm:t>
    </dgm:pt>
    <dgm:pt modelId="{52BBF5DF-BAE3-46C0-BA74-A7A3DF3BA295}" type="parTrans" cxnId="{855DAF57-D7CF-4FEC-8349-FEAA7487560E}">
      <dgm:prSet/>
      <dgm:spPr/>
      <dgm:t>
        <a:bodyPr/>
        <a:lstStyle/>
        <a:p>
          <a:endParaRPr lang="it-IT"/>
        </a:p>
      </dgm:t>
    </dgm:pt>
    <dgm:pt modelId="{D3A13FAB-ED57-4297-8A73-0EBEEF8682EF}" type="sibTrans" cxnId="{855DAF57-D7CF-4FEC-8349-FEAA7487560E}">
      <dgm:prSet/>
      <dgm:spPr/>
      <dgm:t>
        <a:bodyPr/>
        <a:lstStyle/>
        <a:p>
          <a:endParaRPr lang="it-IT"/>
        </a:p>
      </dgm:t>
    </dgm:pt>
    <dgm:pt modelId="{685A9558-C2BF-4083-932C-60794A3CFBB1}">
      <dgm:prSet phldrT="[Testo]"/>
      <dgm:spPr>
        <a:solidFill>
          <a:schemeClr val="accent3">
            <a:lumMod val="50000"/>
            <a:alpha val="50000"/>
          </a:schemeClr>
        </a:solidFill>
      </dgm:spPr>
      <dgm:t>
        <a:bodyPr/>
        <a:lstStyle/>
        <a:p>
          <a:r>
            <a:rPr lang="it-IT" b="1" dirty="0" err="1"/>
            <a:t>Residual</a:t>
          </a:r>
          <a:r>
            <a:rPr lang="it-IT" b="1" dirty="0"/>
            <a:t> </a:t>
          </a:r>
          <a:r>
            <a:rPr lang="it-IT" b="1" dirty="0" err="1"/>
            <a:t>Nets</a:t>
          </a:r>
          <a:r>
            <a:rPr lang="it-IT" b="1" dirty="0"/>
            <a:t> </a:t>
          </a:r>
        </a:p>
        <a:p>
          <a:r>
            <a:rPr lang="it-IT" b="1" dirty="0"/>
            <a:t>(2015) </a:t>
          </a:r>
        </a:p>
      </dgm:t>
    </dgm:pt>
    <dgm:pt modelId="{FABD5CF9-E57B-4344-BCB3-9BCB01F67BCF}" type="parTrans" cxnId="{5101A330-FD37-49AA-81FB-9BF8728E1071}">
      <dgm:prSet/>
      <dgm:spPr/>
      <dgm:t>
        <a:bodyPr/>
        <a:lstStyle/>
        <a:p>
          <a:endParaRPr lang="it-IT"/>
        </a:p>
      </dgm:t>
    </dgm:pt>
    <dgm:pt modelId="{A2106CAC-EA50-46E0-BC89-7EBBCE3177F6}" type="sibTrans" cxnId="{5101A330-FD37-49AA-81FB-9BF8728E1071}">
      <dgm:prSet/>
      <dgm:spPr/>
      <dgm:t>
        <a:bodyPr/>
        <a:lstStyle/>
        <a:p>
          <a:endParaRPr lang="it-IT"/>
        </a:p>
      </dgm:t>
    </dgm:pt>
    <dgm:pt modelId="{F13E8B20-8092-47BC-BB9C-3E70E49E7B59}">
      <dgm:prSet phldrT="[Testo]" custT="1"/>
      <dgm:spPr>
        <a:solidFill>
          <a:schemeClr val="accent3">
            <a:lumMod val="50000"/>
            <a:alpha val="50000"/>
          </a:schemeClr>
        </a:solidFill>
      </dgm:spPr>
      <dgm:t>
        <a:bodyPr/>
        <a:lstStyle/>
        <a:p>
          <a:r>
            <a:rPr lang="it-IT" sz="1400" b="1" u="sng" dirty="0"/>
            <a:t>VGG Net </a:t>
          </a:r>
        </a:p>
        <a:p>
          <a:r>
            <a:rPr lang="it-IT" sz="1400" b="1" dirty="0"/>
            <a:t>(2° </a:t>
          </a:r>
          <a:r>
            <a:rPr lang="it-IT" sz="1400" b="1" dirty="0" err="1"/>
            <a:t>ranked</a:t>
          </a:r>
          <a:r>
            <a:rPr lang="it-IT" sz="1400" b="1" dirty="0"/>
            <a:t> in 2014)</a:t>
          </a:r>
        </a:p>
      </dgm:t>
    </dgm:pt>
    <dgm:pt modelId="{46B6982D-8210-4ED4-B713-990C5F666E53}" type="parTrans" cxnId="{4B1B580C-0286-44DF-AE1E-B246EA532650}">
      <dgm:prSet/>
      <dgm:spPr/>
      <dgm:t>
        <a:bodyPr/>
        <a:lstStyle/>
        <a:p>
          <a:endParaRPr lang="it-IT"/>
        </a:p>
      </dgm:t>
    </dgm:pt>
    <dgm:pt modelId="{5F91D945-6301-4FF0-B599-F8D898EC152D}" type="sibTrans" cxnId="{4B1B580C-0286-44DF-AE1E-B246EA532650}">
      <dgm:prSet/>
      <dgm:spPr/>
      <dgm:t>
        <a:bodyPr/>
        <a:lstStyle/>
        <a:p>
          <a:endParaRPr lang="it-IT"/>
        </a:p>
      </dgm:t>
    </dgm:pt>
    <dgm:pt modelId="{D5371CB7-D41A-4547-8BB3-CC6641794C62}" type="pres">
      <dgm:prSet presAssocID="{6B18EB56-4EDB-4D9A-B01D-6F5EF1D3E01D}" presName="composite" presStyleCnt="0">
        <dgm:presLayoutVars>
          <dgm:chMax val="1"/>
          <dgm:dir/>
          <dgm:resizeHandles val="exact"/>
        </dgm:presLayoutVars>
      </dgm:prSet>
      <dgm:spPr/>
    </dgm:pt>
    <dgm:pt modelId="{0002BC3B-4B27-45C6-86DD-3C034AB390B2}" type="pres">
      <dgm:prSet presAssocID="{6B18EB56-4EDB-4D9A-B01D-6F5EF1D3E01D}" presName="radial" presStyleCnt="0">
        <dgm:presLayoutVars>
          <dgm:animLvl val="ctr"/>
        </dgm:presLayoutVars>
      </dgm:prSet>
      <dgm:spPr/>
    </dgm:pt>
    <dgm:pt modelId="{AA8451E5-81F6-4DC2-99A6-8633E77E248C}" type="pres">
      <dgm:prSet presAssocID="{DAD6EFDB-7F60-4140-AE1C-08506B47C335}" presName="centerShape" presStyleLbl="vennNode1" presStyleIdx="0" presStyleCnt="5" custScaleX="92138" custScaleY="97075" custLinFactNeighborX="0" custLinFactNeighborY="-2129"/>
      <dgm:spPr/>
    </dgm:pt>
    <dgm:pt modelId="{118B936D-7FC3-4A27-95D8-C4AE1CB94663}" type="pres">
      <dgm:prSet presAssocID="{F8003197-F4F8-4BA8-859B-AC64A60D62B9}" presName="node" presStyleLbl="vennNode1" presStyleIdx="1" presStyleCnt="5" custScaleX="128995" custRadScaleRad="108816">
        <dgm:presLayoutVars>
          <dgm:bulletEnabled val="1"/>
        </dgm:presLayoutVars>
      </dgm:prSet>
      <dgm:spPr/>
    </dgm:pt>
    <dgm:pt modelId="{C6065EEF-4EBC-47CC-A23D-C0B4C4FDC3E5}" type="pres">
      <dgm:prSet presAssocID="{F51C3870-7236-4755-BED7-171593618349}" presName="node" presStyleLbl="vennNode1" presStyleIdx="2" presStyleCnt="5" custScaleX="116093" custRadScaleRad="102648">
        <dgm:presLayoutVars>
          <dgm:bulletEnabled val="1"/>
        </dgm:presLayoutVars>
      </dgm:prSet>
      <dgm:spPr/>
    </dgm:pt>
    <dgm:pt modelId="{55BC067B-6699-44E8-89DB-F488CC19EED0}" type="pres">
      <dgm:prSet presAssocID="{685A9558-C2BF-4083-932C-60794A3CFBB1}" presName="node" presStyleLbl="vennNode1" presStyleIdx="3" presStyleCnt="5" custScaleX="122489" custRadScaleRad="98131" custRadScaleInc="-1562">
        <dgm:presLayoutVars>
          <dgm:bulletEnabled val="1"/>
        </dgm:presLayoutVars>
      </dgm:prSet>
      <dgm:spPr/>
    </dgm:pt>
    <dgm:pt modelId="{AA961A49-DFB6-45B1-A133-56261D05FDA3}" type="pres">
      <dgm:prSet presAssocID="{F13E8B20-8092-47BC-BB9C-3E70E49E7B59}" presName="node" presStyleLbl="vennNode1" presStyleIdx="4" presStyleCnt="5" custScaleX="118537">
        <dgm:presLayoutVars>
          <dgm:bulletEnabled val="1"/>
        </dgm:presLayoutVars>
      </dgm:prSet>
      <dgm:spPr/>
    </dgm:pt>
  </dgm:ptLst>
  <dgm:cxnLst>
    <dgm:cxn modelId="{4B1B580C-0286-44DF-AE1E-B246EA532650}" srcId="{DAD6EFDB-7F60-4140-AE1C-08506B47C335}" destId="{F13E8B20-8092-47BC-BB9C-3E70E49E7B59}" srcOrd="3" destOrd="0" parTransId="{46B6982D-8210-4ED4-B713-990C5F666E53}" sibTransId="{5F91D945-6301-4FF0-B599-F8D898EC152D}"/>
    <dgm:cxn modelId="{7DDAEF10-A9CA-4D18-9830-33D8365D7266}" type="presOf" srcId="{DAD6EFDB-7F60-4140-AE1C-08506B47C335}" destId="{AA8451E5-81F6-4DC2-99A6-8633E77E248C}" srcOrd="0" destOrd="0" presId="urn:microsoft.com/office/officeart/2005/8/layout/radial3"/>
    <dgm:cxn modelId="{4C360B2E-4B4B-4178-A580-A330711F44FB}" type="presOf" srcId="{F8003197-F4F8-4BA8-859B-AC64A60D62B9}" destId="{118B936D-7FC3-4A27-95D8-C4AE1CB94663}" srcOrd="0" destOrd="0" presId="urn:microsoft.com/office/officeart/2005/8/layout/radial3"/>
    <dgm:cxn modelId="{5101A330-FD37-49AA-81FB-9BF8728E1071}" srcId="{DAD6EFDB-7F60-4140-AE1C-08506B47C335}" destId="{685A9558-C2BF-4083-932C-60794A3CFBB1}" srcOrd="2" destOrd="0" parTransId="{FABD5CF9-E57B-4344-BCB3-9BCB01F67BCF}" sibTransId="{A2106CAC-EA50-46E0-BC89-7EBBCE3177F6}"/>
    <dgm:cxn modelId="{0BDC8662-EF14-4E14-8A7C-C4170250AAD4}" type="presOf" srcId="{685A9558-C2BF-4083-932C-60794A3CFBB1}" destId="{55BC067B-6699-44E8-89DB-F488CC19EED0}" srcOrd="0" destOrd="0" presId="urn:microsoft.com/office/officeart/2005/8/layout/radial3"/>
    <dgm:cxn modelId="{855DAF57-D7CF-4FEC-8349-FEAA7487560E}" srcId="{DAD6EFDB-7F60-4140-AE1C-08506B47C335}" destId="{F51C3870-7236-4755-BED7-171593618349}" srcOrd="1" destOrd="0" parTransId="{52BBF5DF-BAE3-46C0-BA74-A7A3DF3BA295}" sibTransId="{D3A13FAB-ED57-4297-8A73-0EBEEF8682EF}"/>
    <dgm:cxn modelId="{29190B7D-041D-41BA-8910-9B64C0FA9462}" srcId="{6B18EB56-4EDB-4D9A-B01D-6F5EF1D3E01D}" destId="{DAD6EFDB-7F60-4140-AE1C-08506B47C335}" srcOrd="0" destOrd="0" parTransId="{BCCC5F5A-3A8D-41CE-AF61-7AC85F237EEE}" sibTransId="{0E648F4C-C654-4202-A5E7-1C3BE3E5C3A0}"/>
    <dgm:cxn modelId="{2840B489-3293-4011-9A2E-C3FE94CFA108}" type="presOf" srcId="{F13E8B20-8092-47BC-BB9C-3E70E49E7B59}" destId="{AA961A49-DFB6-45B1-A133-56261D05FDA3}" srcOrd="0" destOrd="0" presId="urn:microsoft.com/office/officeart/2005/8/layout/radial3"/>
    <dgm:cxn modelId="{59164AA4-E608-415C-8D2F-DA9A6FF9420E}" type="presOf" srcId="{6B18EB56-4EDB-4D9A-B01D-6F5EF1D3E01D}" destId="{D5371CB7-D41A-4547-8BB3-CC6641794C62}" srcOrd="0" destOrd="0" presId="urn:microsoft.com/office/officeart/2005/8/layout/radial3"/>
    <dgm:cxn modelId="{EC4C3FA8-AF46-4E6D-84C9-353B1DE7B18F}" srcId="{DAD6EFDB-7F60-4140-AE1C-08506B47C335}" destId="{F8003197-F4F8-4BA8-859B-AC64A60D62B9}" srcOrd="0" destOrd="0" parTransId="{444B14AB-AB6A-44E4-90F4-553527D2F733}" sibTransId="{66B05B7D-A342-438F-B1BE-228C0CDA2DDE}"/>
    <dgm:cxn modelId="{C68B38E5-2C26-4DE7-B96D-306FE2544576}" type="presOf" srcId="{F51C3870-7236-4755-BED7-171593618349}" destId="{C6065EEF-4EBC-47CC-A23D-C0B4C4FDC3E5}" srcOrd="0" destOrd="0" presId="urn:microsoft.com/office/officeart/2005/8/layout/radial3"/>
    <dgm:cxn modelId="{7A5AF029-2839-4D15-B2C3-FC66DAE05BF3}" type="presParOf" srcId="{D5371CB7-D41A-4547-8BB3-CC6641794C62}" destId="{0002BC3B-4B27-45C6-86DD-3C034AB390B2}" srcOrd="0" destOrd="0" presId="urn:microsoft.com/office/officeart/2005/8/layout/radial3"/>
    <dgm:cxn modelId="{D068167C-6C85-4D8B-8BDB-6A355F42BD92}" type="presParOf" srcId="{0002BC3B-4B27-45C6-86DD-3C034AB390B2}" destId="{AA8451E5-81F6-4DC2-99A6-8633E77E248C}" srcOrd="0" destOrd="0" presId="urn:microsoft.com/office/officeart/2005/8/layout/radial3"/>
    <dgm:cxn modelId="{8564BD99-1712-49AD-A320-DB6FA42EDF02}" type="presParOf" srcId="{0002BC3B-4B27-45C6-86DD-3C034AB390B2}" destId="{118B936D-7FC3-4A27-95D8-C4AE1CB94663}" srcOrd="1" destOrd="0" presId="urn:microsoft.com/office/officeart/2005/8/layout/radial3"/>
    <dgm:cxn modelId="{76BC14E4-3CA5-4DD0-B4F7-12ED03EC95A6}" type="presParOf" srcId="{0002BC3B-4B27-45C6-86DD-3C034AB390B2}" destId="{C6065EEF-4EBC-47CC-A23D-C0B4C4FDC3E5}" srcOrd="2" destOrd="0" presId="urn:microsoft.com/office/officeart/2005/8/layout/radial3"/>
    <dgm:cxn modelId="{67EDF865-D945-4668-A45D-678EB2699CB6}" type="presParOf" srcId="{0002BC3B-4B27-45C6-86DD-3C034AB390B2}" destId="{55BC067B-6699-44E8-89DB-F488CC19EED0}" srcOrd="3" destOrd="0" presId="urn:microsoft.com/office/officeart/2005/8/layout/radial3"/>
    <dgm:cxn modelId="{F7481D6E-94DE-4989-8056-3B0896B4EBE9}" type="presParOf" srcId="{0002BC3B-4B27-45C6-86DD-3C034AB390B2}" destId="{AA961A49-DFB6-45B1-A133-56261D05FDA3}" srcOrd="4" destOrd="0" presId="urn:microsoft.com/office/officeart/2005/8/layout/radial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49E56130-43D2-4F38-B87C-3A4147740715}" type="doc">
      <dgm:prSet loTypeId="urn:microsoft.com/office/officeart/2005/8/layout/process2" loCatId="process" qsTypeId="urn:microsoft.com/office/officeart/2005/8/quickstyle/simple1" qsCatId="simple" csTypeId="urn:microsoft.com/office/officeart/2005/8/colors/accent1_2" csCatId="accent1" phldr="1"/>
      <dgm:spPr/>
    </dgm:pt>
    <dgm:pt modelId="{04D035CB-9F81-45F9-9AE2-3BA61B36FF9F}">
      <dgm:prSet phldrT="[Testo]"/>
      <dgm:spPr>
        <a:solidFill>
          <a:schemeClr val="tx1">
            <a:lumMod val="65000"/>
            <a:lumOff val="35000"/>
          </a:schemeClr>
        </a:solidFill>
      </dgm:spPr>
      <dgm:t>
        <a:bodyPr/>
        <a:lstStyle/>
        <a:p>
          <a:r>
            <a:rPr lang="it-IT" b="1" dirty="0">
              <a:latin typeface="Times New Roman" panose="02020603050405020304" pitchFamily="18" charset="0"/>
              <a:cs typeface="Times New Roman" panose="02020603050405020304" pitchFamily="18" charset="0"/>
            </a:rPr>
            <a:t>Candidate </a:t>
          </a:r>
          <a:r>
            <a:rPr lang="it-IT" b="1" dirty="0" err="1">
              <a:latin typeface="Times New Roman" panose="02020603050405020304" pitchFamily="18" charset="0"/>
              <a:cs typeface="Times New Roman" panose="02020603050405020304" pitchFamily="18" charset="0"/>
            </a:rPr>
            <a:t>Nodule</a:t>
          </a:r>
          <a:r>
            <a:rPr lang="it-IT" b="1" dirty="0">
              <a:latin typeface="Times New Roman" panose="02020603050405020304" pitchFamily="18" charset="0"/>
              <a:cs typeface="Times New Roman" panose="02020603050405020304" pitchFamily="18" charset="0"/>
            </a:rPr>
            <a:t> </a:t>
          </a:r>
          <a:r>
            <a:rPr lang="it-IT" b="1" dirty="0" err="1">
              <a:latin typeface="Times New Roman" panose="02020603050405020304" pitchFamily="18" charset="0"/>
              <a:cs typeface="Times New Roman" panose="02020603050405020304" pitchFamily="18" charset="0"/>
            </a:rPr>
            <a:t>Selection</a:t>
          </a:r>
          <a:r>
            <a:rPr lang="it-IT" b="1" dirty="0">
              <a:latin typeface="Times New Roman" panose="02020603050405020304" pitchFamily="18" charset="0"/>
              <a:cs typeface="Times New Roman" panose="02020603050405020304" pitchFamily="18" charset="0"/>
            </a:rPr>
            <a:t> via UNET</a:t>
          </a:r>
        </a:p>
      </dgm:t>
    </dgm:pt>
    <dgm:pt modelId="{337556A3-DF29-441C-AFD7-7DF9F9176E33}" type="parTrans" cxnId="{D90879A0-719D-42E9-856D-37CE16D14B96}">
      <dgm:prSet/>
      <dgm:spPr/>
      <dgm:t>
        <a:bodyPr/>
        <a:lstStyle/>
        <a:p>
          <a:endParaRPr lang="it-IT"/>
        </a:p>
      </dgm:t>
    </dgm:pt>
    <dgm:pt modelId="{3407E89F-ED17-4700-97C7-E6D2F2872763}" type="sibTrans" cxnId="{D90879A0-719D-42E9-856D-37CE16D14B96}">
      <dgm:prSet/>
      <dgm:spPr>
        <a:solidFill>
          <a:schemeClr val="tx1">
            <a:lumMod val="65000"/>
            <a:lumOff val="35000"/>
          </a:schemeClr>
        </a:solidFill>
      </dgm:spPr>
      <dgm:t>
        <a:bodyPr/>
        <a:lstStyle/>
        <a:p>
          <a:endParaRPr lang="it-IT"/>
        </a:p>
      </dgm:t>
    </dgm:pt>
    <dgm:pt modelId="{AE733693-E296-424C-A7C7-17824A5F7B52}">
      <dgm:prSet phldrT="[Testo]"/>
      <dgm:spPr>
        <a:solidFill>
          <a:schemeClr val="tx1">
            <a:lumMod val="65000"/>
            <a:lumOff val="35000"/>
          </a:schemeClr>
        </a:solidFill>
      </dgm:spPr>
      <dgm:t>
        <a:bodyPr/>
        <a:lstStyle/>
        <a:p>
          <a:r>
            <a:rPr lang="it-IT" b="1" dirty="0" err="1">
              <a:latin typeface="Times New Roman" panose="02020603050405020304" pitchFamily="18" charset="0"/>
              <a:cs typeface="Times New Roman" panose="02020603050405020304" pitchFamily="18" charset="0"/>
            </a:rPr>
            <a:t>Dilation</a:t>
          </a:r>
          <a:r>
            <a:rPr lang="it-IT" b="1" dirty="0">
              <a:latin typeface="Times New Roman" panose="02020603050405020304" pitchFamily="18" charset="0"/>
              <a:cs typeface="Times New Roman" panose="02020603050405020304" pitchFamily="18" charset="0"/>
            </a:rPr>
            <a:t>, </a:t>
          </a:r>
          <a:r>
            <a:rPr lang="it-IT" b="1" dirty="0" err="1">
              <a:latin typeface="Times New Roman" panose="02020603050405020304" pitchFamily="18" charset="0"/>
              <a:cs typeface="Times New Roman" panose="02020603050405020304" pitchFamily="18" charset="0"/>
            </a:rPr>
            <a:t>Erosion</a:t>
          </a:r>
          <a:r>
            <a:rPr lang="it-IT" b="1" dirty="0">
              <a:latin typeface="Times New Roman" panose="02020603050405020304" pitchFamily="18" charset="0"/>
              <a:cs typeface="Times New Roman" panose="02020603050405020304" pitchFamily="18" charset="0"/>
            </a:rPr>
            <a:t>, </a:t>
          </a:r>
          <a:r>
            <a:rPr lang="it-IT" b="1" dirty="0" err="1">
              <a:latin typeface="Times New Roman" panose="02020603050405020304" pitchFamily="18" charset="0"/>
              <a:cs typeface="Times New Roman" panose="02020603050405020304" pitchFamily="18" charset="0"/>
            </a:rPr>
            <a:t>Nodules</a:t>
          </a:r>
          <a:r>
            <a:rPr lang="it-IT" b="1" dirty="0">
              <a:latin typeface="Times New Roman" panose="02020603050405020304" pitchFamily="18" charset="0"/>
              <a:cs typeface="Times New Roman" panose="02020603050405020304" pitchFamily="18" charset="0"/>
            </a:rPr>
            <a:t> </a:t>
          </a:r>
          <a:r>
            <a:rPr lang="it-IT" b="1" dirty="0" err="1">
              <a:latin typeface="Times New Roman" panose="02020603050405020304" pitchFamily="18" charset="0"/>
              <a:cs typeface="Times New Roman" panose="02020603050405020304" pitchFamily="18" charset="0"/>
            </a:rPr>
            <a:t>Distance</a:t>
          </a:r>
          <a:r>
            <a:rPr lang="it-IT" b="1" dirty="0">
              <a:latin typeface="Times New Roman" panose="02020603050405020304" pitchFamily="18" charset="0"/>
              <a:cs typeface="Times New Roman" panose="02020603050405020304" pitchFamily="18" charset="0"/>
            </a:rPr>
            <a:t> </a:t>
          </a:r>
          <a:r>
            <a:rPr lang="it-IT" b="1" dirty="0" err="1">
              <a:latin typeface="Times New Roman" panose="02020603050405020304" pitchFamily="18" charset="0"/>
              <a:cs typeface="Times New Roman" panose="02020603050405020304" pitchFamily="18" charset="0"/>
            </a:rPr>
            <a:t>Merging</a:t>
          </a:r>
          <a:endParaRPr lang="it-IT" b="1" dirty="0">
            <a:latin typeface="Times New Roman" panose="02020603050405020304" pitchFamily="18" charset="0"/>
            <a:cs typeface="Times New Roman" panose="02020603050405020304" pitchFamily="18" charset="0"/>
          </a:endParaRPr>
        </a:p>
      </dgm:t>
    </dgm:pt>
    <dgm:pt modelId="{5664DC15-1498-456E-B70A-6DAD24EE2464}" type="parTrans" cxnId="{73E1BE30-5984-45A8-A296-9A49305FBC48}">
      <dgm:prSet/>
      <dgm:spPr/>
      <dgm:t>
        <a:bodyPr/>
        <a:lstStyle/>
        <a:p>
          <a:endParaRPr lang="it-IT"/>
        </a:p>
      </dgm:t>
    </dgm:pt>
    <dgm:pt modelId="{51DA7582-68BF-4C0E-AEA4-4931DB1F1E66}" type="sibTrans" cxnId="{73E1BE30-5984-45A8-A296-9A49305FBC48}">
      <dgm:prSet/>
      <dgm:spPr>
        <a:solidFill>
          <a:schemeClr val="tx1">
            <a:lumMod val="65000"/>
            <a:lumOff val="35000"/>
          </a:schemeClr>
        </a:solidFill>
      </dgm:spPr>
      <dgm:t>
        <a:bodyPr/>
        <a:lstStyle/>
        <a:p>
          <a:endParaRPr lang="it-IT"/>
        </a:p>
      </dgm:t>
    </dgm:pt>
    <dgm:pt modelId="{387EBAD3-FCF6-4652-B4C4-54EA5D27DF64}">
      <dgm:prSet phldrT="[Testo]"/>
      <dgm:spPr>
        <a:solidFill>
          <a:schemeClr val="tx1">
            <a:lumMod val="65000"/>
            <a:lumOff val="35000"/>
          </a:schemeClr>
        </a:solidFill>
      </dgm:spPr>
      <dgm:t>
        <a:bodyPr/>
        <a:lstStyle/>
        <a:p>
          <a:r>
            <a:rPr lang="it-IT" b="1" dirty="0">
              <a:latin typeface="Times New Roman" panose="02020603050405020304" pitchFamily="18" charset="0"/>
              <a:cs typeface="Times New Roman" panose="02020603050405020304" pitchFamily="18" charset="0"/>
            </a:rPr>
            <a:t>False</a:t>
          </a:r>
          <a:r>
            <a:rPr lang="it-IT" b="1" dirty="0"/>
            <a:t> </a:t>
          </a:r>
          <a:r>
            <a:rPr lang="it-IT" b="1" dirty="0">
              <a:latin typeface="Times New Roman" panose="02020603050405020304" pitchFamily="18" charset="0"/>
              <a:cs typeface="Times New Roman" panose="02020603050405020304" pitchFamily="18" charset="0"/>
            </a:rPr>
            <a:t>Positive </a:t>
          </a:r>
          <a:r>
            <a:rPr lang="it-IT" b="1" dirty="0" err="1">
              <a:latin typeface="Times New Roman" panose="02020603050405020304" pitchFamily="18" charset="0"/>
              <a:cs typeface="Times New Roman" panose="02020603050405020304" pitchFamily="18" charset="0"/>
            </a:rPr>
            <a:t>Reduction</a:t>
          </a:r>
          <a:r>
            <a:rPr lang="it-IT" b="1" dirty="0">
              <a:latin typeface="Times New Roman" panose="02020603050405020304" pitchFamily="18" charset="0"/>
              <a:cs typeface="Times New Roman" panose="02020603050405020304" pitchFamily="18" charset="0"/>
            </a:rPr>
            <a:t> via </a:t>
          </a:r>
          <a:r>
            <a:rPr lang="it-IT" b="1" dirty="0" err="1">
              <a:latin typeface="Times New Roman" panose="02020603050405020304" pitchFamily="18" charset="0"/>
              <a:cs typeface="Times New Roman" panose="02020603050405020304" pitchFamily="18" charset="0"/>
            </a:rPr>
            <a:t>WideResNet</a:t>
          </a:r>
          <a:endParaRPr lang="it-IT" b="1" dirty="0">
            <a:latin typeface="Times New Roman" panose="02020603050405020304" pitchFamily="18" charset="0"/>
            <a:cs typeface="Times New Roman" panose="02020603050405020304" pitchFamily="18" charset="0"/>
          </a:endParaRPr>
        </a:p>
      </dgm:t>
    </dgm:pt>
    <dgm:pt modelId="{DED95BB5-7B58-4570-AB66-E245F8283659}" type="parTrans" cxnId="{E4154B63-8395-4CEE-8957-E8E8C0A7472C}">
      <dgm:prSet/>
      <dgm:spPr/>
      <dgm:t>
        <a:bodyPr/>
        <a:lstStyle/>
        <a:p>
          <a:endParaRPr lang="it-IT"/>
        </a:p>
      </dgm:t>
    </dgm:pt>
    <dgm:pt modelId="{EB8FA237-CA25-4528-A9BD-F1C3FE1B99E4}" type="sibTrans" cxnId="{E4154B63-8395-4CEE-8957-E8E8C0A7472C}">
      <dgm:prSet/>
      <dgm:spPr/>
      <dgm:t>
        <a:bodyPr/>
        <a:lstStyle/>
        <a:p>
          <a:endParaRPr lang="it-IT"/>
        </a:p>
      </dgm:t>
    </dgm:pt>
    <dgm:pt modelId="{4648252F-C175-4763-A85B-A302B86B8D38}" type="pres">
      <dgm:prSet presAssocID="{49E56130-43D2-4F38-B87C-3A4147740715}" presName="linearFlow" presStyleCnt="0">
        <dgm:presLayoutVars>
          <dgm:resizeHandles val="exact"/>
        </dgm:presLayoutVars>
      </dgm:prSet>
      <dgm:spPr/>
    </dgm:pt>
    <dgm:pt modelId="{35AEE76E-989C-47EA-B7AB-C56E97697508}" type="pres">
      <dgm:prSet presAssocID="{04D035CB-9F81-45F9-9AE2-3BA61B36FF9F}" presName="node" presStyleLbl="node1" presStyleIdx="0" presStyleCnt="3" custLinFactX="-49096" custLinFactNeighborX="-100000" custLinFactNeighborY="14175">
        <dgm:presLayoutVars>
          <dgm:bulletEnabled val="1"/>
        </dgm:presLayoutVars>
      </dgm:prSet>
      <dgm:spPr/>
    </dgm:pt>
    <dgm:pt modelId="{A5A77626-7D36-4DC1-8A33-A682E8DD6535}" type="pres">
      <dgm:prSet presAssocID="{3407E89F-ED17-4700-97C7-E6D2F2872763}" presName="sibTrans" presStyleLbl="sibTrans2D1" presStyleIdx="0" presStyleCnt="2"/>
      <dgm:spPr/>
    </dgm:pt>
    <dgm:pt modelId="{A941C09A-8DED-446A-AABA-809AB23B1A0D}" type="pres">
      <dgm:prSet presAssocID="{3407E89F-ED17-4700-97C7-E6D2F2872763}" presName="connectorText" presStyleLbl="sibTrans2D1" presStyleIdx="0" presStyleCnt="2"/>
      <dgm:spPr/>
    </dgm:pt>
    <dgm:pt modelId="{EA78AA65-B551-4719-8AAC-48279BF61A59}" type="pres">
      <dgm:prSet presAssocID="{AE733693-E296-424C-A7C7-17824A5F7B52}" presName="node" presStyleLbl="node1" presStyleIdx="1" presStyleCnt="3" custLinFactY="-33871" custLinFactNeighborX="8430" custLinFactNeighborY="-100000">
        <dgm:presLayoutVars>
          <dgm:bulletEnabled val="1"/>
        </dgm:presLayoutVars>
      </dgm:prSet>
      <dgm:spPr/>
    </dgm:pt>
    <dgm:pt modelId="{28BC4B2A-C754-44E0-A2FD-3D5EFC38408D}" type="pres">
      <dgm:prSet presAssocID="{51DA7582-68BF-4C0E-AEA4-4931DB1F1E66}" presName="sibTrans" presStyleLbl="sibTrans2D1" presStyleIdx="1" presStyleCnt="2"/>
      <dgm:spPr/>
    </dgm:pt>
    <dgm:pt modelId="{B3C604E9-A437-4DA5-A280-2653A3B27FAF}" type="pres">
      <dgm:prSet presAssocID="{51DA7582-68BF-4C0E-AEA4-4931DB1F1E66}" presName="connectorText" presStyleLbl="sibTrans2D1" presStyleIdx="1" presStyleCnt="2"/>
      <dgm:spPr/>
    </dgm:pt>
    <dgm:pt modelId="{D95C81F7-AE69-4AA4-8ECC-0818A63E295A}" type="pres">
      <dgm:prSet presAssocID="{387EBAD3-FCF6-4652-B4C4-54EA5D27DF64}" presName="node" presStyleLbl="node1" presStyleIdx="2" presStyleCnt="3" custLinFactX="50649" custLinFactY="-100000" custLinFactNeighborX="100000" custLinFactNeighborY="-141935">
        <dgm:presLayoutVars>
          <dgm:bulletEnabled val="1"/>
        </dgm:presLayoutVars>
      </dgm:prSet>
      <dgm:spPr/>
    </dgm:pt>
  </dgm:ptLst>
  <dgm:cxnLst>
    <dgm:cxn modelId="{9324F814-CF64-4E45-9881-10E9A49968C1}" type="presOf" srcId="{3407E89F-ED17-4700-97C7-E6D2F2872763}" destId="{A5A77626-7D36-4DC1-8A33-A682E8DD6535}" srcOrd="0" destOrd="0" presId="urn:microsoft.com/office/officeart/2005/8/layout/process2"/>
    <dgm:cxn modelId="{73E1BE30-5984-45A8-A296-9A49305FBC48}" srcId="{49E56130-43D2-4F38-B87C-3A4147740715}" destId="{AE733693-E296-424C-A7C7-17824A5F7B52}" srcOrd="1" destOrd="0" parTransId="{5664DC15-1498-456E-B70A-6DAD24EE2464}" sibTransId="{51DA7582-68BF-4C0E-AEA4-4931DB1F1E66}"/>
    <dgm:cxn modelId="{9D0B6A41-9AA4-45F2-A47C-E119D4E4518C}" type="presOf" srcId="{3407E89F-ED17-4700-97C7-E6D2F2872763}" destId="{A941C09A-8DED-446A-AABA-809AB23B1A0D}" srcOrd="1" destOrd="0" presId="urn:microsoft.com/office/officeart/2005/8/layout/process2"/>
    <dgm:cxn modelId="{68A90843-F0A3-48B1-8E43-A781B19C2E78}" type="presOf" srcId="{AE733693-E296-424C-A7C7-17824A5F7B52}" destId="{EA78AA65-B551-4719-8AAC-48279BF61A59}" srcOrd="0" destOrd="0" presId="urn:microsoft.com/office/officeart/2005/8/layout/process2"/>
    <dgm:cxn modelId="{E4154B63-8395-4CEE-8957-E8E8C0A7472C}" srcId="{49E56130-43D2-4F38-B87C-3A4147740715}" destId="{387EBAD3-FCF6-4652-B4C4-54EA5D27DF64}" srcOrd="2" destOrd="0" parTransId="{DED95BB5-7B58-4570-AB66-E245F8283659}" sibTransId="{EB8FA237-CA25-4528-A9BD-F1C3FE1B99E4}"/>
    <dgm:cxn modelId="{7C44A46E-9DD7-448C-A337-03CD3F7DDDB0}" type="presOf" srcId="{04D035CB-9F81-45F9-9AE2-3BA61B36FF9F}" destId="{35AEE76E-989C-47EA-B7AB-C56E97697508}" srcOrd="0" destOrd="0" presId="urn:microsoft.com/office/officeart/2005/8/layout/process2"/>
    <dgm:cxn modelId="{ECF4508B-19A3-47D4-BC0E-7C6CFD4C747D}" type="presOf" srcId="{51DA7582-68BF-4C0E-AEA4-4931DB1F1E66}" destId="{B3C604E9-A437-4DA5-A280-2653A3B27FAF}" srcOrd="1" destOrd="0" presId="urn:microsoft.com/office/officeart/2005/8/layout/process2"/>
    <dgm:cxn modelId="{D90879A0-719D-42E9-856D-37CE16D14B96}" srcId="{49E56130-43D2-4F38-B87C-3A4147740715}" destId="{04D035CB-9F81-45F9-9AE2-3BA61B36FF9F}" srcOrd="0" destOrd="0" parTransId="{337556A3-DF29-441C-AFD7-7DF9F9176E33}" sibTransId="{3407E89F-ED17-4700-97C7-E6D2F2872763}"/>
    <dgm:cxn modelId="{AD4471C4-76B5-4D83-9FA3-139BB22A9990}" type="presOf" srcId="{51DA7582-68BF-4C0E-AEA4-4931DB1F1E66}" destId="{28BC4B2A-C754-44E0-A2FD-3D5EFC38408D}" srcOrd="0" destOrd="0" presId="urn:microsoft.com/office/officeart/2005/8/layout/process2"/>
    <dgm:cxn modelId="{ADCBB3DE-6DB1-4D73-A233-FAFE53EB5410}" type="presOf" srcId="{49E56130-43D2-4F38-B87C-3A4147740715}" destId="{4648252F-C175-4763-A85B-A302B86B8D38}" srcOrd="0" destOrd="0" presId="urn:microsoft.com/office/officeart/2005/8/layout/process2"/>
    <dgm:cxn modelId="{BFBBADF7-0B2E-44B6-BA8A-0BDC5B376FD7}" type="presOf" srcId="{387EBAD3-FCF6-4652-B4C4-54EA5D27DF64}" destId="{D95C81F7-AE69-4AA4-8ECC-0818A63E295A}" srcOrd="0" destOrd="0" presId="urn:microsoft.com/office/officeart/2005/8/layout/process2"/>
    <dgm:cxn modelId="{821C84AA-BC0A-43B0-B69E-B4E38ABF0430}" type="presParOf" srcId="{4648252F-C175-4763-A85B-A302B86B8D38}" destId="{35AEE76E-989C-47EA-B7AB-C56E97697508}" srcOrd="0" destOrd="0" presId="urn:microsoft.com/office/officeart/2005/8/layout/process2"/>
    <dgm:cxn modelId="{F46E264F-2D90-4016-B4F5-ACEA7BBF6939}" type="presParOf" srcId="{4648252F-C175-4763-A85B-A302B86B8D38}" destId="{A5A77626-7D36-4DC1-8A33-A682E8DD6535}" srcOrd="1" destOrd="0" presId="urn:microsoft.com/office/officeart/2005/8/layout/process2"/>
    <dgm:cxn modelId="{D6C4FDEA-FB70-48E7-8D65-89631FE0AB12}" type="presParOf" srcId="{A5A77626-7D36-4DC1-8A33-A682E8DD6535}" destId="{A941C09A-8DED-446A-AABA-809AB23B1A0D}" srcOrd="0" destOrd="0" presId="urn:microsoft.com/office/officeart/2005/8/layout/process2"/>
    <dgm:cxn modelId="{8E305B06-52BB-488D-A266-80F8B9034480}" type="presParOf" srcId="{4648252F-C175-4763-A85B-A302B86B8D38}" destId="{EA78AA65-B551-4719-8AAC-48279BF61A59}" srcOrd="2" destOrd="0" presId="urn:microsoft.com/office/officeart/2005/8/layout/process2"/>
    <dgm:cxn modelId="{B0BFB303-4C36-45FB-B6D9-9E3227270DDD}" type="presParOf" srcId="{4648252F-C175-4763-A85B-A302B86B8D38}" destId="{28BC4B2A-C754-44E0-A2FD-3D5EFC38408D}" srcOrd="3" destOrd="0" presId="urn:microsoft.com/office/officeart/2005/8/layout/process2"/>
    <dgm:cxn modelId="{21BA3B80-B9ED-4B02-85D6-77897AFA92D8}" type="presParOf" srcId="{28BC4B2A-C754-44E0-A2FD-3D5EFC38408D}" destId="{B3C604E9-A437-4DA5-A280-2653A3B27FAF}" srcOrd="0" destOrd="0" presId="urn:microsoft.com/office/officeart/2005/8/layout/process2"/>
    <dgm:cxn modelId="{58751247-E5E1-4788-986B-A3DED6E5E443}" type="presParOf" srcId="{4648252F-C175-4763-A85B-A302B86B8D38}" destId="{D95C81F7-AE69-4AA4-8ECC-0818A63E295A}" srcOrd="4" destOrd="0" presId="urn:microsoft.com/office/officeart/2005/8/layout/process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2CBE468-7921-4D43-88D8-BA6C758E059C}">
      <dsp:nvSpPr>
        <dsp:cNvPr id="0" name=""/>
        <dsp:cNvSpPr/>
      </dsp:nvSpPr>
      <dsp:spPr>
        <a:xfrm rot="5400000">
          <a:off x="-239034" y="239273"/>
          <a:ext cx="1593563" cy="1115494"/>
        </a:xfrm>
        <a:prstGeom prst="chevron">
          <a:avLst/>
        </a:prstGeom>
        <a:solidFill>
          <a:schemeClr val="tx1">
            <a:lumMod val="65000"/>
            <a:lumOff val="35000"/>
          </a:schemeClr>
        </a:solidFill>
        <a:ln w="2222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it-IT" sz="1200" b="1" kern="1200" dirty="0"/>
            <a:t>GPU</a:t>
          </a:r>
          <a:endParaRPr lang="it-IT" sz="1400" b="1" kern="1200" dirty="0"/>
        </a:p>
      </dsp:txBody>
      <dsp:txXfrm rot="-5400000">
        <a:off x="1" y="557985"/>
        <a:ext cx="1115494" cy="478069"/>
      </dsp:txXfrm>
    </dsp:sp>
    <dsp:sp modelId="{4C27F3E0-4825-450C-A7A8-2947A93D95A5}">
      <dsp:nvSpPr>
        <dsp:cNvPr id="0" name=""/>
        <dsp:cNvSpPr/>
      </dsp:nvSpPr>
      <dsp:spPr>
        <a:xfrm rot="5400000">
          <a:off x="1980900" y="-865166"/>
          <a:ext cx="1035816" cy="2766628"/>
        </a:xfrm>
        <a:prstGeom prst="round2SameRect">
          <a:avLst/>
        </a:prstGeom>
        <a:solidFill>
          <a:schemeClr val="lt1">
            <a:alpha val="90000"/>
            <a:hueOff val="0"/>
            <a:satOff val="0"/>
            <a:lumOff val="0"/>
            <a:alphaOff val="0"/>
          </a:schemeClr>
        </a:solidFill>
        <a:ln w="2222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7620" rIns="7620" bIns="7620" numCol="1" spcCol="1270" anchor="ctr" anchorCtr="0">
          <a:noAutofit/>
        </a:bodyPr>
        <a:lstStyle/>
        <a:p>
          <a:pPr marL="114300" lvl="1" indent="-114300" algn="l" defTabSz="533400">
            <a:lnSpc>
              <a:spcPct val="90000"/>
            </a:lnSpc>
            <a:spcBef>
              <a:spcPct val="0"/>
            </a:spcBef>
            <a:spcAft>
              <a:spcPct val="15000"/>
            </a:spcAft>
            <a:buChar char="•"/>
          </a:pPr>
          <a:r>
            <a:rPr lang="en-US" sz="1200" b="1" kern="1200" dirty="0"/>
            <a:t>The advent of GPUs makes possible the training of very large neural networks with even more than 150 millions of parameters. </a:t>
          </a:r>
          <a:endParaRPr lang="it-IT" sz="1200" b="1" kern="1200" dirty="0"/>
        </a:p>
      </dsp:txBody>
      <dsp:txXfrm rot="-5400000">
        <a:off x="1115494" y="50804"/>
        <a:ext cx="2716064" cy="934688"/>
      </dsp:txXfrm>
    </dsp:sp>
    <dsp:sp modelId="{EFF8265E-9F5F-42E1-9460-0C41B00A73C0}">
      <dsp:nvSpPr>
        <dsp:cNvPr id="0" name=""/>
        <dsp:cNvSpPr/>
      </dsp:nvSpPr>
      <dsp:spPr>
        <a:xfrm rot="5400000">
          <a:off x="-239034" y="1626991"/>
          <a:ext cx="1593563" cy="1115494"/>
        </a:xfrm>
        <a:prstGeom prst="chevron">
          <a:avLst/>
        </a:prstGeom>
        <a:solidFill>
          <a:schemeClr val="tx1">
            <a:lumMod val="65000"/>
            <a:lumOff val="35000"/>
          </a:schemeClr>
        </a:solidFill>
        <a:ln w="2222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it-IT" sz="1200" b="1" kern="1200" dirty="0"/>
            <a:t>BIG </a:t>
          </a:r>
        </a:p>
        <a:p>
          <a:pPr marL="0" lvl="0" indent="0" algn="ctr" defTabSz="533400">
            <a:lnSpc>
              <a:spcPct val="90000"/>
            </a:lnSpc>
            <a:spcBef>
              <a:spcPct val="0"/>
            </a:spcBef>
            <a:spcAft>
              <a:spcPct val="35000"/>
            </a:spcAft>
            <a:buNone/>
          </a:pPr>
          <a:r>
            <a:rPr lang="it-IT" sz="1200" b="1" kern="1200" dirty="0"/>
            <a:t>DATA</a:t>
          </a:r>
        </a:p>
      </dsp:txBody>
      <dsp:txXfrm rot="-5400000">
        <a:off x="1" y="1945703"/>
        <a:ext cx="1115494" cy="478069"/>
      </dsp:txXfrm>
    </dsp:sp>
    <dsp:sp modelId="{A794BD79-3BCA-4E41-8D5D-9344D65E9136}">
      <dsp:nvSpPr>
        <dsp:cNvPr id="0" name=""/>
        <dsp:cNvSpPr/>
      </dsp:nvSpPr>
      <dsp:spPr>
        <a:xfrm rot="5400000">
          <a:off x="1980900" y="534056"/>
          <a:ext cx="1035816" cy="2766628"/>
        </a:xfrm>
        <a:prstGeom prst="round2SameRect">
          <a:avLst/>
        </a:prstGeom>
        <a:solidFill>
          <a:schemeClr val="lt1">
            <a:alpha val="90000"/>
            <a:hueOff val="0"/>
            <a:satOff val="0"/>
            <a:lumOff val="0"/>
            <a:alphaOff val="0"/>
          </a:schemeClr>
        </a:solidFill>
        <a:ln w="2222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7620" rIns="7620" bIns="7620" numCol="1" spcCol="1270" anchor="ctr" anchorCtr="0">
          <a:noAutofit/>
        </a:bodyPr>
        <a:lstStyle/>
        <a:p>
          <a:pPr marL="114300" lvl="1" indent="-114300" algn="l" defTabSz="533400">
            <a:lnSpc>
              <a:spcPct val="90000"/>
            </a:lnSpc>
            <a:spcBef>
              <a:spcPct val="0"/>
            </a:spcBef>
            <a:spcAft>
              <a:spcPct val="15000"/>
            </a:spcAft>
            <a:buChar char="•"/>
          </a:pPr>
          <a:r>
            <a:rPr lang="en-US" sz="1200" b="1" kern="1200" dirty="0"/>
            <a:t>A new generation </a:t>
          </a:r>
          <a:r>
            <a:rPr lang="en-GB" sz="1200" b="1" kern="1200" dirty="0"/>
            <a:t>of larger training and test sets.</a:t>
          </a:r>
          <a:endParaRPr lang="it-IT" sz="1200" b="1" kern="1200" dirty="0"/>
        </a:p>
      </dsp:txBody>
      <dsp:txXfrm rot="-5400000">
        <a:off x="1115494" y="1450026"/>
        <a:ext cx="2716064" cy="934688"/>
      </dsp:txXfrm>
    </dsp:sp>
    <dsp:sp modelId="{F63296C1-0788-445F-9A33-4D1DAC2E7CD7}">
      <dsp:nvSpPr>
        <dsp:cNvPr id="0" name=""/>
        <dsp:cNvSpPr/>
      </dsp:nvSpPr>
      <dsp:spPr>
        <a:xfrm rot="5400000">
          <a:off x="-239034" y="3037719"/>
          <a:ext cx="1593563" cy="1115494"/>
        </a:xfrm>
        <a:prstGeom prst="chevron">
          <a:avLst/>
        </a:prstGeom>
        <a:solidFill>
          <a:schemeClr val="tx1">
            <a:lumMod val="65000"/>
            <a:lumOff val="35000"/>
          </a:schemeClr>
        </a:solidFill>
        <a:ln w="2222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it-IT" sz="1200" b="1" kern="1200" dirty="0"/>
            <a:t>DROPOUT</a:t>
          </a:r>
          <a:endParaRPr lang="it-IT" sz="1600" b="1" kern="1200" dirty="0"/>
        </a:p>
      </dsp:txBody>
      <dsp:txXfrm rot="-5400000">
        <a:off x="1" y="3356431"/>
        <a:ext cx="1115494" cy="478069"/>
      </dsp:txXfrm>
    </dsp:sp>
    <dsp:sp modelId="{1FB6035A-B0A2-43D0-A23B-42AE243EB73D}">
      <dsp:nvSpPr>
        <dsp:cNvPr id="0" name=""/>
        <dsp:cNvSpPr/>
      </dsp:nvSpPr>
      <dsp:spPr>
        <a:xfrm rot="5400000">
          <a:off x="1980900" y="1964622"/>
          <a:ext cx="1035816" cy="2766628"/>
        </a:xfrm>
        <a:prstGeom prst="round2SameRect">
          <a:avLst/>
        </a:prstGeom>
        <a:solidFill>
          <a:schemeClr val="lt1">
            <a:alpha val="90000"/>
            <a:hueOff val="0"/>
            <a:satOff val="0"/>
            <a:lumOff val="0"/>
            <a:alphaOff val="0"/>
          </a:schemeClr>
        </a:solidFill>
        <a:ln w="2222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7620" rIns="7620" bIns="7620" numCol="1" spcCol="1270" anchor="ctr" anchorCtr="0">
          <a:noAutofit/>
        </a:bodyPr>
        <a:lstStyle/>
        <a:p>
          <a:pPr marL="114300" lvl="1" indent="-114300" algn="l" defTabSz="533400">
            <a:lnSpc>
              <a:spcPct val="90000"/>
            </a:lnSpc>
            <a:spcBef>
              <a:spcPct val="0"/>
            </a:spcBef>
            <a:spcAft>
              <a:spcPct val="15000"/>
            </a:spcAft>
            <a:buChar char="•"/>
          </a:pPr>
          <a:r>
            <a:rPr lang="en-US" sz="1200" b="1" kern="1200" dirty="0"/>
            <a:t>Better model regularization techniques have been discovered </a:t>
          </a:r>
          <a:r>
            <a:rPr lang="en-GB" sz="1200" b="1" kern="1200" dirty="0"/>
            <a:t>such as </a:t>
          </a:r>
          <a:r>
            <a:rPr lang="en-GB" sz="1200" b="1" i="1" kern="1200" dirty="0"/>
            <a:t>“Dropout”</a:t>
          </a:r>
          <a:r>
            <a:rPr lang="en-GB" sz="1200" b="1" kern="1200" dirty="0"/>
            <a:t>  or </a:t>
          </a:r>
          <a:r>
            <a:rPr lang="en-GB" sz="1200" b="1" i="1" kern="1200" dirty="0"/>
            <a:t>“Data Augmentation”</a:t>
          </a:r>
          <a:endParaRPr lang="it-IT" sz="1200" b="1" kern="1200" dirty="0"/>
        </a:p>
      </dsp:txBody>
      <dsp:txXfrm rot="-5400000">
        <a:off x="1115494" y="2880592"/>
        <a:ext cx="2716064" cy="93468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A8451E5-81F6-4DC2-99A6-8633E77E248C}">
      <dsp:nvSpPr>
        <dsp:cNvPr id="0" name=""/>
        <dsp:cNvSpPr/>
      </dsp:nvSpPr>
      <dsp:spPr>
        <a:xfrm>
          <a:off x="1072629" y="735391"/>
          <a:ext cx="1744960" cy="1838460"/>
        </a:xfrm>
        <a:prstGeom prst="ellipse">
          <a:avLst/>
        </a:prstGeom>
        <a:solidFill>
          <a:schemeClr val="accent3">
            <a:lumMod val="75000"/>
            <a:alpha val="50000"/>
          </a:schemeClr>
        </a:solidFill>
        <a:ln w="2222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tx1"/>
        </a:fontRef>
      </dsp:style>
      <dsp:txBody>
        <a:bodyPr spcFirstLastPara="0" vert="horz" wrap="square" lIns="50800" tIns="50800" rIns="50800" bIns="50800" numCol="1" spcCol="1270" anchor="ctr" anchorCtr="0">
          <a:noAutofit/>
        </a:bodyPr>
        <a:lstStyle/>
        <a:p>
          <a:pPr marL="0" lvl="0" indent="0" algn="ctr" defTabSz="1778000">
            <a:lnSpc>
              <a:spcPct val="90000"/>
            </a:lnSpc>
            <a:spcBef>
              <a:spcPct val="0"/>
            </a:spcBef>
            <a:spcAft>
              <a:spcPct val="35000"/>
            </a:spcAft>
            <a:buNone/>
          </a:pPr>
          <a:r>
            <a:rPr lang="it-IT" sz="4000" kern="1200" dirty="0" err="1"/>
            <a:t>Conv</a:t>
          </a:r>
          <a:r>
            <a:rPr lang="it-IT" sz="4000" kern="1200" dirty="0"/>
            <a:t> </a:t>
          </a:r>
          <a:r>
            <a:rPr lang="it-IT" sz="4000" kern="1200" dirty="0" err="1"/>
            <a:t>Nets</a:t>
          </a:r>
          <a:r>
            <a:rPr lang="it-IT" sz="4000" kern="1200" dirty="0"/>
            <a:t> </a:t>
          </a:r>
        </a:p>
      </dsp:txBody>
      <dsp:txXfrm>
        <a:off x="1328172" y="1004627"/>
        <a:ext cx="1233874" cy="1299988"/>
      </dsp:txXfrm>
    </dsp:sp>
    <dsp:sp modelId="{118B936D-7FC3-4A27-95D8-C4AE1CB94663}">
      <dsp:nvSpPr>
        <dsp:cNvPr id="0" name=""/>
        <dsp:cNvSpPr/>
      </dsp:nvSpPr>
      <dsp:spPr>
        <a:xfrm>
          <a:off x="1334364" y="0"/>
          <a:ext cx="1221489" cy="946927"/>
        </a:xfrm>
        <a:prstGeom prst="ellipse">
          <a:avLst/>
        </a:prstGeom>
        <a:solidFill>
          <a:schemeClr val="accent3">
            <a:lumMod val="50000"/>
            <a:alpha val="50000"/>
          </a:schemeClr>
        </a:solidFill>
        <a:ln w="2222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tx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it-IT" sz="1800" b="1" u="sng" kern="1200" dirty="0" err="1"/>
            <a:t>AlexNet</a:t>
          </a:r>
          <a:endParaRPr lang="it-IT" sz="1800" b="1" u="sng" kern="1200" dirty="0"/>
        </a:p>
        <a:p>
          <a:pPr marL="0" lvl="0" indent="0" algn="ctr" defTabSz="800100">
            <a:lnSpc>
              <a:spcPct val="90000"/>
            </a:lnSpc>
            <a:spcBef>
              <a:spcPct val="0"/>
            </a:spcBef>
            <a:spcAft>
              <a:spcPct val="35000"/>
            </a:spcAft>
            <a:buNone/>
          </a:pPr>
          <a:r>
            <a:rPr lang="it-IT" sz="1800" b="1" kern="1200" dirty="0"/>
            <a:t>(2012)</a:t>
          </a:r>
        </a:p>
      </dsp:txBody>
      <dsp:txXfrm>
        <a:off x="1513247" y="138674"/>
        <a:ext cx="863723" cy="669579"/>
      </dsp:txXfrm>
    </dsp:sp>
    <dsp:sp modelId="{C6065EEF-4EBC-47CC-A23D-C0B4C4FDC3E5}">
      <dsp:nvSpPr>
        <dsp:cNvPr id="0" name=""/>
        <dsp:cNvSpPr/>
      </dsp:nvSpPr>
      <dsp:spPr>
        <a:xfrm>
          <a:off x="2661445" y="1233673"/>
          <a:ext cx="1099316" cy="946927"/>
        </a:xfrm>
        <a:prstGeom prst="ellipse">
          <a:avLst/>
        </a:prstGeom>
        <a:solidFill>
          <a:schemeClr val="accent3">
            <a:lumMod val="50000"/>
            <a:alpha val="50000"/>
          </a:schemeClr>
        </a:solidFill>
        <a:ln w="2222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tx1"/>
        </a:fontRef>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it-IT" sz="1100" b="1" kern="1200" dirty="0" err="1"/>
            <a:t>GoogleNet</a:t>
          </a:r>
          <a:r>
            <a:rPr lang="it-IT" sz="1100" b="1" kern="1200" dirty="0"/>
            <a:t> (2014)</a:t>
          </a:r>
        </a:p>
      </dsp:txBody>
      <dsp:txXfrm>
        <a:off x="2822436" y="1372347"/>
        <a:ext cx="777334" cy="669579"/>
      </dsp:txXfrm>
    </dsp:sp>
    <dsp:sp modelId="{55BC067B-6699-44E8-89DB-F488CC19EED0}">
      <dsp:nvSpPr>
        <dsp:cNvPr id="0" name=""/>
        <dsp:cNvSpPr/>
      </dsp:nvSpPr>
      <dsp:spPr>
        <a:xfrm>
          <a:off x="1394860" y="2443593"/>
          <a:ext cx="1159882" cy="946927"/>
        </a:xfrm>
        <a:prstGeom prst="ellipse">
          <a:avLst/>
        </a:prstGeom>
        <a:solidFill>
          <a:schemeClr val="accent3">
            <a:lumMod val="50000"/>
            <a:alpha val="50000"/>
          </a:schemeClr>
        </a:solidFill>
        <a:ln w="2222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tx1"/>
        </a:fontRef>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it-IT" sz="1100" b="1" kern="1200" dirty="0" err="1"/>
            <a:t>Residual</a:t>
          </a:r>
          <a:r>
            <a:rPr lang="it-IT" sz="1100" b="1" kern="1200" dirty="0"/>
            <a:t> </a:t>
          </a:r>
          <a:r>
            <a:rPr lang="it-IT" sz="1100" b="1" kern="1200" dirty="0" err="1"/>
            <a:t>Nets</a:t>
          </a:r>
          <a:r>
            <a:rPr lang="it-IT" sz="1100" b="1" kern="1200" dirty="0"/>
            <a:t> </a:t>
          </a:r>
        </a:p>
        <a:p>
          <a:pPr marL="0" lvl="0" indent="0" algn="ctr" defTabSz="488950">
            <a:lnSpc>
              <a:spcPct val="90000"/>
            </a:lnSpc>
            <a:spcBef>
              <a:spcPct val="0"/>
            </a:spcBef>
            <a:spcAft>
              <a:spcPct val="35000"/>
            </a:spcAft>
            <a:buNone/>
          </a:pPr>
          <a:r>
            <a:rPr lang="it-IT" sz="1100" b="1" kern="1200" dirty="0"/>
            <a:t>(2015) </a:t>
          </a:r>
        </a:p>
      </dsp:txBody>
      <dsp:txXfrm>
        <a:off x="1564721" y="2582267"/>
        <a:ext cx="820160" cy="669579"/>
      </dsp:txXfrm>
    </dsp:sp>
    <dsp:sp modelId="{AA961A49-DFB6-45B1-A133-56261D05FDA3}">
      <dsp:nvSpPr>
        <dsp:cNvPr id="0" name=""/>
        <dsp:cNvSpPr/>
      </dsp:nvSpPr>
      <dsp:spPr>
        <a:xfrm>
          <a:off x="150544" y="1233673"/>
          <a:ext cx="1122459" cy="946927"/>
        </a:xfrm>
        <a:prstGeom prst="ellipse">
          <a:avLst/>
        </a:prstGeom>
        <a:solidFill>
          <a:schemeClr val="accent3">
            <a:lumMod val="50000"/>
            <a:alpha val="50000"/>
          </a:schemeClr>
        </a:solidFill>
        <a:ln w="2222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tx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it-IT" sz="1400" b="1" u="sng" kern="1200" dirty="0"/>
            <a:t>VGG Net </a:t>
          </a:r>
        </a:p>
        <a:p>
          <a:pPr marL="0" lvl="0" indent="0" algn="ctr" defTabSz="622300">
            <a:lnSpc>
              <a:spcPct val="90000"/>
            </a:lnSpc>
            <a:spcBef>
              <a:spcPct val="0"/>
            </a:spcBef>
            <a:spcAft>
              <a:spcPct val="35000"/>
            </a:spcAft>
            <a:buNone/>
          </a:pPr>
          <a:r>
            <a:rPr lang="it-IT" sz="1400" b="1" kern="1200" dirty="0"/>
            <a:t>(2° </a:t>
          </a:r>
          <a:r>
            <a:rPr lang="it-IT" sz="1400" b="1" kern="1200" dirty="0" err="1"/>
            <a:t>ranked</a:t>
          </a:r>
          <a:r>
            <a:rPr lang="it-IT" sz="1400" b="1" kern="1200" dirty="0"/>
            <a:t> in 2014)</a:t>
          </a:r>
        </a:p>
      </dsp:txBody>
      <dsp:txXfrm>
        <a:off x="314924" y="1372347"/>
        <a:ext cx="793699" cy="66957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AEE76E-989C-47EA-B7AB-C56E97697508}">
      <dsp:nvSpPr>
        <dsp:cNvPr id="0" name=""/>
        <dsp:cNvSpPr/>
      </dsp:nvSpPr>
      <dsp:spPr>
        <a:xfrm>
          <a:off x="0" y="71925"/>
          <a:ext cx="1964041" cy="1014823"/>
        </a:xfrm>
        <a:prstGeom prst="roundRect">
          <a:avLst>
            <a:gd name="adj" fmla="val 10000"/>
          </a:avLst>
        </a:prstGeom>
        <a:solidFill>
          <a:schemeClr val="tx1">
            <a:lumMod val="65000"/>
            <a:lumOff val="35000"/>
          </a:schemeClr>
        </a:solidFill>
        <a:ln w="2222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it-IT" sz="1800" b="1" kern="1200" dirty="0">
              <a:latin typeface="Times New Roman" panose="02020603050405020304" pitchFamily="18" charset="0"/>
              <a:cs typeface="Times New Roman" panose="02020603050405020304" pitchFamily="18" charset="0"/>
            </a:rPr>
            <a:t>Candidate </a:t>
          </a:r>
          <a:r>
            <a:rPr lang="it-IT" sz="1800" b="1" kern="1200" dirty="0" err="1">
              <a:latin typeface="Times New Roman" panose="02020603050405020304" pitchFamily="18" charset="0"/>
              <a:cs typeface="Times New Roman" panose="02020603050405020304" pitchFamily="18" charset="0"/>
            </a:rPr>
            <a:t>Nodule</a:t>
          </a:r>
          <a:r>
            <a:rPr lang="it-IT" sz="1800" b="1" kern="1200" dirty="0">
              <a:latin typeface="Times New Roman" panose="02020603050405020304" pitchFamily="18" charset="0"/>
              <a:cs typeface="Times New Roman" panose="02020603050405020304" pitchFamily="18" charset="0"/>
            </a:rPr>
            <a:t> </a:t>
          </a:r>
          <a:r>
            <a:rPr lang="it-IT" sz="1800" b="1" kern="1200" dirty="0" err="1">
              <a:latin typeface="Times New Roman" panose="02020603050405020304" pitchFamily="18" charset="0"/>
              <a:cs typeface="Times New Roman" panose="02020603050405020304" pitchFamily="18" charset="0"/>
            </a:rPr>
            <a:t>Selection</a:t>
          </a:r>
          <a:r>
            <a:rPr lang="it-IT" sz="1800" b="1" kern="1200" dirty="0">
              <a:latin typeface="Times New Roman" panose="02020603050405020304" pitchFamily="18" charset="0"/>
              <a:cs typeface="Times New Roman" panose="02020603050405020304" pitchFamily="18" charset="0"/>
            </a:rPr>
            <a:t> via UNET</a:t>
          </a:r>
        </a:p>
      </dsp:txBody>
      <dsp:txXfrm>
        <a:off x="29723" y="101648"/>
        <a:ext cx="1904595" cy="955377"/>
      </dsp:txXfrm>
    </dsp:sp>
    <dsp:sp modelId="{A5A77626-7D36-4DC1-8A33-A682E8DD6535}">
      <dsp:nvSpPr>
        <dsp:cNvPr id="0" name=""/>
        <dsp:cNvSpPr/>
      </dsp:nvSpPr>
      <dsp:spPr>
        <a:xfrm rot="666951">
          <a:off x="2091942" y="650585"/>
          <a:ext cx="829670" cy="456670"/>
        </a:xfrm>
        <a:prstGeom prst="rightArrow">
          <a:avLst>
            <a:gd name="adj1" fmla="val 60000"/>
            <a:gd name="adj2" fmla="val 50000"/>
          </a:avLst>
        </a:prstGeom>
        <a:solidFill>
          <a:schemeClr val="tx1">
            <a:lumMod val="65000"/>
            <a:lumOff val="3500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it-IT" sz="1400" kern="1200"/>
        </a:p>
      </dsp:txBody>
      <dsp:txXfrm>
        <a:off x="2093227" y="728713"/>
        <a:ext cx="692669" cy="274002"/>
      </dsp:txXfrm>
    </dsp:sp>
    <dsp:sp modelId="{EA78AA65-B551-4719-8AAC-48279BF61A59}">
      <dsp:nvSpPr>
        <dsp:cNvPr id="0" name=""/>
        <dsp:cNvSpPr/>
      </dsp:nvSpPr>
      <dsp:spPr>
        <a:xfrm>
          <a:off x="3049515" y="671092"/>
          <a:ext cx="1964041" cy="1014823"/>
        </a:xfrm>
        <a:prstGeom prst="roundRect">
          <a:avLst>
            <a:gd name="adj" fmla="val 10000"/>
          </a:avLst>
        </a:prstGeom>
        <a:solidFill>
          <a:schemeClr val="tx1">
            <a:lumMod val="65000"/>
            <a:lumOff val="35000"/>
          </a:schemeClr>
        </a:solidFill>
        <a:ln w="2222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it-IT" sz="1800" b="1" kern="1200" dirty="0" err="1">
              <a:latin typeface="Times New Roman" panose="02020603050405020304" pitchFamily="18" charset="0"/>
              <a:cs typeface="Times New Roman" panose="02020603050405020304" pitchFamily="18" charset="0"/>
            </a:rPr>
            <a:t>Dilation</a:t>
          </a:r>
          <a:r>
            <a:rPr lang="it-IT" sz="1800" b="1" kern="1200" dirty="0">
              <a:latin typeface="Times New Roman" panose="02020603050405020304" pitchFamily="18" charset="0"/>
              <a:cs typeface="Times New Roman" panose="02020603050405020304" pitchFamily="18" charset="0"/>
            </a:rPr>
            <a:t>, </a:t>
          </a:r>
          <a:r>
            <a:rPr lang="it-IT" sz="1800" b="1" kern="1200" dirty="0" err="1">
              <a:latin typeface="Times New Roman" panose="02020603050405020304" pitchFamily="18" charset="0"/>
              <a:cs typeface="Times New Roman" panose="02020603050405020304" pitchFamily="18" charset="0"/>
            </a:rPr>
            <a:t>Erosion</a:t>
          </a:r>
          <a:r>
            <a:rPr lang="it-IT" sz="1800" b="1" kern="1200" dirty="0">
              <a:latin typeface="Times New Roman" panose="02020603050405020304" pitchFamily="18" charset="0"/>
              <a:cs typeface="Times New Roman" panose="02020603050405020304" pitchFamily="18" charset="0"/>
            </a:rPr>
            <a:t>, </a:t>
          </a:r>
          <a:r>
            <a:rPr lang="it-IT" sz="1800" b="1" kern="1200" dirty="0" err="1">
              <a:latin typeface="Times New Roman" panose="02020603050405020304" pitchFamily="18" charset="0"/>
              <a:cs typeface="Times New Roman" panose="02020603050405020304" pitchFamily="18" charset="0"/>
            </a:rPr>
            <a:t>Nodules</a:t>
          </a:r>
          <a:r>
            <a:rPr lang="it-IT" sz="1800" b="1" kern="1200" dirty="0">
              <a:latin typeface="Times New Roman" panose="02020603050405020304" pitchFamily="18" charset="0"/>
              <a:cs typeface="Times New Roman" panose="02020603050405020304" pitchFamily="18" charset="0"/>
            </a:rPr>
            <a:t> </a:t>
          </a:r>
          <a:r>
            <a:rPr lang="it-IT" sz="1800" b="1" kern="1200" dirty="0" err="1">
              <a:latin typeface="Times New Roman" panose="02020603050405020304" pitchFamily="18" charset="0"/>
              <a:cs typeface="Times New Roman" panose="02020603050405020304" pitchFamily="18" charset="0"/>
            </a:rPr>
            <a:t>Distance</a:t>
          </a:r>
          <a:r>
            <a:rPr lang="it-IT" sz="1800" b="1" kern="1200" dirty="0">
              <a:latin typeface="Times New Roman" panose="02020603050405020304" pitchFamily="18" charset="0"/>
              <a:cs typeface="Times New Roman" panose="02020603050405020304" pitchFamily="18" charset="0"/>
            </a:rPr>
            <a:t> </a:t>
          </a:r>
          <a:r>
            <a:rPr lang="it-IT" sz="1800" b="1" kern="1200" dirty="0" err="1">
              <a:latin typeface="Times New Roman" panose="02020603050405020304" pitchFamily="18" charset="0"/>
              <a:cs typeface="Times New Roman" panose="02020603050405020304" pitchFamily="18" charset="0"/>
            </a:rPr>
            <a:t>Merging</a:t>
          </a:r>
          <a:endParaRPr lang="it-IT" sz="1800" b="1" kern="1200" dirty="0">
            <a:latin typeface="Times New Roman" panose="02020603050405020304" pitchFamily="18" charset="0"/>
            <a:cs typeface="Times New Roman" panose="02020603050405020304" pitchFamily="18" charset="0"/>
          </a:endParaRPr>
        </a:p>
      </dsp:txBody>
      <dsp:txXfrm>
        <a:off x="3079238" y="700815"/>
        <a:ext cx="1904595" cy="955377"/>
      </dsp:txXfrm>
    </dsp:sp>
    <dsp:sp modelId="{28BC4B2A-C754-44E0-A2FD-3D5EFC38408D}">
      <dsp:nvSpPr>
        <dsp:cNvPr id="0" name=""/>
        <dsp:cNvSpPr/>
      </dsp:nvSpPr>
      <dsp:spPr>
        <a:xfrm rot="792923">
          <a:off x="5100153" y="1269349"/>
          <a:ext cx="581142" cy="456670"/>
        </a:xfrm>
        <a:prstGeom prst="rightArrow">
          <a:avLst>
            <a:gd name="adj1" fmla="val 60000"/>
            <a:gd name="adj2" fmla="val 50000"/>
          </a:avLst>
        </a:prstGeom>
        <a:solidFill>
          <a:schemeClr val="tx1">
            <a:lumMod val="65000"/>
            <a:lumOff val="3500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it-IT" sz="1400" kern="1200"/>
        </a:p>
      </dsp:txBody>
      <dsp:txXfrm>
        <a:off x="5101967" y="1345023"/>
        <a:ext cx="444141" cy="274002"/>
      </dsp:txXfrm>
    </dsp:sp>
    <dsp:sp modelId="{D95C81F7-AE69-4AA4-8ECC-0818A63E295A}">
      <dsp:nvSpPr>
        <dsp:cNvPr id="0" name=""/>
        <dsp:cNvSpPr/>
      </dsp:nvSpPr>
      <dsp:spPr>
        <a:xfrm>
          <a:off x="5767893" y="1309452"/>
          <a:ext cx="1964041" cy="1014823"/>
        </a:xfrm>
        <a:prstGeom prst="roundRect">
          <a:avLst>
            <a:gd name="adj" fmla="val 10000"/>
          </a:avLst>
        </a:prstGeom>
        <a:solidFill>
          <a:schemeClr val="tx1">
            <a:lumMod val="65000"/>
            <a:lumOff val="35000"/>
          </a:schemeClr>
        </a:solidFill>
        <a:ln w="2222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it-IT" sz="1800" b="1" kern="1200" dirty="0">
              <a:latin typeface="Times New Roman" panose="02020603050405020304" pitchFamily="18" charset="0"/>
              <a:cs typeface="Times New Roman" panose="02020603050405020304" pitchFamily="18" charset="0"/>
            </a:rPr>
            <a:t>False</a:t>
          </a:r>
          <a:r>
            <a:rPr lang="it-IT" sz="1800" b="1" kern="1200" dirty="0"/>
            <a:t> </a:t>
          </a:r>
          <a:r>
            <a:rPr lang="it-IT" sz="1800" b="1" kern="1200" dirty="0">
              <a:latin typeface="Times New Roman" panose="02020603050405020304" pitchFamily="18" charset="0"/>
              <a:cs typeface="Times New Roman" panose="02020603050405020304" pitchFamily="18" charset="0"/>
            </a:rPr>
            <a:t>Positive </a:t>
          </a:r>
          <a:r>
            <a:rPr lang="it-IT" sz="1800" b="1" kern="1200" dirty="0" err="1">
              <a:latin typeface="Times New Roman" panose="02020603050405020304" pitchFamily="18" charset="0"/>
              <a:cs typeface="Times New Roman" panose="02020603050405020304" pitchFamily="18" charset="0"/>
            </a:rPr>
            <a:t>Reduction</a:t>
          </a:r>
          <a:r>
            <a:rPr lang="it-IT" sz="1800" b="1" kern="1200" dirty="0">
              <a:latin typeface="Times New Roman" panose="02020603050405020304" pitchFamily="18" charset="0"/>
              <a:cs typeface="Times New Roman" panose="02020603050405020304" pitchFamily="18" charset="0"/>
            </a:rPr>
            <a:t> via </a:t>
          </a:r>
          <a:r>
            <a:rPr lang="it-IT" sz="1800" b="1" kern="1200" dirty="0" err="1">
              <a:latin typeface="Times New Roman" panose="02020603050405020304" pitchFamily="18" charset="0"/>
              <a:cs typeface="Times New Roman" panose="02020603050405020304" pitchFamily="18" charset="0"/>
            </a:rPr>
            <a:t>WideResNet</a:t>
          </a:r>
          <a:endParaRPr lang="it-IT" sz="1800" b="1" kern="1200" dirty="0">
            <a:latin typeface="Times New Roman" panose="02020603050405020304" pitchFamily="18" charset="0"/>
            <a:cs typeface="Times New Roman" panose="02020603050405020304" pitchFamily="18" charset="0"/>
          </a:endParaRPr>
        </a:p>
      </dsp:txBody>
      <dsp:txXfrm>
        <a:off x="5797616" y="1339175"/>
        <a:ext cx="1904595" cy="955377"/>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radial3">
  <dgm:title val=""/>
  <dgm:desc val=""/>
  <dgm:catLst>
    <dgm:cat type="relationship" pri="31000"/>
    <dgm:cat type="cycle" pri="12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omposite">
    <dgm:varLst>
      <dgm:chMax val="1"/>
      <dgm:dir/>
      <dgm:resizeHandles val="exact"/>
    </dgm:varLst>
    <dgm:alg type="composite">
      <dgm:param type="ar" val="1"/>
    </dgm:alg>
    <dgm:shape xmlns:r="http://schemas.openxmlformats.org/officeDocument/2006/relationships" r:blip="">
      <dgm:adjLst/>
    </dgm:shape>
    <dgm:presOf/>
    <dgm:constrLst/>
    <dgm:ruleLst/>
    <dgm:layoutNode name="radial">
      <dgm:varLst>
        <dgm:animLvl val="ctr"/>
      </dgm:varLst>
      <dgm:choose name="Name0">
        <dgm:if name="Name1" func="var" arg="dir" op="equ" val="norm">
          <dgm:choose name="Name2">
            <dgm:if name="Name3" axis="ch ch" ptType="node node" st="1 1" cnt="1 0" func="cnt" op="lte" val="1">
              <dgm:alg type="cycle">
                <dgm:param type="stAng" val="90"/>
                <dgm:param type="spanAng" val="360"/>
                <dgm:param type="ctrShpMap" val="fNode"/>
              </dgm:alg>
            </dgm:if>
            <dgm:else name="Name4">
              <dgm:alg type="cycle">
                <dgm:param type="stAng" val="0"/>
                <dgm:param type="spanAng" val="360"/>
                <dgm:param type="ctrShpMap" val="fNode"/>
              </dgm:alg>
            </dgm:else>
          </dgm:choose>
        </dgm:if>
        <dgm:else name="Name5">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h" for="ch" forName="centerShape" refType="h"/>
        <dgm:constr type="w" for="ch" forName="node" refType="w" fact="0.5"/>
        <dgm:constr type="h" for="ch" forName="node" refType="h" fact="0.5"/>
        <dgm:constr type="sp" refType="w" refFor="ch" refForName="node" fact="-0.2"/>
        <dgm:constr type="sibSp" refType="w" refFor="ch" refForName="node" fact="-0.2"/>
        <dgm:constr type="primFontSz" for="ch" forName="centerShape" val="65"/>
        <dgm:constr type="primFontSz" for="des" forName="node" val="65"/>
        <dgm:constr type="primFontSz" for="ch" forName="node" refType="primFontSz" refFor="ch" refForName="centerShape" op="lte"/>
      </dgm:constrLst>
      <dgm:ruleLst/>
      <dgm:forEach name="Name6" axis="ch" ptType="node" cnt="1">
        <dgm:layoutNode name="centerShape" styleLbl="vennNode1">
          <dgm:alg type="tx"/>
          <dgm:shape xmlns:r="http://schemas.openxmlformats.org/officeDocument/2006/relationships" type="ellipse" r:blip="">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7" axis="ch" ptType="node">
          <dgm:layoutNode name="node" styleLbl="vennNode1">
            <dgm:varLst>
              <dgm:bulletEnabled val="1"/>
            </dgm:varLst>
            <dgm:alg type="tx">
              <dgm:param type="txAnchorVertCh" val="mid"/>
            </dgm:alg>
            <dgm:shape xmlns:r="http://schemas.openxmlformats.org/officeDocument/2006/relationships" type="ellipse" r:blip="">
              <dgm:adjLst/>
            </dgm:shape>
            <dgm:presOf axis="desOrSelf" ptType="node"/>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dgm:forEach>
    </dgm:layoutNode>
  </dgm:layoutNode>
</dgm:layoutDef>
</file>

<file path=ppt/diagrams/layout3.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eaLnBrk="1" fontAlgn="auto" hangingPunct="1">
              <a:spcBef>
                <a:spcPts val="0"/>
              </a:spcBef>
              <a:spcAft>
                <a:spcPts val="0"/>
              </a:spcAft>
              <a:defRPr sz="1200">
                <a:latin typeface="+mn-lt"/>
              </a:defRPr>
            </a:lvl1pPr>
          </a:lstStyle>
          <a:p>
            <a:pPr>
              <a:defRPr/>
            </a:pPr>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eaLnBrk="1" fontAlgn="auto" hangingPunct="1">
              <a:spcBef>
                <a:spcPts val="0"/>
              </a:spcBef>
              <a:spcAft>
                <a:spcPts val="0"/>
              </a:spcAft>
              <a:defRPr sz="1200" smtClean="0">
                <a:latin typeface="+mn-lt"/>
              </a:defRPr>
            </a:lvl1pPr>
          </a:lstStyle>
          <a:p>
            <a:pPr>
              <a:defRPr/>
            </a:pPr>
            <a:fld id="{C5F835E2-227D-43BA-B3A5-E9E433264387}" type="datetimeFigureOut">
              <a:rPr lang="en-US"/>
              <a:pPr>
                <a:defRPr/>
              </a:pPr>
              <a:t>4/30/2026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eaLnBrk="1" fontAlgn="auto" hangingPunct="1">
              <a:spcBef>
                <a:spcPts val="0"/>
              </a:spcBef>
              <a:spcAft>
                <a:spcPts val="0"/>
              </a:spcAft>
              <a:defRPr sz="1200">
                <a:latin typeface="+mn-lt"/>
              </a:defRPr>
            </a:lvl1pPr>
          </a:lstStyle>
          <a:p>
            <a:pPr>
              <a:defRPr/>
            </a:pPr>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eaLnBrk="1" fontAlgn="auto" hangingPunct="1">
              <a:spcBef>
                <a:spcPts val="0"/>
              </a:spcBef>
              <a:spcAft>
                <a:spcPts val="0"/>
              </a:spcAft>
              <a:defRPr sz="1200" smtClean="0">
                <a:latin typeface="+mn-lt"/>
              </a:defRPr>
            </a:lvl1pPr>
          </a:lstStyle>
          <a:p>
            <a:pPr>
              <a:defRPr/>
            </a:pPr>
            <a:fld id="{F5F5882C-B867-4FE7-97C9-87FBF93DC802}" type="slidenum">
              <a:rPr lang="en-US"/>
              <a:pPr>
                <a:defRPr/>
              </a:pPr>
              <a:t>‹N›</a:t>
            </a:fld>
            <a:endParaRPr lang="en-US"/>
          </a:p>
        </p:txBody>
      </p:sp>
    </p:spTree>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mn-lt"/>
        <a:ea typeface="+mn-ea"/>
        <a:cs typeface="+mn-cs"/>
      </a:defRPr>
    </a:lvl1pPr>
    <a:lvl2pPr marL="457200" algn="l" rtl="0" fontAlgn="base">
      <a:spcBef>
        <a:spcPct val="30000"/>
      </a:spcBef>
      <a:spcAft>
        <a:spcPct val="0"/>
      </a:spcAft>
      <a:defRPr sz="1200" kern="1200">
        <a:solidFill>
          <a:schemeClr val="tx1"/>
        </a:solidFill>
        <a:latin typeface="+mn-lt"/>
        <a:ea typeface="+mn-ea"/>
        <a:cs typeface="+mn-cs"/>
      </a:defRPr>
    </a:lvl2pPr>
    <a:lvl3pPr marL="914400" algn="l" rtl="0" fontAlgn="base">
      <a:spcBef>
        <a:spcPct val="30000"/>
      </a:spcBef>
      <a:spcAft>
        <a:spcPct val="0"/>
      </a:spcAft>
      <a:defRPr sz="1200" kern="1200">
        <a:solidFill>
          <a:schemeClr val="tx1"/>
        </a:solidFill>
        <a:latin typeface="+mn-lt"/>
        <a:ea typeface="+mn-ea"/>
        <a:cs typeface="+mn-cs"/>
      </a:defRPr>
    </a:lvl3pPr>
    <a:lvl4pPr marL="1371600" algn="l" rtl="0" fontAlgn="base">
      <a:spcBef>
        <a:spcPct val="30000"/>
      </a:spcBef>
      <a:spcAft>
        <a:spcPct val="0"/>
      </a:spcAft>
      <a:defRPr sz="1200" kern="1200">
        <a:solidFill>
          <a:schemeClr val="tx1"/>
        </a:solidFill>
        <a:latin typeface="+mn-lt"/>
        <a:ea typeface="+mn-ea"/>
        <a:cs typeface="+mn-cs"/>
      </a:defRPr>
    </a:lvl4pPr>
    <a:lvl5pPr marL="1828800" algn="l" rtl="0" fontAlgn="base">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dirty="0"/>
          </a:p>
        </p:txBody>
      </p:sp>
      <p:sp>
        <p:nvSpPr>
          <p:cNvPr id="4" name="Segnaposto numero diapositiva 3"/>
          <p:cNvSpPr>
            <a:spLocks noGrp="1"/>
          </p:cNvSpPr>
          <p:nvPr>
            <p:ph type="sldNum" sz="quarter" idx="10"/>
          </p:nvPr>
        </p:nvSpPr>
        <p:spPr/>
        <p:txBody>
          <a:bodyPr/>
          <a:lstStyle/>
          <a:p>
            <a:pPr>
              <a:defRPr/>
            </a:pPr>
            <a:fld id="{F5F5882C-B867-4FE7-97C9-87FBF93DC802}" type="slidenum">
              <a:rPr lang="en-US" smtClean="0"/>
              <a:pPr>
                <a:defRPr/>
              </a:pPr>
              <a:t>1</a:t>
            </a:fld>
            <a:endParaRPr lang="en-US"/>
          </a:p>
        </p:txBody>
      </p:sp>
    </p:spTree>
    <p:extLst>
      <p:ext uri="{BB962C8B-B14F-4D97-AF65-F5344CB8AC3E}">
        <p14:creationId xmlns:p14="http://schemas.microsoft.com/office/powerpoint/2010/main" val="15511643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3DE497-2A33-2E10-4CC7-09311E2FBC3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1363317-06EB-6696-FEA8-EAA97FECBDD5}"/>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746AC196-75D7-4A38-27B5-2061E757A338}"/>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C4DD7A30-1907-EE86-ECA3-4753EF99E867}"/>
              </a:ext>
            </a:extLst>
          </p:cNvPr>
          <p:cNvSpPr>
            <a:spLocks noGrp="1"/>
          </p:cNvSpPr>
          <p:nvPr>
            <p:ph type="sldNum" sz="quarter" idx="5"/>
          </p:nvPr>
        </p:nvSpPr>
        <p:spPr/>
        <p:txBody>
          <a:bodyPr/>
          <a:lstStyle/>
          <a:p>
            <a:pPr>
              <a:defRPr/>
            </a:pPr>
            <a:fld id="{F5F5882C-B867-4FE7-97C9-87FBF93DC802}" type="slidenum">
              <a:rPr lang="en-US" smtClean="0"/>
              <a:pPr>
                <a:defRPr/>
              </a:pPr>
              <a:t>2</a:t>
            </a:fld>
            <a:endParaRPr lang="en-US"/>
          </a:p>
        </p:txBody>
      </p:sp>
    </p:spTree>
    <p:extLst>
      <p:ext uri="{BB962C8B-B14F-4D97-AF65-F5344CB8AC3E}">
        <p14:creationId xmlns:p14="http://schemas.microsoft.com/office/powerpoint/2010/main" val="34691640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3DE497-2A33-2E10-4CC7-09311E2FBC3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1363317-06EB-6696-FEA8-EAA97FECBDD5}"/>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746AC196-75D7-4A38-27B5-2061E757A338}"/>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C4DD7A30-1907-EE86-ECA3-4753EF99E867}"/>
              </a:ext>
            </a:extLst>
          </p:cNvPr>
          <p:cNvSpPr>
            <a:spLocks noGrp="1"/>
          </p:cNvSpPr>
          <p:nvPr>
            <p:ph type="sldNum" sz="quarter" idx="5"/>
          </p:nvPr>
        </p:nvSpPr>
        <p:spPr/>
        <p:txBody>
          <a:bodyPr/>
          <a:lstStyle/>
          <a:p>
            <a:pPr>
              <a:defRPr/>
            </a:pPr>
            <a:fld id="{F5F5882C-B867-4FE7-97C9-87FBF93DC802}" type="slidenum">
              <a:rPr lang="en-US" smtClean="0"/>
              <a:pPr>
                <a:defRPr/>
              </a:pPr>
              <a:t>3</a:t>
            </a:fld>
            <a:endParaRPr lang="en-US"/>
          </a:p>
        </p:txBody>
      </p:sp>
    </p:spTree>
    <p:extLst>
      <p:ext uri="{BB962C8B-B14F-4D97-AF65-F5344CB8AC3E}">
        <p14:creationId xmlns:p14="http://schemas.microsoft.com/office/powerpoint/2010/main" val="21458361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3DE497-2A33-2E10-4CC7-09311E2FBC3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1363317-06EB-6696-FEA8-EAA97FECBDD5}"/>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746AC196-75D7-4A38-27B5-2061E757A338}"/>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C4DD7A30-1907-EE86-ECA3-4753EF99E867}"/>
              </a:ext>
            </a:extLst>
          </p:cNvPr>
          <p:cNvSpPr>
            <a:spLocks noGrp="1"/>
          </p:cNvSpPr>
          <p:nvPr>
            <p:ph type="sldNum" sz="quarter" idx="5"/>
          </p:nvPr>
        </p:nvSpPr>
        <p:spPr/>
        <p:txBody>
          <a:bodyPr/>
          <a:lstStyle/>
          <a:p>
            <a:pPr>
              <a:defRPr/>
            </a:pPr>
            <a:fld id="{F5F5882C-B867-4FE7-97C9-87FBF93DC802}" type="slidenum">
              <a:rPr lang="en-US" smtClean="0"/>
              <a:pPr>
                <a:defRPr/>
              </a:pPr>
              <a:t>4</a:t>
            </a:fld>
            <a:endParaRPr lang="en-US"/>
          </a:p>
        </p:txBody>
      </p:sp>
    </p:spTree>
    <p:extLst>
      <p:ext uri="{BB962C8B-B14F-4D97-AF65-F5344CB8AC3E}">
        <p14:creationId xmlns:p14="http://schemas.microsoft.com/office/powerpoint/2010/main" val="342920016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3DE497-2A33-2E10-4CC7-09311E2FBC3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1363317-06EB-6696-FEA8-EAA97FECBDD5}"/>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746AC196-75D7-4A38-27B5-2061E757A338}"/>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C4DD7A30-1907-EE86-ECA3-4753EF99E867}"/>
              </a:ext>
            </a:extLst>
          </p:cNvPr>
          <p:cNvSpPr>
            <a:spLocks noGrp="1"/>
          </p:cNvSpPr>
          <p:nvPr>
            <p:ph type="sldNum" sz="quarter" idx="5"/>
          </p:nvPr>
        </p:nvSpPr>
        <p:spPr/>
        <p:txBody>
          <a:bodyPr/>
          <a:lstStyle/>
          <a:p>
            <a:pPr>
              <a:defRPr/>
            </a:pPr>
            <a:fld id="{F5F5882C-B867-4FE7-97C9-87FBF93DC802}" type="slidenum">
              <a:rPr lang="en-US" smtClean="0"/>
              <a:pPr>
                <a:defRPr/>
              </a:pPr>
              <a:t>5</a:t>
            </a:fld>
            <a:endParaRPr lang="en-US"/>
          </a:p>
        </p:txBody>
      </p:sp>
    </p:spTree>
    <p:extLst>
      <p:ext uri="{BB962C8B-B14F-4D97-AF65-F5344CB8AC3E}">
        <p14:creationId xmlns:p14="http://schemas.microsoft.com/office/powerpoint/2010/main" val="77407376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3DE497-2A33-2E10-4CC7-09311E2FBC3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1363317-06EB-6696-FEA8-EAA97FECBDD5}"/>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746AC196-75D7-4A38-27B5-2061E757A338}"/>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C4DD7A30-1907-EE86-ECA3-4753EF99E867}"/>
              </a:ext>
            </a:extLst>
          </p:cNvPr>
          <p:cNvSpPr>
            <a:spLocks noGrp="1"/>
          </p:cNvSpPr>
          <p:nvPr>
            <p:ph type="sldNum" sz="quarter" idx="5"/>
          </p:nvPr>
        </p:nvSpPr>
        <p:spPr/>
        <p:txBody>
          <a:bodyPr/>
          <a:lstStyle/>
          <a:p>
            <a:pPr>
              <a:defRPr/>
            </a:pPr>
            <a:fld id="{F5F5882C-B867-4FE7-97C9-87FBF93DC802}" type="slidenum">
              <a:rPr lang="en-US" smtClean="0"/>
              <a:pPr>
                <a:defRPr/>
              </a:pPr>
              <a:t>6</a:t>
            </a:fld>
            <a:endParaRPr lang="en-US"/>
          </a:p>
        </p:txBody>
      </p:sp>
    </p:spTree>
    <p:extLst>
      <p:ext uri="{BB962C8B-B14F-4D97-AF65-F5344CB8AC3E}">
        <p14:creationId xmlns:p14="http://schemas.microsoft.com/office/powerpoint/2010/main" val="20923833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3DE497-2A33-2E10-4CC7-09311E2FBC3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1363317-06EB-6696-FEA8-EAA97FECBDD5}"/>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746AC196-75D7-4A38-27B5-2061E757A338}"/>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C4DD7A30-1907-EE86-ECA3-4753EF99E867}"/>
              </a:ext>
            </a:extLst>
          </p:cNvPr>
          <p:cNvSpPr>
            <a:spLocks noGrp="1"/>
          </p:cNvSpPr>
          <p:nvPr>
            <p:ph type="sldNum" sz="quarter" idx="5"/>
          </p:nvPr>
        </p:nvSpPr>
        <p:spPr/>
        <p:txBody>
          <a:bodyPr/>
          <a:lstStyle/>
          <a:p>
            <a:pPr>
              <a:defRPr/>
            </a:pPr>
            <a:fld id="{F5F5882C-B867-4FE7-97C9-87FBF93DC802}" type="slidenum">
              <a:rPr lang="en-US" smtClean="0"/>
              <a:pPr>
                <a:defRPr/>
              </a:pPr>
              <a:t>7</a:t>
            </a:fld>
            <a:endParaRPr lang="en-US"/>
          </a:p>
        </p:txBody>
      </p:sp>
    </p:spTree>
    <p:extLst>
      <p:ext uri="{BB962C8B-B14F-4D97-AF65-F5344CB8AC3E}">
        <p14:creationId xmlns:p14="http://schemas.microsoft.com/office/powerpoint/2010/main" val="25439624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3DE497-2A33-2E10-4CC7-09311E2FBC3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1363317-06EB-6696-FEA8-EAA97FECBDD5}"/>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746AC196-75D7-4A38-27B5-2061E757A338}"/>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C4DD7A30-1907-EE86-ECA3-4753EF99E867}"/>
              </a:ext>
            </a:extLst>
          </p:cNvPr>
          <p:cNvSpPr>
            <a:spLocks noGrp="1"/>
          </p:cNvSpPr>
          <p:nvPr>
            <p:ph type="sldNum" sz="quarter" idx="5"/>
          </p:nvPr>
        </p:nvSpPr>
        <p:spPr/>
        <p:txBody>
          <a:bodyPr/>
          <a:lstStyle/>
          <a:p>
            <a:pPr>
              <a:defRPr/>
            </a:pPr>
            <a:fld id="{F5F5882C-B867-4FE7-97C9-87FBF93DC802}" type="slidenum">
              <a:rPr lang="en-US" smtClean="0"/>
              <a:pPr>
                <a:defRPr/>
              </a:pPr>
              <a:t>8</a:t>
            </a:fld>
            <a:endParaRPr lang="en-US"/>
          </a:p>
        </p:txBody>
      </p:sp>
    </p:spTree>
    <p:extLst>
      <p:ext uri="{BB962C8B-B14F-4D97-AF65-F5344CB8AC3E}">
        <p14:creationId xmlns:p14="http://schemas.microsoft.com/office/powerpoint/2010/main" val="32337827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3DE497-2A33-2E10-4CC7-09311E2FBC3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1363317-06EB-6696-FEA8-EAA97FECBDD5}"/>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746AC196-75D7-4A38-27B5-2061E757A338}"/>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C4DD7A30-1907-EE86-ECA3-4753EF99E867}"/>
              </a:ext>
            </a:extLst>
          </p:cNvPr>
          <p:cNvSpPr>
            <a:spLocks noGrp="1"/>
          </p:cNvSpPr>
          <p:nvPr>
            <p:ph type="sldNum" sz="quarter" idx="5"/>
          </p:nvPr>
        </p:nvSpPr>
        <p:spPr/>
        <p:txBody>
          <a:bodyPr/>
          <a:lstStyle/>
          <a:p>
            <a:pPr>
              <a:defRPr/>
            </a:pPr>
            <a:fld id="{F5F5882C-B867-4FE7-97C9-87FBF93DC802}" type="slidenum">
              <a:rPr lang="en-US" smtClean="0"/>
              <a:pPr>
                <a:defRPr/>
              </a:pPr>
              <a:t>9</a:t>
            </a:fld>
            <a:endParaRPr lang="en-US"/>
          </a:p>
        </p:txBody>
      </p:sp>
    </p:spTree>
    <p:extLst>
      <p:ext uri="{BB962C8B-B14F-4D97-AF65-F5344CB8AC3E}">
        <p14:creationId xmlns:p14="http://schemas.microsoft.com/office/powerpoint/2010/main" val="337711503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3DE497-2A33-2E10-4CC7-09311E2FBC3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1363317-06EB-6696-FEA8-EAA97FECBDD5}"/>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746AC196-75D7-4A38-27B5-2061E757A338}"/>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C4DD7A30-1907-EE86-ECA3-4753EF99E867}"/>
              </a:ext>
            </a:extLst>
          </p:cNvPr>
          <p:cNvSpPr>
            <a:spLocks noGrp="1"/>
          </p:cNvSpPr>
          <p:nvPr>
            <p:ph type="sldNum" sz="quarter" idx="5"/>
          </p:nvPr>
        </p:nvSpPr>
        <p:spPr/>
        <p:txBody>
          <a:bodyPr/>
          <a:lstStyle/>
          <a:p>
            <a:pPr>
              <a:defRPr/>
            </a:pPr>
            <a:fld id="{F5F5882C-B867-4FE7-97C9-87FBF93DC802}" type="slidenum">
              <a:rPr lang="en-US" smtClean="0"/>
              <a:pPr>
                <a:defRPr/>
              </a:pPr>
              <a:t>10</a:t>
            </a:fld>
            <a:endParaRPr lang="en-US"/>
          </a:p>
        </p:txBody>
      </p:sp>
    </p:spTree>
    <p:extLst>
      <p:ext uri="{BB962C8B-B14F-4D97-AF65-F5344CB8AC3E}">
        <p14:creationId xmlns:p14="http://schemas.microsoft.com/office/powerpoint/2010/main" val="253893973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3DE497-2A33-2E10-4CC7-09311E2FBC3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1363317-06EB-6696-FEA8-EAA97FECBDD5}"/>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746AC196-75D7-4A38-27B5-2061E757A338}"/>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C4DD7A30-1907-EE86-ECA3-4753EF99E867}"/>
              </a:ext>
            </a:extLst>
          </p:cNvPr>
          <p:cNvSpPr>
            <a:spLocks noGrp="1"/>
          </p:cNvSpPr>
          <p:nvPr>
            <p:ph type="sldNum" sz="quarter" idx="5"/>
          </p:nvPr>
        </p:nvSpPr>
        <p:spPr/>
        <p:txBody>
          <a:bodyPr/>
          <a:lstStyle/>
          <a:p>
            <a:pPr>
              <a:defRPr/>
            </a:pPr>
            <a:fld id="{F5F5882C-B867-4FE7-97C9-87FBF93DC802}" type="slidenum">
              <a:rPr lang="en-US" smtClean="0"/>
              <a:pPr>
                <a:defRPr/>
              </a:pPr>
              <a:t>11</a:t>
            </a:fld>
            <a:endParaRPr lang="en-US"/>
          </a:p>
        </p:txBody>
      </p:sp>
    </p:spTree>
    <p:extLst>
      <p:ext uri="{BB962C8B-B14F-4D97-AF65-F5344CB8AC3E}">
        <p14:creationId xmlns:p14="http://schemas.microsoft.com/office/powerpoint/2010/main" val="225610103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3DE497-2A33-2E10-4CC7-09311E2FBC3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1363317-06EB-6696-FEA8-EAA97FECBDD5}"/>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746AC196-75D7-4A38-27B5-2061E757A338}"/>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C4DD7A30-1907-EE86-ECA3-4753EF99E867}"/>
              </a:ext>
            </a:extLst>
          </p:cNvPr>
          <p:cNvSpPr>
            <a:spLocks noGrp="1"/>
          </p:cNvSpPr>
          <p:nvPr>
            <p:ph type="sldNum" sz="quarter" idx="5"/>
          </p:nvPr>
        </p:nvSpPr>
        <p:spPr/>
        <p:txBody>
          <a:bodyPr/>
          <a:lstStyle/>
          <a:p>
            <a:pPr>
              <a:defRPr/>
            </a:pPr>
            <a:fld id="{F5F5882C-B867-4FE7-97C9-87FBF93DC802}" type="slidenum">
              <a:rPr lang="en-US" smtClean="0"/>
              <a:pPr>
                <a:defRPr/>
              </a:pPr>
              <a:t>12</a:t>
            </a:fld>
            <a:endParaRPr lang="en-US"/>
          </a:p>
        </p:txBody>
      </p:sp>
    </p:spTree>
    <p:extLst>
      <p:ext uri="{BB962C8B-B14F-4D97-AF65-F5344CB8AC3E}">
        <p14:creationId xmlns:p14="http://schemas.microsoft.com/office/powerpoint/2010/main" val="305951031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3DE497-2A33-2E10-4CC7-09311E2FBC3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1363317-06EB-6696-FEA8-EAA97FECBDD5}"/>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746AC196-75D7-4A38-27B5-2061E757A338}"/>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C4DD7A30-1907-EE86-ECA3-4753EF99E867}"/>
              </a:ext>
            </a:extLst>
          </p:cNvPr>
          <p:cNvSpPr>
            <a:spLocks noGrp="1"/>
          </p:cNvSpPr>
          <p:nvPr>
            <p:ph type="sldNum" sz="quarter" idx="5"/>
          </p:nvPr>
        </p:nvSpPr>
        <p:spPr/>
        <p:txBody>
          <a:bodyPr/>
          <a:lstStyle/>
          <a:p>
            <a:pPr>
              <a:defRPr/>
            </a:pPr>
            <a:fld id="{F5F5882C-B867-4FE7-97C9-87FBF93DC802}" type="slidenum">
              <a:rPr lang="en-US" smtClean="0"/>
              <a:pPr>
                <a:defRPr/>
              </a:pPr>
              <a:t>13</a:t>
            </a:fld>
            <a:endParaRPr lang="en-US"/>
          </a:p>
        </p:txBody>
      </p:sp>
    </p:spTree>
    <p:extLst>
      <p:ext uri="{BB962C8B-B14F-4D97-AF65-F5344CB8AC3E}">
        <p14:creationId xmlns:p14="http://schemas.microsoft.com/office/powerpoint/2010/main" val="379143222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3DE497-2A33-2E10-4CC7-09311E2FBC3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1363317-06EB-6696-FEA8-EAA97FECBDD5}"/>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746AC196-75D7-4A38-27B5-2061E757A338}"/>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C4DD7A30-1907-EE86-ECA3-4753EF99E867}"/>
              </a:ext>
            </a:extLst>
          </p:cNvPr>
          <p:cNvSpPr>
            <a:spLocks noGrp="1"/>
          </p:cNvSpPr>
          <p:nvPr>
            <p:ph type="sldNum" sz="quarter" idx="5"/>
          </p:nvPr>
        </p:nvSpPr>
        <p:spPr/>
        <p:txBody>
          <a:bodyPr/>
          <a:lstStyle/>
          <a:p>
            <a:pPr>
              <a:defRPr/>
            </a:pPr>
            <a:fld id="{F5F5882C-B867-4FE7-97C9-87FBF93DC802}" type="slidenum">
              <a:rPr lang="en-US" smtClean="0"/>
              <a:pPr>
                <a:defRPr/>
              </a:pPr>
              <a:t>14</a:t>
            </a:fld>
            <a:endParaRPr lang="en-US"/>
          </a:p>
        </p:txBody>
      </p:sp>
    </p:spTree>
    <p:extLst>
      <p:ext uri="{BB962C8B-B14F-4D97-AF65-F5344CB8AC3E}">
        <p14:creationId xmlns:p14="http://schemas.microsoft.com/office/powerpoint/2010/main" val="96097271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3DE497-2A33-2E10-4CC7-09311E2FBC3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1363317-06EB-6696-FEA8-EAA97FECBDD5}"/>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746AC196-75D7-4A38-27B5-2061E757A338}"/>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C4DD7A30-1907-EE86-ECA3-4753EF99E867}"/>
              </a:ext>
            </a:extLst>
          </p:cNvPr>
          <p:cNvSpPr>
            <a:spLocks noGrp="1"/>
          </p:cNvSpPr>
          <p:nvPr>
            <p:ph type="sldNum" sz="quarter" idx="5"/>
          </p:nvPr>
        </p:nvSpPr>
        <p:spPr/>
        <p:txBody>
          <a:bodyPr/>
          <a:lstStyle/>
          <a:p>
            <a:pPr>
              <a:defRPr/>
            </a:pPr>
            <a:fld id="{F5F5882C-B867-4FE7-97C9-87FBF93DC802}" type="slidenum">
              <a:rPr lang="en-US" smtClean="0"/>
              <a:pPr>
                <a:defRPr/>
              </a:pPr>
              <a:t>15</a:t>
            </a:fld>
            <a:endParaRPr lang="en-US"/>
          </a:p>
        </p:txBody>
      </p:sp>
    </p:spTree>
    <p:extLst>
      <p:ext uri="{BB962C8B-B14F-4D97-AF65-F5344CB8AC3E}">
        <p14:creationId xmlns:p14="http://schemas.microsoft.com/office/powerpoint/2010/main" val="370983412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3DE497-2A33-2E10-4CC7-09311E2FBC3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1363317-06EB-6696-FEA8-EAA97FECBDD5}"/>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746AC196-75D7-4A38-27B5-2061E757A338}"/>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C4DD7A30-1907-EE86-ECA3-4753EF99E867}"/>
              </a:ext>
            </a:extLst>
          </p:cNvPr>
          <p:cNvSpPr>
            <a:spLocks noGrp="1"/>
          </p:cNvSpPr>
          <p:nvPr>
            <p:ph type="sldNum" sz="quarter" idx="5"/>
          </p:nvPr>
        </p:nvSpPr>
        <p:spPr/>
        <p:txBody>
          <a:bodyPr/>
          <a:lstStyle/>
          <a:p>
            <a:pPr>
              <a:defRPr/>
            </a:pPr>
            <a:fld id="{F5F5882C-B867-4FE7-97C9-87FBF93DC802}" type="slidenum">
              <a:rPr lang="en-US" smtClean="0"/>
              <a:pPr>
                <a:defRPr/>
              </a:pPr>
              <a:t>16</a:t>
            </a:fld>
            <a:endParaRPr lang="en-US"/>
          </a:p>
        </p:txBody>
      </p:sp>
    </p:spTree>
    <p:extLst>
      <p:ext uri="{BB962C8B-B14F-4D97-AF65-F5344CB8AC3E}">
        <p14:creationId xmlns:p14="http://schemas.microsoft.com/office/powerpoint/2010/main" val="17225838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3DE497-2A33-2E10-4CC7-09311E2FBC3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1363317-06EB-6696-FEA8-EAA97FECBDD5}"/>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746AC196-75D7-4A38-27B5-2061E757A338}"/>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C4DD7A30-1907-EE86-ECA3-4753EF99E867}"/>
              </a:ext>
            </a:extLst>
          </p:cNvPr>
          <p:cNvSpPr>
            <a:spLocks noGrp="1"/>
          </p:cNvSpPr>
          <p:nvPr>
            <p:ph type="sldNum" sz="quarter" idx="5"/>
          </p:nvPr>
        </p:nvSpPr>
        <p:spPr/>
        <p:txBody>
          <a:bodyPr/>
          <a:lstStyle/>
          <a:p>
            <a:pPr>
              <a:defRPr/>
            </a:pPr>
            <a:fld id="{F5F5882C-B867-4FE7-97C9-87FBF93DC802}" type="slidenum">
              <a:rPr lang="en-US" smtClean="0"/>
              <a:pPr>
                <a:defRPr/>
              </a:pPr>
              <a:t>17</a:t>
            </a:fld>
            <a:endParaRPr lang="en-US"/>
          </a:p>
        </p:txBody>
      </p:sp>
    </p:spTree>
    <p:extLst>
      <p:ext uri="{BB962C8B-B14F-4D97-AF65-F5344CB8AC3E}">
        <p14:creationId xmlns:p14="http://schemas.microsoft.com/office/powerpoint/2010/main" val="225607201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3DE497-2A33-2E10-4CC7-09311E2FBC3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1363317-06EB-6696-FEA8-EAA97FECBDD5}"/>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746AC196-75D7-4A38-27B5-2061E757A338}"/>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C4DD7A30-1907-EE86-ECA3-4753EF99E867}"/>
              </a:ext>
            </a:extLst>
          </p:cNvPr>
          <p:cNvSpPr>
            <a:spLocks noGrp="1"/>
          </p:cNvSpPr>
          <p:nvPr>
            <p:ph type="sldNum" sz="quarter" idx="5"/>
          </p:nvPr>
        </p:nvSpPr>
        <p:spPr/>
        <p:txBody>
          <a:bodyPr/>
          <a:lstStyle/>
          <a:p>
            <a:pPr>
              <a:defRPr/>
            </a:pPr>
            <a:fld id="{F5F5882C-B867-4FE7-97C9-87FBF93DC802}" type="slidenum">
              <a:rPr lang="en-US" smtClean="0"/>
              <a:pPr>
                <a:defRPr/>
              </a:pPr>
              <a:t>18</a:t>
            </a:fld>
            <a:endParaRPr lang="en-US"/>
          </a:p>
        </p:txBody>
      </p:sp>
    </p:spTree>
    <p:extLst>
      <p:ext uri="{BB962C8B-B14F-4D97-AF65-F5344CB8AC3E}">
        <p14:creationId xmlns:p14="http://schemas.microsoft.com/office/powerpoint/2010/main" val="92412820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3DE497-2A33-2E10-4CC7-09311E2FBC3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1363317-06EB-6696-FEA8-EAA97FECBDD5}"/>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746AC196-75D7-4A38-27B5-2061E757A338}"/>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C4DD7A30-1907-EE86-ECA3-4753EF99E867}"/>
              </a:ext>
            </a:extLst>
          </p:cNvPr>
          <p:cNvSpPr>
            <a:spLocks noGrp="1"/>
          </p:cNvSpPr>
          <p:nvPr>
            <p:ph type="sldNum" sz="quarter" idx="5"/>
          </p:nvPr>
        </p:nvSpPr>
        <p:spPr/>
        <p:txBody>
          <a:bodyPr/>
          <a:lstStyle/>
          <a:p>
            <a:pPr>
              <a:defRPr/>
            </a:pPr>
            <a:fld id="{F5F5882C-B867-4FE7-97C9-87FBF93DC802}" type="slidenum">
              <a:rPr lang="en-US" smtClean="0"/>
              <a:pPr>
                <a:defRPr/>
              </a:pPr>
              <a:t>19</a:t>
            </a:fld>
            <a:endParaRPr lang="en-US"/>
          </a:p>
        </p:txBody>
      </p:sp>
    </p:spTree>
    <p:extLst>
      <p:ext uri="{BB962C8B-B14F-4D97-AF65-F5344CB8AC3E}">
        <p14:creationId xmlns:p14="http://schemas.microsoft.com/office/powerpoint/2010/main" val="204615379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3DE497-2A33-2E10-4CC7-09311E2FBC3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1363317-06EB-6696-FEA8-EAA97FECBDD5}"/>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746AC196-75D7-4A38-27B5-2061E757A338}"/>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C4DD7A30-1907-EE86-ECA3-4753EF99E867}"/>
              </a:ext>
            </a:extLst>
          </p:cNvPr>
          <p:cNvSpPr>
            <a:spLocks noGrp="1"/>
          </p:cNvSpPr>
          <p:nvPr>
            <p:ph type="sldNum" sz="quarter" idx="5"/>
          </p:nvPr>
        </p:nvSpPr>
        <p:spPr/>
        <p:txBody>
          <a:bodyPr/>
          <a:lstStyle/>
          <a:p>
            <a:pPr>
              <a:defRPr/>
            </a:pPr>
            <a:fld id="{F5F5882C-B867-4FE7-97C9-87FBF93DC802}" type="slidenum">
              <a:rPr lang="en-US" smtClean="0"/>
              <a:pPr>
                <a:defRPr/>
              </a:pPr>
              <a:t>20</a:t>
            </a:fld>
            <a:endParaRPr lang="en-US"/>
          </a:p>
        </p:txBody>
      </p:sp>
    </p:spTree>
    <p:extLst>
      <p:ext uri="{BB962C8B-B14F-4D97-AF65-F5344CB8AC3E}">
        <p14:creationId xmlns:p14="http://schemas.microsoft.com/office/powerpoint/2010/main" val="378342330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3DE497-2A33-2E10-4CC7-09311E2FBC3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1363317-06EB-6696-FEA8-EAA97FECBDD5}"/>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746AC196-75D7-4A38-27B5-2061E757A338}"/>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C4DD7A30-1907-EE86-ECA3-4753EF99E867}"/>
              </a:ext>
            </a:extLst>
          </p:cNvPr>
          <p:cNvSpPr>
            <a:spLocks noGrp="1"/>
          </p:cNvSpPr>
          <p:nvPr>
            <p:ph type="sldNum" sz="quarter" idx="5"/>
          </p:nvPr>
        </p:nvSpPr>
        <p:spPr/>
        <p:txBody>
          <a:bodyPr/>
          <a:lstStyle/>
          <a:p>
            <a:pPr>
              <a:defRPr/>
            </a:pPr>
            <a:fld id="{F5F5882C-B867-4FE7-97C9-87FBF93DC802}" type="slidenum">
              <a:rPr lang="en-US" smtClean="0"/>
              <a:pPr>
                <a:defRPr/>
              </a:pPr>
              <a:t>21</a:t>
            </a:fld>
            <a:endParaRPr lang="en-US"/>
          </a:p>
        </p:txBody>
      </p:sp>
    </p:spTree>
    <p:extLst>
      <p:ext uri="{BB962C8B-B14F-4D97-AF65-F5344CB8AC3E}">
        <p14:creationId xmlns:p14="http://schemas.microsoft.com/office/powerpoint/2010/main" val="418041121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3DE497-2A33-2E10-4CC7-09311E2FBC3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1363317-06EB-6696-FEA8-EAA97FECBDD5}"/>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746AC196-75D7-4A38-27B5-2061E757A338}"/>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C4DD7A30-1907-EE86-ECA3-4753EF99E867}"/>
              </a:ext>
            </a:extLst>
          </p:cNvPr>
          <p:cNvSpPr>
            <a:spLocks noGrp="1"/>
          </p:cNvSpPr>
          <p:nvPr>
            <p:ph type="sldNum" sz="quarter" idx="5"/>
          </p:nvPr>
        </p:nvSpPr>
        <p:spPr/>
        <p:txBody>
          <a:bodyPr/>
          <a:lstStyle/>
          <a:p>
            <a:pPr>
              <a:defRPr/>
            </a:pPr>
            <a:fld id="{F5F5882C-B867-4FE7-97C9-87FBF93DC802}" type="slidenum">
              <a:rPr lang="en-US" smtClean="0"/>
              <a:pPr>
                <a:defRPr/>
              </a:pPr>
              <a:t>22</a:t>
            </a:fld>
            <a:endParaRPr lang="en-US"/>
          </a:p>
        </p:txBody>
      </p:sp>
    </p:spTree>
    <p:extLst>
      <p:ext uri="{BB962C8B-B14F-4D97-AF65-F5344CB8AC3E}">
        <p14:creationId xmlns:p14="http://schemas.microsoft.com/office/powerpoint/2010/main" val="245000033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3DE497-2A33-2E10-4CC7-09311E2FBC3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1363317-06EB-6696-FEA8-EAA97FECBDD5}"/>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746AC196-75D7-4A38-27B5-2061E757A338}"/>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C4DD7A30-1907-EE86-ECA3-4753EF99E867}"/>
              </a:ext>
            </a:extLst>
          </p:cNvPr>
          <p:cNvSpPr>
            <a:spLocks noGrp="1"/>
          </p:cNvSpPr>
          <p:nvPr>
            <p:ph type="sldNum" sz="quarter" idx="5"/>
          </p:nvPr>
        </p:nvSpPr>
        <p:spPr/>
        <p:txBody>
          <a:bodyPr/>
          <a:lstStyle/>
          <a:p>
            <a:pPr>
              <a:defRPr/>
            </a:pPr>
            <a:fld id="{F5F5882C-B867-4FE7-97C9-87FBF93DC802}" type="slidenum">
              <a:rPr lang="en-US" smtClean="0"/>
              <a:pPr>
                <a:defRPr/>
              </a:pPr>
              <a:t>23</a:t>
            </a:fld>
            <a:endParaRPr lang="en-US"/>
          </a:p>
        </p:txBody>
      </p:sp>
    </p:spTree>
    <p:extLst>
      <p:ext uri="{BB962C8B-B14F-4D97-AF65-F5344CB8AC3E}">
        <p14:creationId xmlns:p14="http://schemas.microsoft.com/office/powerpoint/2010/main" val="416022109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3DE497-2A33-2E10-4CC7-09311E2FBC3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1363317-06EB-6696-FEA8-EAA97FECBDD5}"/>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746AC196-75D7-4A38-27B5-2061E757A338}"/>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C4DD7A30-1907-EE86-ECA3-4753EF99E867}"/>
              </a:ext>
            </a:extLst>
          </p:cNvPr>
          <p:cNvSpPr>
            <a:spLocks noGrp="1"/>
          </p:cNvSpPr>
          <p:nvPr>
            <p:ph type="sldNum" sz="quarter" idx="5"/>
          </p:nvPr>
        </p:nvSpPr>
        <p:spPr/>
        <p:txBody>
          <a:bodyPr/>
          <a:lstStyle/>
          <a:p>
            <a:pPr>
              <a:defRPr/>
            </a:pPr>
            <a:fld id="{F5F5882C-B867-4FE7-97C9-87FBF93DC802}" type="slidenum">
              <a:rPr lang="en-US" smtClean="0"/>
              <a:pPr>
                <a:defRPr/>
              </a:pPr>
              <a:t>24</a:t>
            </a:fld>
            <a:endParaRPr lang="en-US"/>
          </a:p>
        </p:txBody>
      </p:sp>
    </p:spTree>
    <p:extLst>
      <p:ext uri="{BB962C8B-B14F-4D97-AF65-F5344CB8AC3E}">
        <p14:creationId xmlns:p14="http://schemas.microsoft.com/office/powerpoint/2010/main" val="423860800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3DE497-2A33-2E10-4CC7-09311E2FBC3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1363317-06EB-6696-FEA8-EAA97FECBDD5}"/>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746AC196-75D7-4A38-27B5-2061E757A338}"/>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C4DD7A30-1907-EE86-ECA3-4753EF99E867}"/>
              </a:ext>
            </a:extLst>
          </p:cNvPr>
          <p:cNvSpPr>
            <a:spLocks noGrp="1"/>
          </p:cNvSpPr>
          <p:nvPr>
            <p:ph type="sldNum" sz="quarter" idx="5"/>
          </p:nvPr>
        </p:nvSpPr>
        <p:spPr/>
        <p:txBody>
          <a:bodyPr/>
          <a:lstStyle/>
          <a:p>
            <a:pPr>
              <a:defRPr/>
            </a:pPr>
            <a:fld id="{F5F5882C-B867-4FE7-97C9-87FBF93DC802}" type="slidenum">
              <a:rPr lang="en-US" smtClean="0"/>
              <a:pPr>
                <a:defRPr/>
              </a:pPr>
              <a:t>25</a:t>
            </a:fld>
            <a:endParaRPr lang="en-US"/>
          </a:p>
        </p:txBody>
      </p:sp>
    </p:spTree>
    <p:extLst>
      <p:ext uri="{BB962C8B-B14F-4D97-AF65-F5344CB8AC3E}">
        <p14:creationId xmlns:p14="http://schemas.microsoft.com/office/powerpoint/2010/main" val="401741424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3DE497-2A33-2E10-4CC7-09311E2FBC3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1363317-06EB-6696-FEA8-EAA97FECBDD5}"/>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746AC196-75D7-4A38-27B5-2061E757A338}"/>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C4DD7A30-1907-EE86-ECA3-4753EF99E867}"/>
              </a:ext>
            </a:extLst>
          </p:cNvPr>
          <p:cNvSpPr>
            <a:spLocks noGrp="1"/>
          </p:cNvSpPr>
          <p:nvPr>
            <p:ph type="sldNum" sz="quarter" idx="5"/>
          </p:nvPr>
        </p:nvSpPr>
        <p:spPr/>
        <p:txBody>
          <a:bodyPr/>
          <a:lstStyle/>
          <a:p>
            <a:pPr>
              <a:defRPr/>
            </a:pPr>
            <a:fld id="{F5F5882C-B867-4FE7-97C9-87FBF93DC802}" type="slidenum">
              <a:rPr lang="en-US" smtClean="0"/>
              <a:pPr>
                <a:defRPr/>
              </a:pPr>
              <a:t>26</a:t>
            </a:fld>
            <a:endParaRPr lang="en-US"/>
          </a:p>
        </p:txBody>
      </p:sp>
    </p:spTree>
    <p:extLst>
      <p:ext uri="{BB962C8B-B14F-4D97-AF65-F5344CB8AC3E}">
        <p14:creationId xmlns:p14="http://schemas.microsoft.com/office/powerpoint/2010/main" val="119123306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3DE497-2A33-2E10-4CC7-09311E2FBC3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1363317-06EB-6696-FEA8-EAA97FECBDD5}"/>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746AC196-75D7-4A38-27B5-2061E757A338}"/>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C4DD7A30-1907-EE86-ECA3-4753EF99E867}"/>
              </a:ext>
            </a:extLst>
          </p:cNvPr>
          <p:cNvSpPr>
            <a:spLocks noGrp="1"/>
          </p:cNvSpPr>
          <p:nvPr>
            <p:ph type="sldNum" sz="quarter" idx="5"/>
          </p:nvPr>
        </p:nvSpPr>
        <p:spPr/>
        <p:txBody>
          <a:bodyPr/>
          <a:lstStyle/>
          <a:p>
            <a:pPr>
              <a:defRPr/>
            </a:pPr>
            <a:fld id="{F5F5882C-B867-4FE7-97C9-87FBF93DC802}" type="slidenum">
              <a:rPr lang="en-US" smtClean="0"/>
              <a:pPr>
                <a:defRPr/>
              </a:pPr>
              <a:t>27</a:t>
            </a:fld>
            <a:endParaRPr lang="en-US"/>
          </a:p>
        </p:txBody>
      </p:sp>
    </p:spTree>
    <p:extLst>
      <p:ext uri="{BB962C8B-B14F-4D97-AF65-F5344CB8AC3E}">
        <p14:creationId xmlns:p14="http://schemas.microsoft.com/office/powerpoint/2010/main" val="82302690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3DE497-2A33-2E10-4CC7-09311E2FBC3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1363317-06EB-6696-FEA8-EAA97FECBDD5}"/>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746AC196-75D7-4A38-27B5-2061E757A338}"/>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C4DD7A30-1907-EE86-ECA3-4753EF99E867}"/>
              </a:ext>
            </a:extLst>
          </p:cNvPr>
          <p:cNvSpPr>
            <a:spLocks noGrp="1"/>
          </p:cNvSpPr>
          <p:nvPr>
            <p:ph type="sldNum" sz="quarter" idx="5"/>
          </p:nvPr>
        </p:nvSpPr>
        <p:spPr/>
        <p:txBody>
          <a:bodyPr/>
          <a:lstStyle/>
          <a:p>
            <a:pPr>
              <a:defRPr/>
            </a:pPr>
            <a:fld id="{F5F5882C-B867-4FE7-97C9-87FBF93DC802}" type="slidenum">
              <a:rPr lang="en-US" smtClean="0"/>
              <a:pPr>
                <a:defRPr/>
              </a:pPr>
              <a:t>28</a:t>
            </a:fld>
            <a:endParaRPr lang="en-US"/>
          </a:p>
        </p:txBody>
      </p:sp>
    </p:spTree>
    <p:extLst>
      <p:ext uri="{BB962C8B-B14F-4D97-AF65-F5344CB8AC3E}">
        <p14:creationId xmlns:p14="http://schemas.microsoft.com/office/powerpoint/2010/main" val="42245161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3DE497-2A33-2E10-4CC7-09311E2FBC3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1363317-06EB-6696-FEA8-EAA97FECBDD5}"/>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746AC196-75D7-4A38-27B5-2061E757A338}"/>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C4DD7A30-1907-EE86-ECA3-4753EF99E867}"/>
              </a:ext>
            </a:extLst>
          </p:cNvPr>
          <p:cNvSpPr>
            <a:spLocks noGrp="1"/>
          </p:cNvSpPr>
          <p:nvPr>
            <p:ph type="sldNum" sz="quarter" idx="5"/>
          </p:nvPr>
        </p:nvSpPr>
        <p:spPr/>
        <p:txBody>
          <a:bodyPr/>
          <a:lstStyle/>
          <a:p>
            <a:pPr>
              <a:defRPr/>
            </a:pPr>
            <a:fld id="{F5F5882C-B867-4FE7-97C9-87FBF93DC802}" type="slidenum">
              <a:rPr lang="en-US" smtClean="0"/>
              <a:pPr>
                <a:defRPr/>
              </a:pPr>
              <a:t>29</a:t>
            </a:fld>
            <a:endParaRPr lang="en-US"/>
          </a:p>
        </p:txBody>
      </p:sp>
    </p:spTree>
    <p:extLst>
      <p:ext uri="{BB962C8B-B14F-4D97-AF65-F5344CB8AC3E}">
        <p14:creationId xmlns:p14="http://schemas.microsoft.com/office/powerpoint/2010/main" val="376571377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3DE497-2A33-2E10-4CC7-09311E2FBC3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1363317-06EB-6696-FEA8-EAA97FECBDD5}"/>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746AC196-75D7-4A38-27B5-2061E757A338}"/>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C4DD7A30-1907-EE86-ECA3-4753EF99E867}"/>
              </a:ext>
            </a:extLst>
          </p:cNvPr>
          <p:cNvSpPr>
            <a:spLocks noGrp="1"/>
          </p:cNvSpPr>
          <p:nvPr>
            <p:ph type="sldNum" sz="quarter" idx="5"/>
          </p:nvPr>
        </p:nvSpPr>
        <p:spPr/>
        <p:txBody>
          <a:bodyPr/>
          <a:lstStyle/>
          <a:p>
            <a:pPr>
              <a:defRPr/>
            </a:pPr>
            <a:fld id="{F5F5882C-B867-4FE7-97C9-87FBF93DC802}" type="slidenum">
              <a:rPr lang="en-US" smtClean="0"/>
              <a:pPr>
                <a:defRPr/>
              </a:pPr>
              <a:t>30</a:t>
            </a:fld>
            <a:endParaRPr lang="en-US"/>
          </a:p>
        </p:txBody>
      </p:sp>
    </p:spTree>
    <p:extLst>
      <p:ext uri="{BB962C8B-B14F-4D97-AF65-F5344CB8AC3E}">
        <p14:creationId xmlns:p14="http://schemas.microsoft.com/office/powerpoint/2010/main" val="392539954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3DE497-2A33-2E10-4CC7-09311E2FBC3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1363317-06EB-6696-FEA8-EAA97FECBDD5}"/>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746AC196-75D7-4A38-27B5-2061E757A338}"/>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C4DD7A30-1907-EE86-ECA3-4753EF99E867}"/>
              </a:ext>
            </a:extLst>
          </p:cNvPr>
          <p:cNvSpPr>
            <a:spLocks noGrp="1"/>
          </p:cNvSpPr>
          <p:nvPr>
            <p:ph type="sldNum" sz="quarter" idx="5"/>
          </p:nvPr>
        </p:nvSpPr>
        <p:spPr/>
        <p:txBody>
          <a:bodyPr/>
          <a:lstStyle/>
          <a:p>
            <a:pPr>
              <a:defRPr/>
            </a:pPr>
            <a:fld id="{F5F5882C-B867-4FE7-97C9-87FBF93DC802}" type="slidenum">
              <a:rPr lang="en-US" smtClean="0"/>
              <a:pPr>
                <a:defRPr/>
              </a:pPr>
              <a:t>31</a:t>
            </a:fld>
            <a:endParaRPr lang="en-US"/>
          </a:p>
        </p:txBody>
      </p:sp>
    </p:spTree>
    <p:extLst>
      <p:ext uri="{BB962C8B-B14F-4D97-AF65-F5344CB8AC3E}">
        <p14:creationId xmlns:p14="http://schemas.microsoft.com/office/powerpoint/2010/main" val="420802170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3DE497-2A33-2E10-4CC7-09311E2FBC3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1363317-06EB-6696-FEA8-EAA97FECBDD5}"/>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746AC196-75D7-4A38-27B5-2061E757A338}"/>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C4DD7A30-1907-EE86-ECA3-4753EF99E867}"/>
              </a:ext>
            </a:extLst>
          </p:cNvPr>
          <p:cNvSpPr>
            <a:spLocks noGrp="1"/>
          </p:cNvSpPr>
          <p:nvPr>
            <p:ph type="sldNum" sz="quarter" idx="5"/>
          </p:nvPr>
        </p:nvSpPr>
        <p:spPr/>
        <p:txBody>
          <a:bodyPr/>
          <a:lstStyle/>
          <a:p>
            <a:pPr>
              <a:defRPr/>
            </a:pPr>
            <a:fld id="{F5F5882C-B867-4FE7-97C9-87FBF93DC802}" type="slidenum">
              <a:rPr lang="en-US" smtClean="0"/>
              <a:pPr>
                <a:defRPr/>
              </a:pPr>
              <a:t>32</a:t>
            </a:fld>
            <a:endParaRPr lang="en-US"/>
          </a:p>
        </p:txBody>
      </p:sp>
    </p:spTree>
    <p:extLst>
      <p:ext uri="{BB962C8B-B14F-4D97-AF65-F5344CB8AC3E}">
        <p14:creationId xmlns:p14="http://schemas.microsoft.com/office/powerpoint/2010/main" val="183642527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3DE497-2A33-2E10-4CC7-09311E2FBC3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1363317-06EB-6696-FEA8-EAA97FECBDD5}"/>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746AC196-75D7-4A38-27B5-2061E757A338}"/>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C4DD7A30-1907-EE86-ECA3-4753EF99E867}"/>
              </a:ext>
            </a:extLst>
          </p:cNvPr>
          <p:cNvSpPr>
            <a:spLocks noGrp="1"/>
          </p:cNvSpPr>
          <p:nvPr>
            <p:ph type="sldNum" sz="quarter" idx="5"/>
          </p:nvPr>
        </p:nvSpPr>
        <p:spPr/>
        <p:txBody>
          <a:bodyPr/>
          <a:lstStyle/>
          <a:p>
            <a:pPr>
              <a:defRPr/>
            </a:pPr>
            <a:fld id="{F5F5882C-B867-4FE7-97C9-87FBF93DC802}" type="slidenum">
              <a:rPr lang="en-US" smtClean="0"/>
              <a:pPr>
                <a:defRPr/>
              </a:pPr>
              <a:t>33</a:t>
            </a:fld>
            <a:endParaRPr lang="en-US"/>
          </a:p>
        </p:txBody>
      </p:sp>
    </p:spTree>
    <p:extLst>
      <p:ext uri="{BB962C8B-B14F-4D97-AF65-F5344CB8AC3E}">
        <p14:creationId xmlns:p14="http://schemas.microsoft.com/office/powerpoint/2010/main" val="304114774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3DE497-2A33-2E10-4CC7-09311E2FBC3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1363317-06EB-6696-FEA8-EAA97FECBDD5}"/>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746AC196-75D7-4A38-27B5-2061E757A338}"/>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C4DD7A30-1907-EE86-ECA3-4753EF99E867}"/>
              </a:ext>
            </a:extLst>
          </p:cNvPr>
          <p:cNvSpPr>
            <a:spLocks noGrp="1"/>
          </p:cNvSpPr>
          <p:nvPr>
            <p:ph type="sldNum" sz="quarter" idx="5"/>
          </p:nvPr>
        </p:nvSpPr>
        <p:spPr/>
        <p:txBody>
          <a:bodyPr/>
          <a:lstStyle/>
          <a:p>
            <a:pPr>
              <a:defRPr/>
            </a:pPr>
            <a:fld id="{F5F5882C-B867-4FE7-97C9-87FBF93DC802}" type="slidenum">
              <a:rPr lang="en-US" smtClean="0"/>
              <a:pPr>
                <a:defRPr/>
              </a:pPr>
              <a:t>34</a:t>
            </a:fld>
            <a:endParaRPr lang="en-US"/>
          </a:p>
        </p:txBody>
      </p:sp>
    </p:spTree>
    <p:extLst>
      <p:ext uri="{BB962C8B-B14F-4D97-AF65-F5344CB8AC3E}">
        <p14:creationId xmlns:p14="http://schemas.microsoft.com/office/powerpoint/2010/main" val="247665998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3DE497-2A33-2E10-4CC7-09311E2FBC3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1363317-06EB-6696-FEA8-EAA97FECBDD5}"/>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746AC196-75D7-4A38-27B5-2061E757A338}"/>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C4DD7A30-1907-EE86-ECA3-4753EF99E867}"/>
              </a:ext>
            </a:extLst>
          </p:cNvPr>
          <p:cNvSpPr>
            <a:spLocks noGrp="1"/>
          </p:cNvSpPr>
          <p:nvPr>
            <p:ph type="sldNum" sz="quarter" idx="5"/>
          </p:nvPr>
        </p:nvSpPr>
        <p:spPr/>
        <p:txBody>
          <a:bodyPr/>
          <a:lstStyle/>
          <a:p>
            <a:pPr>
              <a:defRPr/>
            </a:pPr>
            <a:fld id="{F5F5882C-B867-4FE7-97C9-87FBF93DC802}" type="slidenum">
              <a:rPr lang="en-US" smtClean="0"/>
              <a:pPr>
                <a:defRPr/>
              </a:pPr>
              <a:t>35</a:t>
            </a:fld>
            <a:endParaRPr lang="en-US"/>
          </a:p>
        </p:txBody>
      </p:sp>
    </p:spTree>
    <p:extLst>
      <p:ext uri="{BB962C8B-B14F-4D97-AF65-F5344CB8AC3E}">
        <p14:creationId xmlns:p14="http://schemas.microsoft.com/office/powerpoint/2010/main" val="215696974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3DE497-2A33-2E10-4CC7-09311E2FBC3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1363317-06EB-6696-FEA8-EAA97FECBDD5}"/>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746AC196-75D7-4A38-27B5-2061E757A338}"/>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C4DD7A30-1907-EE86-ECA3-4753EF99E867}"/>
              </a:ext>
            </a:extLst>
          </p:cNvPr>
          <p:cNvSpPr>
            <a:spLocks noGrp="1"/>
          </p:cNvSpPr>
          <p:nvPr>
            <p:ph type="sldNum" sz="quarter" idx="5"/>
          </p:nvPr>
        </p:nvSpPr>
        <p:spPr/>
        <p:txBody>
          <a:bodyPr/>
          <a:lstStyle/>
          <a:p>
            <a:pPr>
              <a:defRPr/>
            </a:pPr>
            <a:fld id="{F5F5882C-B867-4FE7-97C9-87FBF93DC802}" type="slidenum">
              <a:rPr lang="en-US" smtClean="0"/>
              <a:pPr>
                <a:defRPr/>
              </a:pPr>
              <a:t>36</a:t>
            </a:fld>
            <a:endParaRPr lang="en-US"/>
          </a:p>
        </p:txBody>
      </p:sp>
    </p:spTree>
    <p:extLst>
      <p:ext uri="{BB962C8B-B14F-4D97-AF65-F5344CB8AC3E}">
        <p14:creationId xmlns:p14="http://schemas.microsoft.com/office/powerpoint/2010/main" val="305955949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3DE497-2A33-2E10-4CC7-09311E2FBC3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1363317-06EB-6696-FEA8-EAA97FECBDD5}"/>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746AC196-75D7-4A38-27B5-2061E757A338}"/>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C4DD7A30-1907-EE86-ECA3-4753EF99E867}"/>
              </a:ext>
            </a:extLst>
          </p:cNvPr>
          <p:cNvSpPr>
            <a:spLocks noGrp="1"/>
          </p:cNvSpPr>
          <p:nvPr>
            <p:ph type="sldNum" sz="quarter" idx="5"/>
          </p:nvPr>
        </p:nvSpPr>
        <p:spPr/>
        <p:txBody>
          <a:bodyPr/>
          <a:lstStyle/>
          <a:p>
            <a:pPr>
              <a:defRPr/>
            </a:pPr>
            <a:fld id="{F5F5882C-B867-4FE7-97C9-87FBF93DC802}" type="slidenum">
              <a:rPr lang="en-US" smtClean="0"/>
              <a:pPr>
                <a:defRPr/>
              </a:pPr>
              <a:t>37</a:t>
            </a:fld>
            <a:endParaRPr lang="en-US"/>
          </a:p>
        </p:txBody>
      </p:sp>
    </p:spTree>
    <p:extLst>
      <p:ext uri="{BB962C8B-B14F-4D97-AF65-F5344CB8AC3E}">
        <p14:creationId xmlns:p14="http://schemas.microsoft.com/office/powerpoint/2010/main" val="369136539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3DE497-2A33-2E10-4CC7-09311E2FBC3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1363317-06EB-6696-FEA8-EAA97FECBDD5}"/>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746AC196-75D7-4A38-27B5-2061E757A338}"/>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C4DD7A30-1907-EE86-ECA3-4753EF99E867}"/>
              </a:ext>
            </a:extLst>
          </p:cNvPr>
          <p:cNvSpPr>
            <a:spLocks noGrp="1"/>
          </p:cNvSpPr>
          <p:nvPr>
            <p:ph type="sldNum" sz="quarter" idx="5"/>
          </p:nvPr>
        </p:nvSpPr>
        <p:spPr/>
        <p:txBody>
          <a:bodyPr/>
          <a:lstStyle/>
          <a:p>
            <a:pPr>
              <a:defRPr/>
            </a:pPr>
            <a:fld id="{F5F5882C-B867-4FE7-97C9-87FBF93DC802}" type="slidenum">
              <a:rPr lang="en-US" smtClean="0"/>
              <a:pPr>
                <a:defRPr/>
              </a:pPr>
              <a:t>38</a:t>
            </a:fld>
            <a:endParaRPr lang="en-US"/>
          </a:p>
        </p:txBody>
      </p:sp>
    </p:spTree>
    <p:extLst>
      <p:ext uri="{BB962C8B-B14F-4D97-AF65-F5344CB8AC3E}">
        <p14:creationId xmlns:p14="http://schemas.microsoft.com/office/powerpoint/2010/main" val="68700875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3DE497-2A33-2E10-4CC7-09311E2FBC3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1363317-06EB-6696-FEA8-EAA97FECBDD5}"/>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746AC196-75D7-4A38-27B5-2061E757A338}"/>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C4DD7A30-1907-EE86-ECA3-4753EF99E867}"/>
              </a:ext>
            </a:extLst>
          </p:cNvPr>
          <p:cNvSpPr>
            <a:spLocks noGrp="1"/>
          </p:cNvSpPr>
          <p:nvPr>
            <p:ph type="sldNum" sz="quarter" idx="5"/>
          </p:nvPr>
        </p:nvSpPr>
        <p:spPr/>
        <p:txBody>
          <a:bodyPr/>
          <a:lstStyle/>
          <a:p>
            <a:pPr>
              <a:defRPr/>
            </a:pPr>
            <a:fld id="{F5F5882C-B867-4FE7-97C9-87FBF93DC802}" type="slidenum">
              <a:rPr lang="en-US" smtClean="0"/>
              <a:pPr>
                <a:defRPr/>
              </a:pPr>
              <a:t>39</a:t>
            </a:fld>
            <a:endParaRPr lang="en-US"/>
          </a:p>
        </p:txBody>
      </p:sp>
    </p:spTree>
    <p:extLst>
      <p:ext uri="{BB962C8B-B14F-4D97-AF65-F5344CB8AC3E}">
        <p14:creationId xmlns:p14="http://schemas.microsoft.com/office/powerpoint/2010/main" val="355537764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64E454-2A8F-1873-1725-5EEBD5561AC5}"/>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6775818-5F14-B6B1-1F04-D02182165ED4}"/>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D1377A1A-4A99-EB81-9CB9-E4DCE8D9DECD}"/>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7E467D40-BF2C-FE16-6316-02A822C38C05}"/>
              </a:ext>
            </a:extLst>
          </p:cNvPr>
          <p:cNvSpPr>
            <a:spLocks noGrp="1"/>
          </p:cNvSpPr>
          <p:nvPr>
            <p:ph type="sldNum" sz="quarter" idx="5"/>
          </p:nvPr>
        </p:nvSpPr>
        <p:spPr/>
        <p:txBody>
          <a:bodyPr/>
          <a:lstStyle/>
          <a:p>
            <a:pPr>
              <a:defRPr/>
            </a:pPr>
            <a:fld id="{F5F5882C-B867-4FE7-97C9-87FBF93DC802}" type="slidenum">
              <a:rPr lang="en-US" smtClean="0"/>
              <a:pPr>
                <a:defRPr/>
              </a:pPr>
              <a:t>40</a:t>
            </a:fld>
            <a:endParaRPr lang="en-US"/>
          </a:p>
        </p:txBody>
      </p:sp>
    </p:spTree>
    <p:extLst>
      <p:ext uri="{BB962C8B-B14F-4D97-AF65-F5344CB8AC3E}">
        <p14:creationId xmlns:p14="http://schemas.microsoft.com/office/powerpoint/2010/main" val="288048975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64E454-2A8F-1873-1725-5EEBD5561AC5}"/>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6775818-5F14-B6B1-1F04-D02182165ED4}"/>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D1377A1A-4A99-EB81-9CB9-E4DCE8D9DECD}"/>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7E467D40-BF2C-FE16-6316-02A822C38C05}"/>
              </a:ext>
            </a:extLst>
          </p:cNvPr>
          <p:cNvSpPr>
            <a:spLocks noGrp="1"/>
          </p:cNvSpPr>
          <p:nvPr>
            <p:ph type="sldNum" sz="quarter" idx="5"/>
          </p:nvPr>
        </p:nvSpPr>
        <p:spPr/>
        <p:txBody>
          <a:bodyPr/>
          <a:lstStyle/>
          <a:p>
            <a:pPr>
              <a:defRPr/>
            </a:pPr>
            <a:fld id="{F5F5882C-B867-4FE7-97C9-87FBF93DC802}" type="slidenum">
              <a:rPr lang="en-US" smtClean="0"/>
              <a:pPr>
                <a:defRPr/>
              </a:pPr>
              <a:t>41</a:t>
            </a:fld>
            <a:endParaRPr lang="en-US"/>
          </a:p>
        </p:txBody>
      </p:sp>
    </p:spTree>
    <p:extLst>
      <p:ext uri="{BB962C8B-B14F-4D97-AF65-F5344CB8AC3E}">
        <p14:creationId xmlns:p14="http://schemas.microsoft.com/office/powerpoint/2010/main" val="332326615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64E454-2A8F-1873-1725-5EEBD5561AC5}"/>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6775818-5F14-B6B1-1F04-D02182165ED4}"/>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D1377A1A-4A99-EB81-9CB9-E4DCE8D9DECD}"/>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7E467D40-BF2C-FE16-6316-02A822C38C05}"/>
              </a:ext>
            </a:extLst>
          </p:cNvPr>
          <p:cNvSpPr>
            <a:spLocks noGrp="1"/>
          </p:cNvSpPr>
          <p:nvPr>
            <p:ph type="sldNum" sz="quarter" idx="5"/>
          </p:nvPr>
        </p:nvSpPr>
        <p:spPr/>
        <p:txBody>
          <a:bodyPr/>
          <a:lstStyle/>
          <a:p>
            <a:pPr>
              <a:defRPr/>
            </a:pPr>
            <a:fld id="{F5F5882C-B867-4FE7-97C9-87FBF93DC802}" type="slidenum">
              <a:rPr lang="en-US" smtClean="0"/>
              <a:pPr>
                <a:defRPr/>
              </a:pPr>
              <a:t>42</a:t>
            </a:fld>
            <a:endParaRPr lang="en-US"/>
          </a:p>
        </p:txBody>
      </p:sp>
    </p:spTree>
    <p:extLst>
      <p:ext uri="{BB962C8B-B14F-4D97-AF65-F5344CB8AC3E}">
        <p14:creationId xmlns:p14="http://schemas.microsoft.com/office/powerpoint/2010/main" val="213548098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64E454-2A8F-1873-1725-5EEBD5561AC5}"/>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6775818-5F14-B6B1-1F04-D02182165ED4}"/>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D1377A1A-4A99-EB81-9CB9-E4DCE8D9DECD}"/>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7E467D40-BF2C-FE16-6316-02A822C38C05}"/>
              </a:ext>
            </a:extLst>
          </p:cNvPr>
          <p:cNvSpPr>
            <a:spLocks noGrp="1"/>
          </p:cNvSpPr>
          <p:nvPr>
            <p:ph type="sldNum" sz="quarter" idx="5"/>
          </p:nvPr>
        </p:nvSpPr>
        <p:spPr/>
        <p:txBody>
          <a:bodyPr/>
          <a:lstStyle/>
          <a:p>
            <a:pPr>
              <a:defRPr/>
            </a:pPr>
            <a:fld id="{F5F5882C-B867-4FE7-97C9-87FBF93DC802}" type="slidenum">
              <a:rPr lang="en-US" smtClean="0"/>
              <a:pPr>
                <a:defRPr/>
              </a:pPr>
              <a:t>43</a:t>
            </a:fld>
            <a:endParaRPr lang="en-US"/>
          </a:p>
        </p:txBody>
      </p:sp>
    </p:spTree>
    <p:extLst>
      <p:ext uri="{BB962C8B-B14F-4D97-AF65-F5344CB8AC3E}">
        <p14:creationId xmlns:p14="http://schemas.microsoft.com/office/powerpoint/2010/main" val="179602759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64E454-2A8F-1873-1725-5EEBD5561AC5}"/>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6775818-5F14-B6B1-1F04-D02182165ED4}"/>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D1377A1A-4A99-EB81-9CB9-E4DCE8D9DECD}"/>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7E467D40-BF2C-FE16-6316-02A822C38C05}"/>
              </a:ext>
            </a:extLst>
          </p:cNvPr>
          <p:cNvSpPr>
            <a:spLocks noGrp="1"/>
          </p:cNvSpPr>
          <p:nvPr>
            <p:ph type="sldNum" sz="quarter" idx="5"/>
          </p:nvPr>
        </p:nvSpPr>
        <p:spPr/>
        <p:txBody>
          <a:bodyPr/>
          <a:lstStyle/>
          <a:p>
            <a:pPr>
              <a:defRPr/>
            </a:pPr>
            <a:fld id="{F5F5882C-B867-4FE7-97C9-87FBF93DC802}" type="slidenum">
              <a:rPr lang="en-US" smtClean="0"/>
              <a:pPr>
                <a:defRPr/>
              </a:pPr>
              <a:t>44</a:t>
            </a:fld>
            <a:endParaRPr lang="en-US"/>
          </a:p>
        </p:txBody>
      </p:sp>
    </p:spTree>
    <p:extLst>
      <p:ext uri="{BB962C8B-B14F-4D97-AF65-F5344CB8AC3E}">
        <p14:creationId xmlns:p14="http://schemas.microsoft.com/office/powerpoint/2010/main" val="309648969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64E454-2A8F-1873-1725-5EEBD5561AC5}"/>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6775818-5F14-B6B1-1F04-D02182165ED4}"/>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D1377A1A-4A99-EB81-9CB9-E4DCE8D9DECD}"/>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7E467D40-BF2C-FE16-6316-02A822C38C05}"/>
              </a:ext>
            </a:extLst>
          </p:cNvPr>
          <p:cNvSpPr>
            <a:spLocks noGrp="1"/>
          </p:cNvSpPr>
          <p:nvPr>
            <p:ph type="sldNum" sz="quarter" idx="5"/>
          </p:nvPr>
        </p:nvSpPr>
        <p:spPr/>
        <p:txBody>
          <a:bodyPr/>
          <a:lstStyle/>
          <a:p>
            <a:pPr>
              <a:defRPr/>
            </a:pPr>
            <a:fld id="{F5F5882C-B867-4FE7-97C9-87FBF93DC802}" type="slidenum">
              <a:rPr lang="en-US" smtClean="0"/>
              <a:pPr>
                <a:defRPr/>
              </a:pPr>
              <a:t>45</a:t>
            </a:fld>
            <a:endParaRPr lang="en-US"/>
          </a:p>
        </p:txBody>
      </p:sp>
    </p:spTree>
    <p:extLst>
      <p:ext uri="{BB962C8B-B14F-4D97-AF65-F5344CB8AC3E}">
        <p14:creationId xmlns:p14="http://schemas.microsoft.com/office/powerpoint/2010/main" val="265109646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64E454-2A8F-1873-1725-5EEBD5561AC5}"/>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6775818-5F14-B6B1-1F04-D02182165ED4}"/>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D1377A1A-4A99-EB81-9CB9-E4DCE8D9DECD}"/>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7E467D40-BF2C-FE16-6316-02A822C38C05}"/>
              </a:ext>
            </a:extLst>
          </p:cNvPr>
          <p:cNvSpPr>
            <a:spLocks noGrp="1"/>
          </p:cNvSpPr>
          <p:nvPr>
            <p:ph type="sldNum" sz="quarter" idx="5"/>
          </p:nvPr>
        </p:nvSpPr>
        <p:spPr/>
        <p:txBody>
          <a:bodyPr/>
          <a:lstStyle/>
          <a:p>
            <a:pPr>
              <a:defRPr/>
            </a:pPr>
            <a:fld id="{F5F5882C-B867-4FE7-97C9-87FBF93DC802}" type="slidenum">
              <a:rPr lang="en-US" smtClean="0"/>
              <a:pPr>
                <a:defRPr/>
              </a:pPr>
              <a:t>46</a:t>
            </a:fld>
            <a:endParaRPr lang="en-US"/>
          </a:p>
        </p:txBody>
      </p:sp>
    </p:spTree>
    <p:extLst>
      <p:ext uri="{BB962C8B-B14F-4D97-AF65-F5344CB8AC3E}">
        <p14:creationId xmlns:p14="http://schemas.microsoft.com/office/powerpoint/2010/main" val="261983252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64E454-2A8F-1873-1725-5EEBD5561AC5}"/>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6775818-5F14-B6B1-1F04-D02182165ED4}"/>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D1377A1A-4A99-EB81-9CB9-E4DCE8D9DECD}"/>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7E467D40-BF2C-FE16-6316-02A822C38C05}"/>
              </a:ext>
            </a:extLst>
          </p:cNvPr>
          <p:cNvSpPr>
            <a:spLocks noGrp="1"/>
          </p:cNvSpPr>
          <p:nvPr>
            <p:ph type="sldNum" sz="quarter" idx="5"/>
          </p:nvPr>
        </p:nvSpPr>
        <p:spPr/>
        <p:txBody>
          <a:bodyPr/>
          <a:lstStyle/>
          <a:p>
            <a:pPr>
              <a:defRPr/>
            </a:pPr>
            <a:fld id="{F5F5882C-B867-4FE7-97C9-87FBF93DC802}" type="slidenum">
              <a:rPr lang="en-US" smtClean="0"/>
              <a:pPr>
                <a:defRPr/>
              </a:pPr>
              <a:t>47</a:t>
            </a:fld>
            <a:endParaRPr lang="en-US"/>
          </a:p>
        </p:txBody>
      </p:sp>
    </p:spTree>
    <p:extLst>
      <p:ext uri="{BB962C8B-B14F-4D97-AF65-F5344CB8AC3E}">
        <p14:creationId xmlns:p14="http://schemas.microsoft.com/office/powerpoint/2010/main" val="351773105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64E454-2A8F-1873-1725-5EEBD5561AC5}"/>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6775818-5F14-B6B1-1F04-D02182165ED4}"/>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D1377A1A-4A99-EB81-9CB9-E4DCE8D9DECD}"/>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7E467D40-BF2C-FE16-6316-02A822C38C05}"/>
              </a:ext>
            </a:extLst>
          </p:cNvPr>
          <p:cNvSpPr>
            <a:spLocks noGrp="1"/>
          </p:cNvSpPr>
          <p:nvPr>
            <p:ph type="sldNum" sz="quarter" idx="5"/>
          </p:nvPr>
        </p:nvSpPr>
        <p:spPr/>
        <p:txBody>
          <a:bodyPr/>
          <a:lstStyle/>
          <a:p>
            <a:pPr>
              <a:defRPr/>
            </a:pPr>
            <a:fld id="{F5F5882C-B867-4FE7-97C9-87FBF93DC802}" type="slidenum">
              <a:rPr lang="en-US" smtClean="0"/>
              <a:pPr>
                <a:defRPr/>
              </a:pPr>
              <a:t>48</a:t>
            </a:fld>
            <a:endParaRPr lang="en-US"/>
          </a:p>
        </p:txBody>
      </p:sp>
    </p:spTree>
    <p:extLst>
      <p:ext uri="{BB962C8B-B14F-4D97-AF65-F5344CB8AC3E}">
        <p14:creationId xmlns:p14="http://schemas.microsoft.com/office/powerpoint/2010/main" val="246908757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64E454-2A8F-1873-1725-5EEBD5561AC5}"/>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6775818-5F14-B6B1-1F04-D02182165ED4}"/>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D1377A1A-4A99-EB81-9CB9-E4DCE8D9DECD}"/>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7E467D40-BF2C-FE16-6316-02A822C38C05}"/>
              </a:ext>
            </a:extLst>
          </p:cNvPr>
          <p:cNvSpPr>
            <a:spLocks noGrp="1"/>
          </p:cNvSpPr>
          <p:nvPr>
            <p:ph type="sldNum" sz="quarter" idx="5"/>
          </p:nvPr>
        </p:nvSpPr>
        <p:spPr/>
        <p:txBody>
          <a:bodyPr/>
          <a:lstStyle/>
          <a:p>
            <a:pPr>
              <a:defRPr/>
            </a:pPr>
            <a:fld id="{F5F5882C-B867-4FE7-97C9-87FBF93DC802}" type="slidenum">
              <a:rPr lang="en-US" smtClean="0"/>
              <a:pPr>
                <a:defRPr/>
              </a:pPr>
              <a:t>49</a:t>
            </a:fld>
            <a:endParaRPr lang="en-US"/>
          </a:p>
        </p:txBody>
      </p:sp>
    </p:spTree>
    <p:extLst>
      <p:ext uri="{BB962C8B-B14F-4D97-AF65-F5344CB8AC3E}">
        <p14:creationId xmlns:p14="http://schemas.microsoft.com/office/powerpoint/2010/main" val="311039562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64E454-2A8F-1873-1725-5EEBD5561AC5}"/>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6775818-5F14-B6B1-1F04-D02182165ED4}"/>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D1377A1A-4A99-EB81-9CB9-E4DCE8D9DECD}"/>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7E467D40-BF2C-FE16-6316-02A822C38C05}"/>
              </a:ext>
            </a:extLst>
          </p:cNvPr>
          <p:cNvSpPr>
            <a:spLocks noGrp="1"/>
          </p:cNvSpPr>
          <p:nvPr>
            <p:ph type="sldNum" sz="quarter" idx="5"/>
          </p:nvPr>
        </p:nvSpPr>
        <p:spPr/>
        <p:txBody>
          <a:bodyPr/>
          <a:lstStyle/>
          <a:p>
            <a:pPr>
              <a:defRPr/>
            </a:pPr>
            <a:fld id="{F5F5882C-B867-4FE7-97C9-87FBF93DC802}" type="slidenum">
              <a:rPr lang="en-US" smtClean="0"/>
              <a:pPr>
                <a:defRPr/>
              </a:pPr>
              <a:t>50</a:t>
            </a:fld>
            <a:endParaRPr lang="en-US"/>
          </a:p>
        </p:txBody>
      </p:sp>
    </p:spTree>
    <p:extLst>
      <p:ext uri="{BB962C8B-B14F-4D97-AF65-F5344CB8AC3E}">
        <p14:creationId xmlns:p14="http://schemas.microsoft.com/office/powerpoint/2010/main" val="305724572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a:p>
        </p:txBody>
      </p:sp>
      <p:sp>
        <p:nvSpPr>
          <p:cNvPr id="4" name="Segnaposto numero diapositiva 3"/>
          <p:cNvSpPr>
            <a:spLocks noGrp="1"/>
          </p:cNvSpPr>
          <p:nvPr>
            <p:ph type="sldNum" sz="quarter" idx="10"/>
          </p:nvPr>
        </p:nvSpPr>
        <p:spPr/>
        <p:txBody>
          <a:bodyPr/>
          <a:lstStyle/>
          <a:p>
            <a:pPr>
              <a:defRPr/>
            </a:pPr>
            <a:fld id="{F5F5882C-B867-4FE7-97C9-87FBF93DC802}" type="slidenum">
              <a:rPr lang="en-US" smtClean="0"/>
              <a:pPr>
                <a:defRPr/>
              </a:pPr>
              <a:t>51</a:t>
            </a:fld>
            <a:endParaRPr lang="en-US"/>
          </a:p>
        </p:txBody>
      </p:sp>
    </p:spTree>
    <p:extLst>
      <p:ext uri="{BB962C8B-B14F-4D97-AF65-F5344CB8AC3E}">
        <p14:creationId xmlns:p14="http://schemas.microsoft.com/office/powerpoint/2010/main" val="200682740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a:p>
        </p:txBody>
      </p:sp>
      <p:sp>
        <p:nvSpPr>
          <p:cNvPr id="4" name="Segnaposto numero diapositiva 3"/>
          <p:cNvSpPr>
            <a:spLocks noGrp="1"/>
          </p:cNvSpPr>
          <p:nvPr>
            <p:ph type="sldNum" sz="quarter" idx="10"/>
          </p:nvPr>
        </p:nvSpPr>
        <p:spPr/>
        <p:txBody>
          <a:bodyPr/>
          <a:lstStyle/>
          <a:p>
            <a:pPr>
              <a:defRPr/>
            </a:pPr>
            <a:fld id="{F5F5882C-B867-4FE7-97C9-87FBF93DC802}" type="slidenum">
              <a:rPr lang="en-US" smtClean="0"/>
              <a:pPr>
                <a:defRPr/>
              </a:pPr>
              <a:t>52</a:t>
            </a:fld>
            <a:endParaRPr lang="en-US"/>
          </a:p>
        </p:txBody>
      </p:sp>
    </p:spTree>
    <p:extLst>
      <p:ext uri="{BB962C8B-B14F-4D97-AF65-F5344CB8AC3E}">
        <p14:creationId xmlns:p14="http://schemas.microsoft.com/office/powerpoint/2010/main" val="164856088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a:p>
        </p:txBody>
      </p:sp>
      <p:sp>
        <p:nvSpPr>
          <p:cNvPr id="4" name="Segnaposto numero diapositiva 3"/>
          <p:cNvSpPr>
            <a:spLocks noGrp="1"/>
          </p:cNvSpPr>
          <p:nvPr>
            <p:ph type="sldNum" sz="quarter" idx="10"/>
          </p:nvPr>
        </p:nvSpPr>
        <p:spPr/>
        <p:txBody>
          <a:bodyPr/>
          <a:lstStyle/>
          <a:p>
            <a:pPr>
              <a:defRPr/>
            </a:pPr>
            <a:fld id="{F5F5882C-B867-4FE7-97C9-87FBF93DC802}" type="slidenum">
              <a:rPr lang="en-US" smtClean="0"/>
              <a:pPr>
                <a:defRPr/>
              </a:pPr>
              <a:t>53</a:t>
            </a:fld>
            <a:endParaRPr lang="en-US"/>
          </a:p>
        </p:txBody>
      </p:sp>
    </p:spTree>
    <p:extLst>
      <p:ext uri="{BB962C8B-B14F-4D97-AF65-F5344CB8AC3E}">
        <p14:creationId xmlns:p14="http://schemas.microsoft.com/office/powerpoint/2010/main" val="384575758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a:p>
        </p:txBody>
      </p:sp>
      <p:sp>
        <p:nvSpPr>
          <p:cNvPr id="4" name="Segnaposto numero diapositiva 3"/>
          <p:cNvSpPr>
            <a:spLocks noGrp="1"/>
          </p:cNvSpPr>
          <p:nvPr>
            <p:ph type="sldNum" sz="quarter" idx="10"/>
          </p:nvPr>
        </p:nvSpPr>
        <p:spPr/>
        <p:txBody>
          <a:bodyPr/>
          <a:lstStyle/>
          <a:p>
            <a:pPr>
              <a:defRPr/>
            </a:pPr>
            <a:fld id="{F5F5882C-B867-4FE7-97C9-87FBF93DC802}" type="slidenum">
              <a:rPr lang="en-US" smtClean="0"/>
              <a:pPr>
                <a:defRPr/>
              </a:pPr>
              <a:t>54</a:t>
            </a:fld>
            <a:endParaRPr lang="en-US"/>
          </a:p>
        </p:txBody>
      </p:sp>
    </p:spTree>
    <p:extLst>
      <p:ext uri="{BB962C8B-B14F-4D97-AF65-F5344CB8AC3E}">
        <p14:creationId xmlns:p14="http://schemas.microsoft.com/office/powerpoint/2010/main" val="397210680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pertina">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471070" y="2621956"/>
            <a:ext cx="9818337" cy="2782819"/>
          </a:xfrm>
          <a:effectLst/>
        </p:spPr>
        <p:txBody>
          <a:bodyPr lIns="0" tIns="0" rIns="0" bIns="0" anchor="ctr">
            <a:normAutofit/>
          </a:bodyPr>
          <a:lstStyle>
            <a:lvl1pPr>
              <a:lnSpc>
                <a:spcPts val="3600"/>
              </a:lnSpc>
              <a:defRPr sz="3400" b="0" cap="none">
                <a:solidFill>
                  <a:srgbClr val="C00000"/>
                </a:solidFill>
                <a:latin typeface="Arial Narrow" panose="020B0606020202030204" pitchFamily="34" charset="0"/>
              </a:defRPr>
            </a:lvl1pPr>
          </a:lstStyle>
          <a:p>
            <a:r>
              <a:rPr lang="it-IT" dirty="0"/>
              <a:t>FARE CLIC PER MODIFICARE LO STILE DEL TITOLO DELLO SCHEMA FARE CLIC PER MODIFICARE LO STILE DEL TITOLO DELLO SCHEMA</a:t>
            </a:r>
            <a:endParaRPr lang="en-US" dirty="0"/>
          </a:p>
        </p:txBody>
      </p:sp>
      <p:sp>
        <p:nvSpPr>
          <p:cNvPr id="9" name="Text Placeholder 2">
            <a:extLst>
              <a:ext uri="{FF2B5EF4-FFF2-40B4-BE49-F238E27FC236}">
                <a16:creationId xmlns:a16="http://schemas.microsoft.com/office/drawing/2014/main" id="{384E50FF-EF10-4A0E-8686-237E66B249CE}"/>
              </a:ext>
            </a:extLst>
          </p:cNvPr>
          <p:cNvSpPr>
            <a:spLocks noGrp="1"/>
          </p:cNvSpPr>
          <p:nvPr>
            <p:ph type="body" idx="1"/>
          </p:nvPr>
        </p:nvSpPr>
        <p:spPr>
          <a:xfrm>
            <a:off x="469184" y="6495314"/>
            <a:ext cx="7481115" cy="179536"/>
          </a:xfrm>
        </p:spPr>
        <p:txBody>
          <a:bodyPr wrap="square" lIns="0" tIns="0" rIns="0" bIns="0">
            <a:spAutoFit/>
          </a:bodyPr>
          <a:lstStyle>
            <a:lvl1pPr marL="0" indent="0">
              <a:lnSpc>
                <a:spcPts val="1400"/>
              </a:lnSpc>
              <a:spcAft>
                <a:spcPts val="200"/>
              </a:spcAft>
              <a:buNone/>
              <a:defRPr sz="1100" b="0">
                <a:solidFill>
                  <a:schemeClr val="tx1">
                    <a:lumMod val="65000"/>
                    <a:lumOff val="3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dirty="0"/>
              <a:t>Modifica gli stili del testo dello schema</a:t>
            </a:r>
          </a:p>
        </p:txBody>
      </p:sp>
      <p:sp>
        <p:nvSpPr>
          <p:cNvPr id="20" name="Text Placeholder 2">
            <a:extLst>
              <a:ext uri="{FF2B5EF4-FFF2-40B4-BE49-F238E27FC236}">
                <a16:creationId xmlns:a16="http://schemas.microsoft.com/office/drawing/2014/main" id="{771492F8-659D-4E4C-A49D-B7C567539112}"/>
              </a:ext>
            </a:extLst>
          </p:cNvPr>
          <p:cNvSpPr>
            <a:spLocks noGrp="1"/>
          </p:cNvSpPr>
          <p:nvPr>
            <p:ph type="body" idx="10"/>
          </p:nvPr>
        </p:nvSpPr>
        <p:spPr>
          <a:xfrm>
            <a:off x="469185" y="1287956"/>
            <a:ext cx="3689746" cy="216000"/>
          </a:xfrm>
        </p:spPr>
        <p:txBody>
          <a:bodyPr lIns="0" tIns="0" rIns="0" bIns="0">
            <a:noAutofit/>
          </a:bodyPr>
          <a:lstStyle>
            <a:lvl1pPr marL="0" indent="0">
              <a:lnSpc>
                <a:spcPts val="1500"/>
              </a:lnSpc>
              <a:spcAft>
                <a:spcPts val="600"/>
              </a:spcAft>
              <a:buNone/>
              <a:defRPr lang="it-IT" sz="1200" dirty="0">
                <a:solidFill>
                  <a:schemeClr val="tx1">
                    <a:lumMod val="50000"/>
                    <a:lumOff val="5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dirty="0"/>
              <a:t>Modifica gli stili del testo dello schema</a:t>
            </a:r>
          </a:p>
        </p:txBody>
      </p:sp>
      <p:sp>
        <p:nvSpPr>
          <p:cNvPr id="23" name="Text Placeholder 2">
            <a:extLst>
              <a:ext uri="{FF2B5EF4-FFF2-40B4-BE49-F238E27FC236}">
                <a16:creationId xmlns:a16="http://schemas.microsoft.com/office/drawing/2014/main" id="{384E50FF-EF10-4A0E-8686-237E66B249CE}"/>
              </a:ext>
            </a:extLst>
          </p:cNvPr>
          <p:cNvSpPr>
            <a:spLocks noGrp="1"/>
          </p:cNvSpPr>
          <p:nvPr>
            <p:ph type="body" idx="11" hasCustomPrompt="1"/>
          </p:nvPr>
        </p:nvSpPr>
        <p:spPr>
          <a:xfrm>
            <a:off x="469184" y="1522956"/>
            <a:ext cx="3689747" cy="1080000"/>
          </a:xfrm>
        </p:spPr>
        <p:txBody>
          <a:bodyPr lIns="0" tIns="0" rIns="0" bIns="0" anchor="t" anchorCtr="0">
            <a:noAutofit/>
          </a:bodyPr>
          <a:lstStyle>
            <a:lvl1pPr marL="0" indent="0">
              <a:lnSpc>
                <a:spcPct val="100000"/>
              </a:lnSpc>
              <a:spcAft>
                <a:spcPts val="0"/>
              </a:spcAft>
              <a:buNone/>
              <a:defRPr sz="2000" b="0">
                <a:solidFill>
                  <a:srgbClr val="636462"/>
                </a:solidFill>
                <a:latin typeface="Arial Narrow" panose="020B060602020203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dirty="0"/>
              <a:t>MODIFICA GLI STILI DEL TESTO</a:t>
            </a:r>
          </a:p>
        </p:txBody>
      </p:sp>
      <p:sp>
        <p:nvSpPr>
          <p:cNvPr id="11" name="Text Placeholder 2">
            <a:extLst>
              <a:ext uri="{FF2B5EF4-FFF2-40B4-BE49-F238E27FC236}">
                <a16:creationId xmlns:a16="http://schemas.microsoft.com/office/drawing/2014/main" id="{384E50FF-EF10-4A0E-8686-237E66B249CE}"/>
              </a:ext>
            </a:extLst>
          </p:cNvPr>
          <p:cNvSpPr>
            <a:spLocks noGrp="1"/>
          </p:cNvSpPr>
          <p:nvPr>
            <p:ph type="body" idx="12" hasCustomPrompt="1"/>
          </p:nvPr>
        </p:nvSpPr>
        <p:spPr>
          <a:xfrm>
            <a:off x="469184" y="6297672"/>
            <a:ext cx="7481115" cy="188513"/>
          </a:xfrm>
        </p:spPr>
        <p:txBody>
          <a:bodyPr wrap="square" lIns="0" tIns="0" rIns="0" bIns="0">
            <a:spAutoFit/>
          </a:bodyPr>
          <a:lstStyle>
            <a:lvl1pPr marL="0" indent="0">
              <a:lnSpc>
                <a:spcPts val="1400"/>
              </a:lnSpc>
              <a:spcAft>
                <a:spcPts val="200"/>
              </a:spcAft>
              <a:buNone/>
              <a:defRPr sz="1400" b="0">
                <a:solidFill>
                  <a:schemeClr val="tx1">
                    <a:lumMod val="65000"/>
                    <a:lumOff val="35000"/>
                  </a:schemeClr>
                </a:solidFill>
                <a:latin typeface="Arial Narrow" panose="020B060602020203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dirty="0"/>
              <a:t>MODIFICA GLI STILI DEL TESTO DELLO SCHEMA</a:t>
            </a:r>
          </a:p>
        </p:txBody>
      </p:sp>
      <p:sp>
        <p:nvSpPr>
          <p:cNvPr id="12" name="Rectangle 8">
            <a:extLst>
              <a:ext uri="{FF2B5EF4-FFF2-40B4-BE49-F238E27FC236}">
                <a16:creationId xmlns:a16="http://schemas.microsoft.com/office/drawing/2014/main" id="{A8FC9CB7-7D84-419A-988C-7B8817E18EDB}"/>
              </a:ext>
            </a:extLst>
          </p:cNvPr>
          <p:cNvSpPr/>
          <p:nvPr userDrawn="1"/>
        </p:nvSpPr>
        <p:spPr>
          <a:xfrm>
            <a:off x="463550" y="0"/>
            <a:ext cx="3708400" cy="1089025"/>
          </a:xfrm>
          <a:prstGeom prst="rect">
            <a:avLst/>
          </a:prstGeom>
          <a:solidFill>
            <a:srgbClr val="942639"/>
          </a:solidFill>
          <a:ln>
            <a:noFill/>
          </a:ln>
          <a:effectLst/>
        </p:spPr>
        <p:style>
          <a:lnRef idx="1">
            <a:schemeClr val="accent1"/>
          </a:lnRef>
          <a:fillRef idx="3">
            <a:schemeClr val="accent1"/>
          </a:fillRef>
          <a:effectRef idx="2">
            <a:schemeClr val="accent1"/>
          </a:effectRef>
          <a:fontRef idx="minor">
            <a:schemeClr val="lt1"/>
          </a:fontRef>
        </p:style>
      </p:sp>
      <p:sp>
        <p:nvSpPr>
          <p:cNvPr id="14" name="Rectangle 10">
            <a:extLst>
              <a:ext uri="{FF2B5EF4-FFF2-40B4-BE49-F238E27FC236}">
                <a16:creationId xmlns:a16="http://schemas.microsoft.com/office/drawing/2014/main" id="{F57BA760-D00A-4F5B-B978-07F3F810367F}"/>
              </a:ext>
            </a:extLst>
          </p:cNvPr>
          <p:cNvSpPr/>
          <p:nvPr userDrawn="1"/>
        </p:nvSpPr>
        <p:spPr>
          <a:xfrm>
            <a:off x="4251325" y="0"/>
            <a:ext cx="3706813" cy="1089025"/>
          </a:xfrm>
          <a:prstGeom prst="rect">
            <a:avLst/>
          </a:prstGeom>
          <a:solidFill>
            <a:srgbClr val="CC2A2A">
              <a:alpha val="98824"/>
            </a:srgbClr>
          </a:solidFill>
          <a:ln>
            <a:noFill/>
          </a:ln>
          <a:effectLst/>
        </p:spPr>
        <p:style>
          <a:lnRef idx="1">
            <a:schemeClr val="accent1"/>
          </a:lnRef>
          <a:fillRef idx="3">
            <a:schemeClr val="accent1"/>
          </a:fillRef>
          <a:effectRef idx="2">
            <a:schemeClr val="accent1"/>
          </a:effectRef>
          <a:fontRef idx="minor">
            <a:schemeClr val="lt1"/>
          </a:fontRef>
        </p:style>
      </p:sp>
      <p:pic>
        <p:nvPicPr>
          <p:cNvPr id="4" name="Immagine 3">
            <a:extLst>
              <a:ext uri="{FF2B5EF4-FFF2-40B4-BE49-F238E27FC236}">
                <a16:creationId xmlns:a16="http://schemas.microsoft.com/office/drawing/2014/main" id="{617FA033-79E9-4921-B88E-03D9DAACCE5F}"/>
              </a:ext>
            </a:extLst>
          </p:cNvPr>
          <p:cNvPicPr>
            <a:picLocks noChangeAspect="1"/>
          </p:cNvPicPr>
          <p:nvPr userDrawn="1"/>
        </p:nvPicPr>
        <p:blipFill>
          <a:blip r:embed="rId2"/>
          <a:stretch>
            <a:fillRect/>
          </a:stretch>
        </p:blipFill>
        <p:spPr>
          <a:xfrm>
            <a:off x="8550841" y="637832"/>
            <a:ext cx="2700000" cy="461927"/>
          </a:xfrm>
          <a:prstGeom prst="rect">
            <a:avLst/>
          </a:prstGeom>
        </p:spPr>
      </p:pic>
      <p:sp>
        <p:nvSpPr>
          <p:cNvPr id="16" name="Rectangle 9">
            <a:extLst>
              <a:ext uri="{FF2B5EF4-FFF2-40B4-BE49-F238E27FC236}">
                <a16:creationId xmlns:a16="http://schemas.microsoft.com/office/drawing/2014/main" id="{821E4C3A-67D5-4B9E-B373-7B560EA0839E}"/>
              </a:ext>
            </a:extLst>
          </p:cNvPr>
          <p:cNvSpPr/>
          <p:nvPr userDrawn="1"/>
        </p:nvSpPr>
        <p:spPr>
          <a:xfrm>
            <a:off x="8037513" y="0"/>
            <a:ext cx="3708400" cy="72000"/>
          </a:xfrm>
          <a:prstGeom prst="rect">
            <a:avLst/>
          </a:prstGeom>
          <a:solidFill>
            <a:srgbClr val="7B7C7E"/>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1655998298"/>
      </p:ext>
    </p:extLst>
  </p:cSld>
  <p:clrMapOvr>
    <a:masterClrMapping/>
  </p:clrMapOvr>
  <p:extLst>
    <p:ext uri="{DCECCB84-F9BA-43D5-87BE-67443E8EF086}">
      <p15:sldGuideLst xmlns:p15="http://schemas.microsoft.com/office/powerpoint/2012/main">
        <p15:guide id="1" orient="horz" pos="981"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dice o elenco puntato">
    <p:spTree>
      <p:nvGrpSpPr>
        <p:cNvPr id="1" name=""/>
        <p:cNvGrpSpPr/>
        <p:nvPr/>
      </p:nvGrpSpPr>
      <p:grpSpPr>
        <a:xfrm>
          <a:off x="0" y="0"/>
          <a:ext cx="0" cy="0"/>
          <a:chOff x="0" y="0"/>
          <a:chExt cx="0" cy="0"/>
        </a:xfrm>
      </p:grpSpPr>
      <p:pic>
        <p:nvPicPr>
          <p:cNvPr id="7" name="Immagine 6"/>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0868242" y="6402657"/>
            <a:ext cx="840882" cy="245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 Placeholder 2"/>
          <p:cNvSpPr>
            <a:spLocks noGrp="1"/>
          </p:cNvSpPr>
          <p:nvPr>
            <p:ph type="body" idx="1"/>
          </p:nvPr>
        </p:nvSpPr>
        <p:spPr>
          <a:xfrm>
            <a:off x="474201" y="1557338"/>
            <a:ext cx="11264002" cy="4481153"/>
          </a:xfrm>
        </p:spPr>
        <p:txBody>
          <a:bodyPr lIns="0" tIns="0" rIns="0" bIns="0">
            <a:noAutofit/>
          </a:bodyPr>
          <a:lstStyle>
            <a:lvl1pPr marL="285750" indent="-285750">
              <a:spcAft>
                <a:spcPts val="1800"/>
              </a:spcAft>
              <a:buSzPct val="120000"/>
              <a:buFont typeface="Courier New" panose="02070309020205020404" pitchFamily="49" charset="0"/>
              <a:buChar char="o"/>
              <a:defRPr sz="1800" b="0">
                <a:solidFill>
                  <a:schemeClr val="tx1">
                    <a:lumMod val="65000"/>
                    <a:lumOff val="3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dirty="0"/>
              <a:t>Fare clic per modificare gli stili del testo dello schema</a:t>
            </a:r>
          </a:p>
        </p:txBody>
      </p:sp>
      <p:sp>
        <p:nvSpPr>
          <p:cNvPr id="9" name="Title Placeholder 1">
            <a:extLst>
              <a:ext uri="{FF2B5EF4-FFF2-40B4-BE49-F238E27FC236}">
                <a16:creationId xmlns:a16="http://schemas.microsoft.com/office/drawing/2014/main" id="{385672B4-73ED-0645-AF4D-5916A1BEEC00}"/>
              </a:ext>
            </a:extLst>
          </p:cNvPr>
          <p:cNvSpPr>
            <a:spLocks noGrp="1"/>
          </p:cNvSpPr>
          <p:nvPr>
            <p:ph type="title" hasCustomPrompt="1"/>
          </p:nvPr>
        </p:nvSpPr>
        <p:spPr>
          <a:xfrm>
            <a:off x="468895" y="503475"/>
            <a:ext cx="11269308" cy="384721"/>
          </a:xfrm>
          <a:prstGeom prst="rect">
            <a:avLst/>
          </a:prstGeom>
        </p:spPr>
        <p:txBody>
          <a:bodyPr lIns="0" tIns="0" rIns="0" bIns="0" rtlCol="0">
            <a:spAutoFit/>
          </a:bodyPr>
          <a:lstStyle>
            <a:lvl1pPr>
              <a:lnSpc>
                <a:spcPts val="3000"/>
              </a:lnSpc>
              <a:defRPr sz="2800" cap="none" baseline="0"/>
            </a:lvl1pPr>
          </a:lstStyle>
          <a:p>
            <a:r>
              <a:rPr lang="it-IT" dirty="0"/>
              <a:t>Fare clic per modificare lo stile del titolo dello schema</a:t>
            </a:r>
            <a:endParaRPr lang="en-US" dirty="0"/>
          </a:p>
        </p:txBody>
      </p:sp>
      <p:sp>
        <p:nvSpPr>
          <p:cNvPr id="8" name="Footer Placeholder 4">
            <a:extLst>
              <a:ext uri="{FF2B5EF4-FFF2-40B4-BE49-F238E27FC236}">
                <a16:creationId xmlns:a16="http://schemas.microsoft.com/office/drawing/2014/main" id="{C2053620-96AC-EF47-823B-D2E90BBCE586}"/>
              </a:ext>
            </a:extLst>
          </p:cNvPr>
          <p:cNvSpPr>
            <a:spLocks noGrp="1"/>
          </p:cNvSpPr>
          <p:nvPr>
            <p:ph type="ftr" sz="quarter" idx="10"/>
          </p:nvPr>
        </p:nvSpPr>
        <p:spPr>
          <a:xfrm>
            <a:off x="898588" y="6394753"/>
            <a:ext cx="9644444" cy="259965"/>
          </a:xfrm>
          <a:prstGeom prst="rect">
            <a:avLst/>
          </a:prstGeom>
        </p:spPr>
        <p:txBody>
          <a:bodyPr vert="horz" lIns="0" tIns="0" rIns="0" bIns="0" rtlCol="0" anchor="b" anchorCtr="0"/>
          <a:lstStyle>
            <a:lvl1pPr algn="l" eaLnBrk="1" fontAlgn="auto" hangingPunct="1">
              <a:spcBef>
                <a:spcPts val="0"/>
              </a:spcBef>
              <a:spcAft>
                <a:spcPts val="0"/>
              </a:spcAft>
              <a:defRPr sz="900" cap="all" dirty="0">
                <a:solidFill>
                  <a:schemeClr val="tx1">
                    <a:lumMod val="65000"/>
                    <a:lumOff val="35000"/>
                  </a:schemeClr>
                </a:solidFill>
                <a:latin typeface="Arial" panose="020B0604020202020204" pitchFamily="34" charset="0"/>
                <a:cs typeface="Arial" panose="020B0604020202020204" pitchFamily="34" charset="0"/>
              </a:defRPr>
            </a:lvl1pPr>
          </a:lstStyle>
          <a:p>
            <a:pPr>
              <a:defRPr/>
            </a:pPr>
            <a:endParaRPr lang="en-US" dirty="0"/>
          </a:p>
        </p:txBody>
      </p:sp>
      <p:sp>
        <p:nvSpPr>
          <p:cNvPr id="10" name="Slide Number Placeholder 5">
            <a:extLst>
              <a:ext uri="{FF2B5EF4-FFF2-40B4-BE49-F238E27FC236}">
                <a16:creationId xmlns:a16="http://schemas.microsoft.com/office/drawing/2014/main" id="{FF4E3F12-6C4D-C642-90EC-9F9AE3161A4F}"/>
              </a:ext>
            </a:extLst>
          </p:cNvPr>
          <p:cNvSpPr>
            <a:spLocks noGrp="1"/>
          </p:cNvSpPr>
          <p:nvPr>
            <p:ph type="sldNum" sz="quarter" idx="11"/>
          </p:nvPr>
        </p:nvSpPr>
        <p:spPr>
          <a:xfrm>
            <a:off x="323469" y="6397225"/>
            <a:ext cx="501650" cy="365125"/>
          </a:xfrm>
          <a:prstGeom prst="rect">
            <a:avLst/>
          </a:prstGeom>
        </p:spPr>
        <p:txBody>
          <a:bodyPr vert="horz" lIns="91440" tIns="45720" rIns="91440" bIns="45720" rtlCol="0" anchor="ctr"/>
          <a:lstStyle>
            <a:lvl1pPr algn="ctr" eaLnBrk="1" fontAlgn="auto" hangingPunct="1">
              <a:spcBef>
                <a:spcPts val="0"/>
              </a:spcBef>
              <a:spcAft>
                <a:spcPts val="0"/>
              </a:spcAft>
              <a:defRPr sz="1200" b="1" smtClean="0">
                <a:solidFill>
                  <a:srgbClr val="C00000"/>
                </a:solidFill>
                <a:latin typeface="Arial" panose="020B0604020202020204" pitchFamily="34" charset="0"/>
                <a:cs typeface="Arial" panose="020B0604020202020204" pitchFamily="34" charset="0"/>
              </a:defRPr>
            </a:lvl1pPr>
          </a:lstStyle>
          <a:p>
            <a:pPr>
              <a:defRPr/>
            </a:pPr>
            <a:fld id="{48B4153A-D4C5-4CEF-8992-0D8815C829E3}" type="slidenum">
              <a:rPr lang="en-US" smtClean="0"/>
              <a:pPr>
                <a:defRPr/>
              </a:pPr>
              <a:t>‹N›</a:t>
            </a:fld>
            <a:endParaRPr lang="en-US" dirty="0"/>
          </a:p>
        </p:txBody>
      </p:sp>
      <p:sp>
        <p:nvSpPr>
          <p:cNvPr id="11" name="Rectangle 8">
            <a:extLst>
              <a:ext uri="{FF2B5EF4-FFF2-40B4-BE49-F238E27FC236}">
                <a16:creationId xmlns:a16="http://schemas.microsoft.com/office/drawing/2014/main" id="{6BE73488-10D2-46C5-8886-B5262B4036E9}"/>
              </a:ext>
            </a:extLst>
          </p:cNvPr>
          <p:cNvSpPr/>
          <p:nvPr userDrawn="1"/>
        </p:nvSpPr>
        <p:spPr>
          <a:xfrm>
            <a:off x="463550" y="1017025"/>
            <a:ext cx="3708400" cy="72000"/>
          </a:xfrm>
          <a:prstGeom prst="rect">
            <a:avLst/>
          </a:prstGeom>
          <a:solidFill>
            <a:srgbClr val="942639"/>
          </a:solidFill>
          <a:ln>
            <a:noFill/>
          </a:ln>
          <a:effectLst/>
        </p:spPr>
        <p:style>
          <a:lnRef idx="1">
            <a:schemeClr val="accent1"/>
          </a:lnRef>
          <a:fillRef idx="3">
            <a:schemeClr val="accent1"/>
          </a:fillRef>
          <a:effectRef idx="2">
            <a:schemeClr val="accent1"/>
          </a:effectRef>
          <a:fontRef idx="minor">
            <a:schemeClr val="lt1"/>
          </a:fontRef>
        </p:style>
      </p:sp>
      <p:sp>
        <p:nvSpPr>
          <p:cNvPr id="12" name="Rectangle 10">
            <a:extLst>
              <a:ext uri="{FF2B5EF4-FFF2-40B4-BE49-F238E27FC236}">
                <a16:creationId xmlns:a16="http://schemas.microsoft.com/office/drawing/2014/main" id="{9DFCC48B-BCC3-4AAB-8EE4-592BE912D5A8}"/>
              </a:ext>
            </a:extLst>
          </p:cNvPr>
          <p:cNvSpPr/>
          <p:nvPr userDrawn="1"/>
        </p:nvSpPr>
        <p:spPr>
          <a:xfrm>
            <a:off x="4251325" y="1017025"/>
            <a:ext cx="3706813" cy="72000"/>
          </a:xfrm>
          <a:prstGeom prst="rect">
            <a:avLst/>
          </a:prstGeom>
          <a:solidFill>
            <a:srgbClr val="CC2A2A">
              <a:alpha val="98824"/>
            </a:srgbClr>
          </a:solidFill>
          <a:ln>
            <a:noFill/>
          </a:ln>
          <a:effectLst/>
        </p:spPr>
        <p:style>
          <a:lnRef idx="1">
            <a:schemeClr val="accent1"/>
          </a:lnRef>
          <a:fillRef idx="3">
            <a:schemeClr val="accent1"/>
          </a:fillRef>
          <a:effectRef idx="2">
            <a:schemeClr val="accent1"/>
          </a:effectRef>
          <a:fontRef idx="minor">
            <a:schemeClr val="lt1"/>
          </a:fontRef>
        </p:style>
      </p:sp>
      <p:sp>
        <p:nvSpPr>
          <p:cNvPr id="13" name="Rectangle 9">
            <a:extLst>
              <a:ext uri="{FF2B5EF4-FFF2-40B4-BE49-F238E27FC236}">
                <a16:creationId xmlns:a16="http://schemas.microsoft.com/office/drawing/2014/main" id="{02EE5703-F2FA-4A41-8927-030A564B0F80}"/>
              </a:ext>
            </a:extLst>
          </p:cNvPr>
          <p:cNvSpPr/>
          <p:nvPr userDrawn="1"/>
        </p:nvSpPr>
        <p:spPr>
          <a:xfrm>
            <a:off x="8037513" y="1017025"/>
            <a:ext cx="3708400" cy="72000"/>
          </a:xfrm>
          <a:prstGeom prst="rect">
            <a:avLst/>
          </a:prstGeom>
          <a:solidFill>
            <a:srgbClr val="7B7C7E"/>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1639054892"/>
      </p:ext>
    </p:extLst>
  </p:cSld>
  <p:clrMapOvr>
    <a:masterClrMapping/>
  </p:clrMapOvr>
  <p:extLst>
    <p:ext uri="{DCECCB84-F9BA-43D5-87BE-67443E8EF086}">
      <p15:sldGuideLst xmlns:p15="http://schemas.microsoft.com/office/powerpoint/2012/main">
        <p15:guide id="1" orient="horz" pos="4178"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esto 1 colonna">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474201" y="1557338"/>
            <a:ext cx="11264002" cy="4472526"/>
          </a:xfrm>
        </p:spPr>
        <p:txBody>
          <a:bodyPr lIns="0" tIns="0" rIns="0" bIns="0">
            <a:noAutofit/>
          </a:bodyPr>
          <a:lstStyle>
            <a:lvl1pPr marL="0" indent="0">
              <a:buNone/>
              <a:defRPr sz="1800" b="0">
                <a:solidFill>
                  <a:schemeClr val="tx1">
                    <a:lumMod val="65000"/>
                    <a:lumOff val="3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dirty="0"/>
              <a:t>Fare clic per modificare gli stili del testo dello schema</a:t>
            </a:r>
          </a:p>
        </p:txBody>
      </p:sp>
      <p:sp>
        <p:nvSpPr>
          <p:cNvPr id="12" name="Title Placeholder 1">
            <a:extLst>
              <a:ext uri="{FF2B5EF4-FFF2-40B4-BE49-F238E27FC236}">
                <a16:creationId xmlns:a16="http://schemas.microsoft.com/office/drawing/2014/main" id="{86F2967F-3AC1-482F-9FA1-FB5058EEC437}"/>
              </a:ext>
            </a:extLst>
          </p:cNvPr>
          <p:cNvSpPr>
            <a:spLocks noGrp="1"/>
          </p:cNvSpPr>
          <p:nvPr>
            <p:ph type="title"/>
          </p:nvPr>
        </p:nvSpPr>
        <p:spPr>
          <a:xfrm>
            <a:off x="468895" y="503475"/>
            <a:ext cx="11269308" cy="384721"/>
          </a:xfrm>
          <a:prstGeom prst="rect">
            <a:avLst/>
          </a:prstGeom>
        </p:spPr>
        <p:txBody>
          <a:bodyPr lIns="0" tIns="0" rIns="0" bIns="0" rtlCol="0">
            <a:spAutoFit/>
          </a:bodyPr>
          <a:lstStyle>
            <a:lvl1pPr>
              <a:lnSpc>
                <a:spcPts val="3000"/>
              </a:lnSpc>
              <a:defRPr sz="2800" cap="none"/>
            </a:lvl1pPr>
          </a:lstStyle>
          <a:p>
            <a:r>
              <a:rPr lang="it-IT" dirty="0"/>
              <a:t>Fare clic per modificare lo stile del titolo dello schema</a:t>
            </a:r>
            <a:endParaRPr lang="en-US" dirty="0"/>
          </a:p>
        </p:txBody>
      </p:sp>
      <p:sp>
        <p:nvSpPr>
          <p:cNvPr id="13" name="Rectangle 8">
            <a:extLst>
              <a:ext uri="{FF2B5EF4-FFF2-40B4-BE49-F238E27FC236}">
                <a16:creationId xmlns:a16="http://schemas.microsoft.com/office/drawing/2014/main" id="{BB147208-B303-4867-B415-427BFDB712AA}"/>
              </a:ext>
            </a:extLst>
          </p:cNvPr>
          <p:cNvSpPr/>
          <p:nvPr userDrawn="1"/>
        </p:nvSpPr>
        <p:spPr>
          <a:xfrm>
            <a:off x="463550" y="1017025"/>
            <a:ext cx="3708400" cy="72000"/>
          </a:xfrm>
          <a:prstGeom prst="rect">
            <a:avLst/>
          </a:prstGeom>
          <a:solidFill>
            <a:srgbClr val="942639"/>
          </a:solidFill>
          <a:ln>
            <a:noFill/>
          </a:ln>
          <a:effectLst/>
        </p:spPr>
        <p:style>
          <a:lnRef idx="1">
            <a:schemeClr val="accent1"/>
          </a:lnRef>
          <a:fillRef idx="3">
            <a:schemeClr val="accent1"/>
          </a:fillRef>
          <a:effectRef idx="2">
            <a:schemeClr val="accent1"/>
          </a:effectRef>
          <a:fontRef idx="minor">
            <a:schemeClr val="lt1"/>
          </a:fontRef>
        </p:style>
      </p:sp>
      <p:sp>
        <p:nvSpPr>
          <p:cNvPr id="14" name="Rectangle 10">
            <a:extLst>
              <a:ext uri="{FF2B5EF4-FFF2-40B4-BE49-F238E27FC236}">
                <a16:creationId xmlns:a16="http://schemas.microsoft.com/office/drawing/2014/main" id="{3AC1916D-DE81-4DEB-837D-9B1EBBEBAB9E}"/>
              </a:ext>
            </a:extLst>
          </p:cNvPr>
          <p:cNvSpPr/>
          <p:nvPr userDrawn="1"/>
        </p:nvSpPr>
        <p:spPr>
          <a:xfrm>
            <a:off x="4251325" y="1017025"/>
            <a:ext cx="3706813" cy="72000"/>
          </a:xfrm>
          <a:prstGeom prst="rect">
            <a:avLst/>
          </a:prstGeom>
          <a:solidFill>
            <a:srgbClr val="CC2A2A">
              <a:alpha val="98824"/>
            </a:srgbClr>
          </a:solidFill>
          <a:ln>
            <a:noFill/>
          </a:ln>
          <a:effectLst/>
        </p:spPr>
        <p:style>
          <a:lnRef idx="1">
            <a:schemeClr val="accent1"/>
          </a:lnRef>
          <a:fillRef idx="3">
            <a:schemeClr val="accent1"/>
          </a:fillRef>
          <a:effectRef idx="2">
            <a:schemeClr val="accent1"/>
          </a:effectRef>
          <a:fontRef idx="minor">
            <a:schemeClr val="lt1"/>
          </a:fontRef>
        </p:style>
      </p:sp>
      <p:sp>
        <p:nvSpPr>
          <p:cNvPr id="15" name="Rectangle 9">
            <a:extLst>
              <a:ext uri="{FF2B5EF4-FFF2-40B4-BE49-F238E27FC236}">
                <a16:creationId xmlns:a16="http://schemas.microsoft.com/office/drawing/2014/main" id="{EA5C2815-3F5D-4F03-A9B8-AD61D140AB8F}"/>
              </a:ext>
            </a:extLst>
          </p:cNvPr>
          <p:cNvSpPr/>
          <p:nvPr userDrawn="1"/>
        </p:nvSpPr>
        <p:spPr>
          <a:xfrm>
            <a:off x="8037513" y="1017025"/>
            <a:ext cx="3708400" cy="72000"/>
          </a:xfrm>
          <a:prstGeom prst="rect">
            <a:avLst/>
          </a:prstGeom>
          <a:solidFill>
            <a:srgbClr val="7B7C7E"/>
          </a:solidFill>
          <a:ln>
            <a:noFill/>
          </a:ln>
          <a:effectLst/>
        </p:spPr>
        <p:style>
          <a:lnRef idx="1">
            <a:schemeClr val="accent1"/>
          </a:lnRef>
          <a:fillRef idx="3">
            <a:schemeClr val="accent1"/>
          </a:fillRef>
          <a:effectRef idx="2">
            <a:schemeClr val="accent1"/>
          </a:effectRef>
          <a:fontRef idx="minor">
            <a:schemeClr val="lt1"/>
          </a:fontRef>
        </p:style>
      </p:sp>
      <p:pic>
        <p:nvPicPr>
          <p:cNvPr id="16" name="Immagine 15">
            <a:extLst>
              <a:ext uri="{FF2B5EF4-FFF2-40B4-BE49-F238E27FC236}">
                <a16:creationId xmlns:a16="http://schemas.microsoft.com/office/drawing/2014/main" id="{211B9727-26D5-42C6-AA8E-16F0A955108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0868242" y="6402657"/>
            <a:ext cx="840882" cy="245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 name="Footer Placeholder 4">
            <a:extLst>
              <a:ext uri="{FF2B5EF4-FFF2-40B4-BE49-F238E27FC236}">
                <a16:creationId xmlns:a16="http://schemas.microsoft.com/office/drawing/2014/main" id="{3DB52600-6114-4FF8-A64F-1419078C0669}"/>
              </a:ext>
            </a:extLst>
          </p:cNvPr>
          <p:cNvSpPr>
            <a:spLocks noGrp="1"/>
          </p:cNvSpPr>
          <p:nvPr>
            <p:ph type="ftr" sz="quarter" idx="10"/>
          </p:nvPr>
        </p:nvSpPr>
        <p:spPr>
          <a:xfrm>
            <a:off x="898588" y="6394753"/>
            <a:ext cx="9644444" cy="259965"/>
          </a:xfrm>
          <a:prstGeom prst="rect">
            <a:avLst/>
          </a:prstGeom>
        </p:spPr>
        <p:txBody>
          <a:bodyPr vert="horz" lIns="0" tIns="0" rIns="0" bIns="0" rtlCol="0" anchor="b" anchorCtr="0"/>
          <a:lstStyle>
            <a:lvl1pPr algn="l" eaLnBrk="1" fontAlgn="auto" hangingPunct="1">
              <a:spcBef>
                <a:spcPts val="0"/>
              </a:spcBef>
              <a:spcAft>
                <a:spcPts val="0"/>
              </a:spcAft>
              <a:defRPr sz="900" cap="all" dirty="0">
                <a:solidFill>
                  <a:schemeClr val="tx1">
                    <a:lumMod val="65000"/>
                    <a:lumOff val="35000"/>
                  </a:schemeClr>
                </a:solidFill>
                <a:latin typeface="Arial" panose="020B0604020202020204" pitchFamily="34" charset="0"/>
                <a:cs typeface="Arial" panose="020B0604020202020204" pitchFamily="34" charset="0"/>
              </a:defRPr>
            </a:lvl1pPr>
          </a:lstStyle>
          <a:p>
            <a:pPr>
              <a:defRPr/>
            </a:pPr>
            <a:endParaRPr lang="en-US" dirty="0"/>
          </a:p>
        </p:txBody>
      </p:sp>
      <p:sp>
        <p:nvSpPr>
          <p:cNvPr id="19" name="Slide Number Placeholder 5">
            <a:extLst>
              <a:ext uri="{FF2B5EF4-FFF2-40B4-BE49-F238E27FC236}">
                <a16:creationId xmlns:a16="http://schemas.microsoft.com/office/drawing/2014/main" id="{C98E623A-5D96-4DDD-91E6-E567C5082EFA}"/>
              </a:ext>
            </a:extLst>
          </p:cNvPr>
          <p:cNvSpPr>
            <a:spLocks noGrp="1"/>
          </p:cNvSpPr>
          <p:nvPr>
            <p:ph type="sldNum" sz="quarter" idx="11"/>
          </p:nvPr>
        </p:nvSpPr>
        <p:spPr>
          <a:xfrm>
            <a:off x="323469" y="6397225"/>
            <a:ext cx="501650" cy="365125"/>
          </a:xfrm>
          <a:prstGeom prst="rect">
            <a:avLst/>
          </a:prstGeom>
        </p:spPr>
        <p:txBody>
          <a:bodyPr vert="horz" lIns="91440" tIns="45720" rIns="91440" bIns="45720" rtlCol="0" anchor="ctr"/>
          <a:lstStyle>
            <a:lvl1pPr algn="ctr" eaLnBrk="1" fontAlgn="auto" hangingPunct="1">
              <a:spcBef>
                <a:spcPts val="0"/>
              </a:spcBef>
              <a:spcAft>
                <a:spcPts val="0"/>
              </a:spcAft>
              <a:defRPr sz="1200" b="1" smtClean="0">
                <a:solidFill>
                  <a:srgbClr val="C00000"/>
                </a:solidFill>
                <a:latin typeface="Arial" panose="020B0604020202020204" pitchFamily="34" charset="0"/>
                <a:cs typeface="Arial" panose="020B0604020202020204" pitchFamily="34" charset="0"/>
              </a:defRPr>
            </a:lvl1pPr>
          </a:lstStyle>
          <a:p>
            <a:pPr>
              <a:defRPr/>
            </a:pPr>
            <a:fld id="{48B4153A-D4C5-4CEF-8992-0D8815C829E3}" type="slidenum">
              <a:rPr lang="en-US" smtClean="0"/>
              <a:pPr>
                <a:defRPr/>
              </a:pPr>
              <a:t>‹N›</a:t>
            </a:fld>
            <a:endParaRPr lang="en-US" dirty="0"/>
          </a:p>
        </p:txBody>
      </p:sp>
    </p:spTree>
    <p:extLst>
      <p:ext uri="{BB962C8B-B14F-4D97-AF65-F5344CB8AC3E}">
        <p14:creationId xmlns:p14="http://schemas.microsoft.com/office/powerpoint/2010/main" val="1652028618"/>
      </p:ext>
    </p:extLst>
  </p:cSld>
  <p:clrMapOvr>
    <a:masterClrMapping/>
  </p:clrMapOvr>
  <p:extLst>
    <p:ext uri="{DCECCB84-F9BA-43D5-87BE-67443E8EF086}">
      <p15:sldGuideLst xmlns:p15="http://schemas.microsoft.com/office/powerpoint/2012/main">
        <p15:guide id="1" orient="horz" pos="981"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esto 2 colonne">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463786" y="1557338"/>
            <a:ext cx="11276765" cy="4472526"/>
          </a:xfrm>
        </p:spPr>
        <p:txBody>
          <a:bodyPr lIns="0" tIns="0" rIns="0" bIns="0" numCol="2" spcCol="540000">
            <a:noAutofit/>
          </a:bodyPr>
          <a:lstStyle>
            <a:lvl1pPr marL="0" indent="0">
              <a:buNone/>
              <a:defRPr sz="1800" b="0">
                <a:solidFill>
                  <a:schemeClr val="tx1">
                    <a:lumMod val="65000"/>
                    <a:lumOff val="3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dirty="0"/>
              <a:t>Fare clic per modificare gli stili del testo dello schema</a:t>
            </a:r>
          </a:p>
        </p:txBody>
      </p:sp>
      <p:sp>
        <p:nvSpPr>
          <p:cNvPr id="13" name="Rectangle 8">
            <a:extLst>
              <a:ext uri="{FF2B5EF4-FFF2-40B4-BE49-F238E27FC236}">
                <a16:creationId xmlns:a16="http://schemas.microsoft.com/office/drawing/2014/main" id="{85F80FCE-DB62-4AE9-8E37-C5ECE83CEA2A}"/>
              </a:ext>
            </a:extLst>
          </p:cNvPr>
          <p:cNvSpPr/>
          <p:nvPr userDrawn="1"/>
        </p:nvSpPr>
        <p:spPr>
          <a:xfrm>
            <a:off x="463550" y="1017025"/>
            <a:ext cx="3708400" cy="72000"/>
          </a:xfrm>
          <a:prstGeom prst="rect">
            <a:avLst/>
          </a:prstGeom>
          <a:solidFill>
            <a:srgbClr val="942639"/>
          </a:solidFill>
          <a:ln>
            <a:noFill/>
          </a:ln>
          <a:effectLst/>
        </p:spPr>
        <p:style>
          <a:lnRef idx="1">
            <a:schemeClr val="accent1"/>
          </a:lnRef>
          <a:fillRef idx="3">
            <a:schemeClr val="accent1"/>
          </a:fillRef>
          <a:effectRef idx="2">
            <a:schemeClr val="accent1"/>
          </a:effectRef>
          <a:fontRef idx="minor">
            <a:schemeClr val="lt1"/>
          </a:fontRef>
        </p:style>
      </p:sp>
      <p:sp>
        <p:nvSpPr>
          <p:cNvPr id="14" name="Rectangle 10">
            <a:extLst>
              <a:ext uri="{FF2B5EF4-FFF2-40B4-BE49-F238E27FC236}">
                <a16:creationId xmlns:a16="http://schemas.microsoft.com/office/drawing/2014/main" id="{5337BA55-D4F4-482D-9902-A7DF343CF4BD}"/>
              </a:ext>
            </a:extLst>
          </p:cNvPr>
          <p:cNvSpPr/>
          <p:nvPr userDrawn="1"/>
        </p:nvSpPr>
        <p:spPr>
          <a:xfrm>
            <a:off x="4251325" y="1017025"/>
            <a:ext cx="3706813" cy="72000"/>
          </a:xfrm>
          <a:prstGeom prst="rect">
            <a:avLst/>
          </a:prstGeom>
          <a:solidFill>
            <a:srgbClr val="CC2A2A">
              <a:alpha val="98824"/>
            </a:srgbClr>
          </a:solidFill>
          <a:ln>
            <a:noFill/>
          </a:ln>
          <a:effectLst/>
        </p:spPr>
        <p:style>
          <a:lnRef idx="1">
            <a:schemeClr val="accent1"/>
          </a:lnRef>
          <a:fillRef idx="3">
            <a:schemeClr val="accent1"/>
          </a:fillRef>
          <a:effectRef idx="2">
            <a:schemeClr val="accent1"/>
          </a:effectRef>
          <a:fontRef idx="minor">
            <a:schemeClr val="lt1"/>
          </a:fontRef>
        </p:style>
      </p:sp>
      <p:sp>
        <p:nvSpPr>
          <p:cNvPr id="15" name="Rectangle 9">
            <a:extLst>
              <a:ext uri="{FF2B5EF4-FFF2-40B4-BE49-F238E27FC236}">
                <a16:creationId xmlns:a16="http://schemas.microsoft.com/office/drawing/2014/main" id="{1E77F523-A47D-4ED1-A730-DF5462674088}"/>
              </a:ext>
            </a:extLst>
          </p:cNvPr>
          <p:cNvSpPr/>
          <p:nvPr userDrawn="1"/>
        </p:nvSpPr>
        <p:spPr>
          <a:xfrm>
            <a:off x="8037513" y="1017025"/>
            <a:ext cx="3708400" cy="72000"/>
          </a:xfrm>
          <a:prstGeom prst="rect">
            <a:avLst/>
          </a:prstGeom>
          <a:solidFill>
            <a:srgbClr val="7B7C7E"/>
          </a:solidFill>
          <a:ln>
            <a:noFill/>
          </a:ln>
          <a:effectLst/>
        </p:spPr>
        <p:style>
          <a:lnRef idx="1">
            <a:schemeClr val="accent1"/>
          </a:lnRef>
          <a:fillRef idx="3">
            <a:schemeClr val="accent1"/>
          </a:fillRef>
          <a:effectRef idx="2">
            <a:schemeClr val="accent1"/>
          </a:effectRef>
          <a:fontRef idx="minor">
            <a:schemeClr val="lt1"/>
          </a:fontRef>
        </p:style>
      </p:sp>
      <p:pic>
        <p:nvPicPr>
          <p:cNvPr id="16" name="Immagine 15">
            <a:extLst>
              <a:ext uri="{FF2B5EF4-FFF2-40B4-BE49-F238E27FC236}">
                <a16:creationId xmlns:a16="http://schemas.microsoft.com/office/drawing/2014/main" id="{B35A5DA5-9B3D-430B-9B7D-12A49C896007}"/>
              </a:ext>
            </a:extLst>
          </p:cNvPr>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0868242" y="6402657"/>
            <a:ext cx="840882" cy="245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 name="Footer Placeholder 4">
            <a:extLst>
              <a:ext uri="{FF2B5EF4-FFF2-40B4-BE49-F238E27FC236}">
                <a16:creationId xmlns:a16="http://schemas.microsoft.com/office/drawing/2014/main" id="{BC87520E-C40B-4CBE-A2FA-D2587AA9999C}"/>
              </a:ext>
            </a:extLst>
          </p:cNvPr>
          <p:cNvSpPr>
            <a:spLocks noGrp="1"/>
          </p:cNvSpPr>
          <p:nvPr>
            <p:ph type="ftr" sz="quarter" idx="10"/>
          </p:nvPr>
        </p:nvSpPr>
        <p:spPr>
          <a:xfrm>
            <a:off x="898588" y="6394753"/>
            <a:ext cx="9644444" cy="259965"/>
          </a:xfrm>
          <a:prstGeom prst="rect">
            <a:avLst/>
          </a:prstGeom>
        </p:spPr>
        <p:txBody>
          <a:bodyPr vert="horz" lIns="0" tIns="0" rIns="0" bIns="0" rtlCol="0" anchor="b" anchorCtr="0"/>
          <a:lstStyle>
            <a:lvl1pPr algn="l" eaLnBrk="1" fontAlgn="auto" hangingPunct="1">
              <a:spcBef>
                <a:spcPts val="0"/>
              </a:spcBef>
              <a:spcAft>
                <a:spcPts val="0"/>
              </a:spcAft>
              <a:defRPr sz="900" cap="all" dirty="0">
                <a:solidFill>
                  <a:schemeClr val="tx1">
                    <a:lumMod val="65000"/>
                    <a:lumOff val="35000"/>
                  </a:schemeClr>
                </a:solidFill>
                <a:latin typeface="Arial" panose="020B0604020202020204" pitchFamily="34" charset="0"/>
                <a:cs typeface="Arial" panose="020B0604020202020204" pitchFamily="34" charset="0"/>
              </a:defRPr>
            </a:lvl1pPr>
          </a:lstStyle>
          <a:p>
            <a:pPr>
              <a:defRPr/>
            </a:pPr>
            <a:endParaRPr lang="en-US" dirty="0"/>
          </a:p>
        </p:txBody>
      </p:sp>
      <p:sp>
        <p:nvSpPr>
          <p:cNvPr id="19" name="Slide Number Placeholder 5">
            <a:extLst>
              <a:ext uri="{FF2B5EF4-FFF2-40B4-BE49-F238E27FC236}">
                <a16:creationId xmlns:a16="http://schemas.microsoft.com/office/drawing/2014/main" id="{98ED1510-B77E-4E58-8FB2-F06301CA45C2}"/>
              </a:ext>
            </a:extLst>
          </p:cNvPr>
          <p:cNvSpPr>
            <a:spLocks noGrp="1"/>
          </p:cNvSpPr>
          <p:nvPr>
            <p:ph type="sldNum" sz="quarter" idx="11"/>
          </p:nvPr>
        </p:nvSpPr>
        <p:spPr>
          <a:xfrm>
            <a:off x="323469" y="6397225"/>
            <a:ext cx="501650" cy="365125"/>
          </a:xfrm>
          <a:prstGeom prst="rect">
            <a:avLst/>
          </a:prstGeom>
        </p:spPr>
        <p:txBody>
          <a:bodyPr vert="horz" lIns="91440" tIns="45720" rIns="91440" bIns="45720" rtlCol="0" anchor="ctr"/>
          <a:lstStyle>
            <a:lvl1pPr algn="ctr" eaLnBrk="1" fontAlgn="auto" hangingPunct="1">
              <a:spcBef>
                <a:spcPts val="0"/>
              </a:spcBef>
              <a:spcAft>
                <a:spcPts val="0"/>
              </a:spcAft>
              <a:defRPr sz="1200" b="1" smtClean="0">
                <a:solidFill>
                  <a:srgbClr val="C00000"/>
                </a:solidFill>
                <a:latin typeface="Arial" panose="020B0604020202020204" pitchFamily="34" charset="0"/>
                <a:cs typeface="Arial" panose="020B0604020202020204" pitchFamily="34" charset="0"/>
              </a:defRPr>
            </a:lvl1pPr>
          </a:lstStyle>
          <a:p>
            <a:pPr>
              <a:defRPr/>
            </a:pPr>
            <a:fld id="{48B4153A-D4C5-4CEF-8992-0D8815C829E3}" type="slidenum">
              <a:rPr lang="en-US" smtClean="0"/>
              <a:pPr>
                <a:defRPr/>
              </a:pPr>
              <a:t>‹N›</a:t>
            </a:fld>
            <a:endParaRPr lang="en-US" dirty="0"/>
          </a:p>
        </p:txBody>
      </p:sp>
      <p:sp>
        <p:nvSpPr>
          <p:cNvPr id="10" name="Title Placeholder 1">
            <a:extLst>
              <a:ext uri="{FF2B5EF4-FFF2-40B4-BE49-F238E27FC236}">
                <a16:creationId xmlns:a16="http://schemas.microsoft.com/office/drawing/2014/main" id="{385672B4-73ED-0645-AF4D-5916A1BEEC00}"/>
              </a:ext>
            </a:extLst>
          </p:cNvPr>
          <p:cNvSpPr>
            <a:spLocks noGrp="1"/>
          </p:cNvSpPr>
          <p:nvPr>
            <p:ph type="title" hasCustomPrompt="1"/>
          </p:nvPr>
        </p:nvSpPr>
        <p:spPr>
          <a:xfrm>
            <a:off x="468895" y="503475"/>
            <a:ext cx="11269308" cy="384721"/>
          </a:xfrm>
          <a:prstGeom prst="rect">
            <a:avLst/>
          </a:prstGeom>
        </p:spPr>
        <p:txBody>
          <a:bodyPr lIns="0" tIns="0" rIns="0" bIns="0" rtlCol="0">
            <a:spAutoFit/>
          </a:bodyPr>
          <a:lstStyle>
            <a:lvl1pPr>
              <a:lnSpc>
                <a:spcPts val="3000"/>
              </a:lnSpc>
              <a:defRPr sz="2800" cap="none" baseline="0"/>
            </a:lvl1pPr>
          </a:lstStyle>
          <a:p>
            <a:r>
              <a:rPr lang="it-IT" dirty="0"/>
              <a:t>Fare clic per modificare lo stile del titolo dello schema</a:t>
            </a:r>
            <a:endParaRPr lang="en-US" dirty="0"/>
          </a:p>
        </p:txBody>
      </p:sp>
    </p:spTree>
    <p:extLst>
      <p:ext uri="{BB962C8B-B14F-4D97-AF65-F5344CB8AC3E}">
        <p14:creationId xmlns:p14="http://schemas.microsoft.com/office/powerpoint/2010/main" val="1527588422"/>
      </p:ext>
    </p:extLst>
  </p:cSld>
  <p:clrMapOvr>
    <a:masterClrMapping/>
  </p:clrMapOvr>
  <p:extLst>
    <p:ext uri="{DCECCB84-F9BA-43D5-87BE-67443E8EF086}">
      <p15:sldGuideLst xmlns:p15="http://schemas.microsoft.com/office/powerpoint/2012/main">
        <p15:guide id="1" orient="horz" pos="981"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esto 3 colonne">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463787" y="1557337"/>
            <a:ext cx="11269308" cy="4392613"/>
          </a:xfrm>
        </p:spPr>
        <p:txBody>
          <a:bodyPr lIns="0" tIns="0" rIns="0" bIns="0" numCol="3" spcCol="432000">
            <a:noAutofit/>
          </a:bodyPr>
          <a:lstStyle>
            <a:lvl1pPr marL="0" indent="0">
              <a:buNone/>
              <a:defRPr sz="1800" b="0">
                <a:solidFill>
                  <a:schemeClr val="tx1">
                    <a:lumMod val="65000"/>
                    <a:lumOff val="3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dirty="0"/>
              <a:t>Fare clic per modificare gli stili del testo dello schema</a:t>
            </a:r>
          </a:p>
        </p:txBody>
      </p:sp>
      <p:sp>
        <p:nvSpPr>
          <p:cNvPr id="13" name="Rectangle 8">
            <a:extLst>
              <a:ext uri="{FF2B5EF4-FFF2-40B4-BE49-F238E27FC236}">
                <a16:creationId xmlns:a16="http://schemas.microsoft.com/office/drawing/2014/main" id="{A97EA33F-8FE6-43F7-B87B-F8A75881DC82}"/>
              </a:ext>
            </a:extLst>
          </p:cNvPr>
          <p:cNvSpPr/>
          <p:nvPr userDrawn="1"/>
        </p:nvSpPr>
        <p:spPr>
          <a:xfrm>
            <a:off x="463550" y="1017025"/>
            <a:ext cx="3708400" cy="72000"/>
          </a:xfrm>
          <a:prstGeom prst="rect">
            <a:avLst/>
          </a:prstGeom>
          <a:solidFill>
            <a:srgbClr val="942639"/>
          </a:solidFill>
          <a:ln>
            <a:noFill/>
          </a:ln>
          <a:effectLst/>
        </p:spPr>
        <p:style>
          <a:lnRef idx="1">
            <a:schemeClr val="accent1"/>
          </a:lnRef>
          <a:fillRef idx="3">
            <a:schemeClr val="accent1"/>
          </a:fillRef>
          <a:effectRef idx="2">
            <a:schemeClr val="accent1"/>
          </a:effectRef>
          <a:fontRef idx="minor">
            <a:schemeClr val="lt1"/>
          </a:fontRef>
        </p:style>
      </p:sp>
      <p:sp>
        <p:nvSpPr>
          <p:cNvPr id="14" name="Rectangle 10">
            <a:extLst>
              <a:ext uri="{FF2B5EF4-FFF2-40B4-BE49-F238E27FC236}">
                <a16:creationId xmlns:a16="http://schemas.microsoft.com/office/drawing/2014/main" id="{4457ED34-8FD7-4334-B58D-DE5268F487BB}"/>
              </a:ext>
            </a:extLst>
          </p:cNvPr>
          <p:cNvSpPr/>
          <p:nvPr userDrawn="1"/>
        </p:nvSpPr>
        <p:spPr>
          <a:xfrm>
            <a:off x="4251325" y="1017025"/>
            <a:ext cx="3706813" cy="72000"/>
          </a:xfrm>
          <a:prstGeom prst="rect">
            <a:avLst/>
          </a:prstGeom>
          <a:solidFill>
            <a:srgbClr val="CC2A2A">
              <a:alpha val="98824"/>
            </a:srgbClr>
          </a:solidFill>
          <a:ln>
            <a:noFill/>
          </a:ln>
          <a:effectLst/>
        </p:spPr>
        <p:style>
          <a:lnRef idx="1">
            <a:schemeClr val="accent1"/>
          </a:lnRef>
          <a:fillRef idx="3">
            <a:schemeClr val="accent1"/>
          </a:fillRef>
          <a:effectRef idx="2">
            <a:schemeClr val="accent1"/>
          </a:effectRef>
          <a:fontRef idx="minor">
            <a:schemeClr val="lt1"/>
          </a:fontRef>
        </p:style>
      </p:sp>
      <p:sp>
        <p:nvSpPr>
          <p:cNvPr id="15" name="Rectangle 9">
            <a:extLst>
              <a:ext uri="{FF2B5EF4-FFF2-40B4-BE49-F238E27FC236}">
                <a16:creationId xmlns:a16="http://schemas.microsoft.com/office/drawing/2014/main" id="{DE95361B-2753-4630-8435-D8D6DFA2E2B3}"/>
              </a:ext>
            </a:extLst>
          </p:cNvPr>
          <p:cNvSpPr/>
          <p:nvPr userDrawn="1"/>
        </p:nvSpPr>
        <p:spPr>
          <a:xfrm>
            <a:off x="8037513" y="1017025"/>
            <a:ext cx="3708400" cy="72000"/>
          </a:xfrm>
          <a:prstGeom prst="rect">
            <a:avLst/>
          </a:prstGeom>
          <a:solidFill>
            <a:srgbClr val="7B7C7E"/>
          </a:solidFill>
          <a:ln>
            <a:noFill/>
          </a:ln>
          <a:effectLst/>
        </p:spPr>
        <p:style>
          <a:lnRef idx="1">
            <a:schemeClr val="accent1"/>
          </a:lnRef>
          <a:fillRef idx="3">
            <a:schemeClr val="accent1"/>
          </a:fillRef>
          <a:effectRef idx="2">
            <a:schemeClr val="accent1"/>
          </a:effectRef>
          <a:fontRef idx="minor">
            <a:schemeClr val="lt1"/>
          </a:fontRef>
        </p:style>
      </p:sp>
      <p:pic>
        <p:nvPicPr>
          <p:cNvPr id="16" name="Immagine 15">
            <a:extLst>
              <a:ext uri="{FF2B5EF4-FFF2-40B4-BE49-F238E27FC236}">
                <a16:creationId xmlns:a16="http://schemas.microsoft.com/office/drawing/2014/main" id="{9953CB5C-8C23-4943-AA23-507887A04CC2}"/>
              </a:ext>
            </a:extLst>
          </p:cNvPr>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0868242" y="6402657"/>
            <a:ext cx="840882" cy="245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 name="Footer Placeholder 4">
            <a:extLst>
              <a:ext uri="{FF2B5EF4-FFF2-40B4-BE49-F238E27FC236}">
                <a16:creationId xmlns:a16="http://schemas.microsoft.com/office/drawing/2014/main" id="{2EA2B975-3B1B-40A2-9512-420987E4167F}"/>
              </a:ext>
            </a:extLst>
          </p:cNvPr>
          <p:cNvSpPr>
            <a:spLocks noGrp="1"/>
          </p:cNvSpPr>
          <p:nvPr>
            <p:ph type="ftr" sz="quarter" idx="10"/>
          </p:nvPr>
        </p:nvSpPr>
        <p:spPr>
          <a:xfrm>
            <a:off x="898588" y="6394753"/>
            <a:ext cx="9644444" cy="259965"/>
          </a:xfrm>
          <a:prstGeom prst="rect">
            <a:avLst/>
          </a:prstGeom>
        </p:spPr>
        <p:txBody>
          <a:bodyPr vert="horz" lIns="0" tIns="0" rIns="0" bIns="0" rtlCol="0" anchor="b" anchorCtr="0"/>
          <a:lstStyle>
            <a:lvl1pPr algn="l" eaLnBrk="1" fontAlgn="auto" hangingPunct="1">
              <a:spcBef>
                <a:spcPts val="0"/>
              </a:spcBef>
              <a:spcAft>
                <a:spcPts val="0"/>
              </a:spcAft>
              <a:defRPr sz="900" cap="all" dirty="0">
                <a:solidFill>
                  <a:schemeClr val="tx1">
                    <a:lumMod val="65000"/>
                    <a:lumOff val="35000"/>
                  </a:schemeClr>
                </a:solidFill>
                <a:latin typeface="Arial" panose="020B0604020202020204" pitchFamily="34" charset="0"/>
                <a:cs typeface="Arial" panose="020B0604020202020204" pitchFamily="34" charset="0"/>
              </a:defRPr>
            </a:lvl1pPr>
          </a:lstStyle>
          <a:p>
            <a:pPr>
              <a:defRPr/>
            </a:pPr>
            <a:endParaRPr lang="en-US" dirty="0"/>
          </a:p>
        </p:txBody>
      </p:sp>
      <p:sp>
        <p:nvSpPr>
          <p:cNvPr id="19" name="Slide Number Placeholder 5">
            <a:extLst>
              <a:ext uri="{FF2B5EF4-FFF2-40B4-BE49-F238E27FC236}">
                <a16:creationId xmlns:a16="http://schemas.microsoft.com/office/drawing/2014/main" id="{2FD83117-18D4-4F50-B150-B24C3ADCCAF6}"/>
              </a:ext>
            </a:extLst>
          </p:cNvPr>
          <p:cNvSpPr>
            <a:spLocks noGrp="1"/>
          </p:cNvSpPr>
          <p:nvPr>
            <p:ph type="sldNum" sz="quarter" idx="11"/>
          </p:nvPr>
        </p:nvSpPr>
        <p:spPr>
          <a:xfrm>
            <a:off x="323469" y="6397225"/>
            <a:ext cx="501650" cy="365125"/>
          </a:xfrm>
          <a:prstGeom prst="rect">
            <a:avLst/>
          </a:prstGeom>
        </p:spPr>
        <p:txBody>
          <a:bodyPr vert="horz" lIns="91440" tIns="45720" rIns="91440" bIns="45720" rtlCol="0" anchor="ctr"/>
          <a:lstStyle>
            <a:lvl1pPr algn="ctr" eaLnBrk="1" fontAlgn="auto" hangingPunct="1">
              <a:spcBef>
                <a:spcPts val="0"/>
              </a:spcBef>
              <a:spcAft>
                <a:spcPts val="0"/>
              </a:spcAft>
              <a:defRPr sz="1200" b="1" smtClean="0">
                <a:solidFill>
                  <a:srgbClr val="C00000"/>
                </a:solidFill>
                <a:latin typeface="Arial" panose="020B0604020202020204" pitchFamily="34" charset="0"/>
                <a:cs typeface="Arial" panose="020B0604020202020204" pitchFamily="34" charset="0"/>
              </a:defRPr>
            </a:lvl1pPr>
          </a:lstStyle>
          <a:p>
            <a:pPr>
              <a:defRPr/>
            </a:pPr>
            <a:fld id="{48B4153A-D4C5-4CEF-8992-0D8815C829E3}" type="slidenum">
              <a:rPr lang="en-US" smtClean="0"/>
              <a:pPr>
                <a:defRPr/>
              </a:pPr>
              <a:t>‹N›</a:t>
            </a:fld>
            <a:endParaRPr lang="en-US" dirty="0"/>
          </a:p>
        </p:txBody>
      </p:sp>
      <p:sp>
        <p:nvSpPr>
          <p:cNvPr id="10" name="Title Placeholder 1">
            <a:extLst>
              <a:ext uri="{FF2B5EF4-FFF2-40B4-BE49-F238E27FC236}">
                <a16:creationId xmlns:a16="http://schemas.microsoft.com/office/drawing/2014/main" id="{385672B4-73ED-0645-AF4D-5916A1BEEC00}"/>
              </a:ext>
            </a:extLst>
          </p:cNvPr>
          <p:cNvSpPr>
            <a:spLocks noGrp="1"/>
          </p:cNvSpPr>
          <p:nvPr>
            <p:ph type="title" hasCustomPrompt="1"/>
          </p:nvPr>
        </p:nvSpPr>
        <p:spPr>
          <a:xfrm>
            <a:off x="468895" y="503475"/>
            <a:ext cx="11269308" cy="384721"/>
          </a:xfrm>
          <a:prstGeom prst="rect">
            <a:avLst/>
          </a:prstGeom>
        </p:spPr>
        <p:txBody>
          <a:bodyPr lIns="0" tIns="0" rIns="0" bIns="0" rtlCol="0">
            <a:spAutoFit/>
          </a:bodyPr>
          <a:lstStyle>
            <a:lvl1pPr>
              <a:lnSpc>
                <a:spcPts val="3000"/>
              </a:lnSpc>
              <a:defRPr sz="2800" cap="none" baseline="0"/>
            </a:lvl1pPr>
          </a:lstStyle>
          <a:p>
            <a:r>
              <a:rPr lang="it-IT" dirty="0"/>
              <a:t>Fare clic per modificare lo stile del titolo dello schema</a:t>
            </a:r>
            <a:endParaRPr lang="en-US" dirty="0"/>
          </a:p>
        </p:txBody>
      </p:sp>
    </p:spTree>
    <p:extLst>
      <p:ext uri="{BB962C8B-B14F-4D97-AF65-F5344CB8AC3E}">
        <p14:creationId xmlns:p14="http://schemas.microsoft.com/office/powerpoint/2010/main" val="3709207066"/>
      </p:ext>
    </p:extLst>
  </p:cSld>
  <p:clrMapOvr>
    <a:masterClrMapping/>
  </p:clrMapOvr>
  <p:extLst>
    <p:ext uri="{DCECCB84-F9BA-43D5-87BE-67443E8EF086}">
      <p15:sldGuideLst xmlns:p15="http://schemas.microsoft.com/office/powerpoint/2012/main">
        <p15:guide id="1" orient="horz" pos="3748" userDrawn="1">
          <p15:clr>
            <a:srgbClr val="FBAE40"/>
          </p15:clr>
        </p15:guide>
        <p15:guide id="2" pos="384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esto+grafico piccolo">
    <p:spTree>
      <p:nvGrpSpPr>
        <p:cNvPr id="1" name=""/>
        <p:cNvGrpSpPr/>
        <p:nvPr/>
      </p:nvGrpSpPr>
      <p:grpSpPr>
        <a:xfrm>
          <a:off x="0" y="0"/>
          <a:ext cx="0" cy="0"/>
          <a:chOff x="0" y="0"/>
          <a:chExt cx="0" cy="0"/>
        </a:xfrm>
      </p:grpSpPr>
      <p:sp>
        <p:nvSpPr>
          <p:cNvPr id="6" name="Rettangolo 5">
            <a:extLst>
              <a:ext uri="{FF2B5EF4-FFF2-40B4-BE49-F238E27FC236}">
                <a16:creationId xmlns:a16="http://schemas.microsoft.com/office/drawing/2014/main" id="{8FFAF148-8C21-EB4F-9093-19ADD1A51882}"/>
              </a:ext>
            </a:extLst>
          </p:cNvPr>
          <p:cNvSpPr/>
          <p:nvPr userDrawn="1"/>
        </p:nvSpPr>
        <p:spPr>
          <a:xfrm>
            <a:off x="8081963" y="1557338"/>
            <a:ext cx="3653783" cy="4392612"/>
          </a:xfrm>
          <a:prstGeom prst="rect">
            <a:avLst/>
          </a:prstGeom>
          <a:no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it-IT"/>
          </a:p>
        </p:txBody>
      </p:sp>
      <p:sp>
        <p:nvSpPr>
          <p:cNvPr id="3" name="Text Placeholder 2"/>
          <p:cNvSpPr>
            <a:spLocks noGrp="1"/>
          </p:cNvSpPr>
          <p:nvPr>
            <p:ph type="body" idx="1"/>
          </p:nvPr>
        </p:nvSpPr>
        <p:spPr>
          <a:xfrm>
            <a:off x="477519" y="1557338"/>
            <a:ext cx="7305513" cy="4392612"/>
          </a:xfrm>
        </p:spPr>
        <p:txBody>
          <a:bodyPr lIns="0" tIns="0" rIns="0" bIns="0" spcCol="360000">
            <a:noAutofit/>
          </a:bodyPr>
          <a:lstStyle>
            <a:lvl1pPr marL="0" indent="0">
              <a:buNone/>
              <a:defRPr sz="1800" b="0">
                <a:solidFill>
                  <a:schemeClr val="tx1">
                    <a:lumMod val="65000"/>
                    <a:lumOff val="3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dirty="0"/>
              <a:t>Fare clic per modificare gli stili del testo dello schema</a:t>
            </a:r>
          </a:p>
        </p:txBody>
      </p:sp>
      <p:sp>
        <p:nvSpPr>
          <p:cNvPr id="13" name="Text Placeholder 3">
            <a:extLst>
              <a:ext uri="{FF2B5EF4-FFF2-40B4-BE49-F238E27FC236}">
                <a16:creationId xmlns:a16="http://schemas.microsoft.com/office/drawing/2014/main" id="{8FE997AC-2DEF-4982-9219-0DE8E80C2C1D}"/>
              </a:ext>
            </a:extLst>
          </p:cNvPr>
          <p:cNvSpPr>
            <a:spLocks noGrp="1"/>
          </p:cNvSpPr>
          <p:nvPr>
            <p:ph type="body" sz="half" idx="11" hasCustomPrompt="1"/>
          </p:nvPr>
        </p:nvSpPr>
        <p:spPr>
          <a:xfrm>
            <a:off x="8162224" y="1696688"/>
            <a:ext cx="3492000" cy="457200"/>
          </a:xfrm>
        </p:spPr>
        <p:txBody>
          <a:bodyPr lIns="0" tIns="0" rIns="0" bIns="0">
            <a:noAutofit/>
          </a:bodyPr>
          <a:lstStyle>
            <a:lvl1pPr marL="0" indent="0" algn="ctr">
              <a:buNone/>
              <a:defRPr sz="1400">
                <a:solidFill>
                  <a:srgbClr val="CC2A2A"/>
                </a:solidFill>
                <a:latin typeface="Arial Narrow" panose="020B0606020202030204" pitchFamily="34"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dirty="0"/>
              <a:t>FARE CLIC PER MODIFICARE GLI STILI DEL TESTO</a:t>
            </a:r>
          </a:p>
        </p:txBody>
      </p:sp>
      <p:sp>
        <p:nvSpPr>
          <p:cNvPr id="14" name="Content Placeholder 3">
            <a:extLst>
              <a:ext uri="{FF2B5EF4-FFF2-40B4-BE49-F238E27FC236}">
                <a16:creationId xmlns:a16="http://schemas.microsoft.com/office/drawing/2014/main" id="{5014FC49-70B3-48C6-AAEA-1B6DEB762BE4}"/>
              </a:ext>
            </a:extLst>
          </p:cNvPr>
          <p:cNvSpPr>
            <a:spLocks noGrp="1"/>
          </p:cNvSpPr>
          <p:nvPr>
            <p:ph sz="half" idx="2"/>
          </p:nvPr>
        </p:nvSpPr>
        <p:spPr>
          <a:xfrm>
            <a:off x="8162222" y="2261938"/>
            <a:ext cx="3492000" cy="3600000"/>
          </a:xfrm>
        </p:spPr>
        <p:txBody>
          <a:bodyPr>
            <a:normAutofit/>
          </a:bodyPr>
          <a:lstStyle>
            <a:lvl1pPr marL="0" indent="0">
              <a:buFontTx/>
              <a:buNone/>
              <a:defRPr sz="1600">
                <a:solidFill>
                  <a:schemeClr val="tx1">
                    <a:lumMod val="75000"/>
                    <a:lumOff val="25000"/>
                  </a:schemeClr>
                </a:solidFill>
              </a:defRPr>
            </a:lvl1pPr>
            <a:lvl2pPr marL="324000" indent="0">
              <a:buFontTx/>
              <a:buNone/>
              <a:defRPr/>
            </a:lvl2pPr>
            <a:lvl3pPr marL="630000" indent="0">
              <a:buFontTx/>
              <a:buNone/>
              <a:defRPr/>
            </a:lvl3pPr>
            <a:lvl4pPr marL="1008000" indent="0">
              <a:buFontTx/>
              <a:buNone/>
              <a:defRPr/>
            </a:lvl4pPr>
            <a:lvl5pPr marL="1368000" indent="0">
              <a:buFontTx/>
              <a:buNone/>
              <a:defRPr/>
            </a:lvl5pPr>
          </a:lstStyle>
          <a:p>
            <a:pPr lvl="0"/>
            <a:r>
              <a:rPr lang="it-IT" dirty="0"/>
              <a:t>Fare clic per modificare gli stili del testo dello schema</a:t>
            </a:r>
          </a:p>
          <a:p>
            <a:pPr lvl="1"/>
            <a:endParaRPr lang="en-US" dirty="0"/>
          </a:p>
        </p:txBody>
      </p:sp>
      <p:sp>
        <p:nvSpPr>
          <p:cNvPr id="18" name="Rectangle 8">
            <a:extLst>
              <a:ext uri="{FF2B5EF4-FFF2-40B4-BE49-F238E27FC236}">
                <a16:creationId xmlns:a16="http://schemas.microsoft.com/office/drawing/2014/main" id="{BFF0EAD9-FB2A-4B10-AC7E-2867676F5114}"/>
              </a:ext>
            </a:extLst>
          </p:cNvPr>
          <p:cNvSpPr/>
          <p:nvPr userDrawn="1"/>
        </p:nvSpPr>
        <p:spPr>
          <a:xfrm>
            <a:off x="463550" y="1017025"/>
            <a:ext cx="3708400" cy="72000"/>
          </a:xfrm>
          <a:prstGeom prst="rect">
            <a:avLst/>
          </a:prstGeom>
          <a:solidFill>
            <a:srgbClr val="942639"/>
          </a:solidFill>
          <a:ln>
            <a:noFill/>
          </a:ln>
          <a:effectLst/>
        </p:spPr>
        <p:style>
          <a:lnRef idx="1">
            <a:schemeClr val="accent1"/>
          </a:lnRef>
          <a:fillRef idx="3">
            <a:schemeClr val="accent1"/>
          </a:fillRef>
          <a:effectRef idx="2">
            <a:schemeClr val="accent1"/>
          </a:effectRef>
          <a:fontRef idx="minor">
            <a:schemeClr val="lt1"/>
          </a:fontRef>
        </p:style>
      </p:sp>
      <p:sp>
        <p:nvSpPr>
          <p:cNvPr id="19" name="Rectangle 10">
            <a:extLst>
              <a:ext uri="{FF2B5EF4-FFF2-40B4-BE49-F238E27FC236}">
                <a16:creationId xmlns:a16="http://schemas.microsoft.com/office/drawing/2014/main" id="{4DE85F56-C820-4265-A4F2-F29B8154D702}"/>
              </a:ext>
            </a:extLst>
          </p:cNvPr>
          <p:cNvSpPr/>
          <p:nvPr userDrawn="1"/>
        </p:nvSpPr>
        <p:spPr>
          <a:xfrm>
            <a:off x="4251325" y="1017025"/>
            <a:ext cx="3706813" cy="72000"/>
          </a:xfrm>
          <a:prstGeom prst="rect">
            <a:avLst/>
          </a:prstGeom>
          <a:solidFill>
            <a:srgbClr val="CC2A2A">
              <a:alpha val="98824"/>
            </a:srgbClr>
          </a:solidFill>
          <a:ln>
            <a:noFill/>
          </a:ln>
          <a:effectLst/>
        </p:spPr>
        <p:style>
          <a:lnRef idx="1">
            <a:schemeClr val="accent1"/>
          </a:lnRef>
          <a:fillRef idx="3">
            <a:schemeClr val="accent1"/>
          </a:fillRef>
          <a:effectRef idx="2">
            <a:schemeClr val="accent1"/>
          </a:effectRef>
          <a:fontRef idx="minor">
            <a:schemeClr val="lt1"/>
          </a:fontRef>
        </p:style>
      </p:sp>
      <p:sp>
        <p:nvSpPr>
          <p:cNvPr id="20" name="Rectangle 9">
            <a:extLst>
              <a:ext uri="{FF2B5EF4-FFF2-40B4-BE49-F238E27FC236}">
                <a16:creationId xmlns:a16="http://schemas.microsoft.com/office/drawing/2014/main" id="{6D6C4BEC-89CF-43B7-9CD5-49EE71B27928}"/>
              </a:ext>
            </a:extLst>
          </p:cNvPr>
          <p:cNvSpPr/>
          <p:nvPr userDrawn="1"/>
        </p:nvSpPr>
        <p:spPr>
          <a:xfrm>
            <a:off x="8037513" y="1017025"/>
            <a:ext cx="3708400" cy="72000"/>
          </a:xfrm>
          <a:prstGeom prst="rect">
            <a:avLst/>
          </a:prstGeom>
          <a:solidFill>
            <a:srgbClr val="7B7C7E"/>
          </a:solidFill>
          <a:ln>
            <a:noFill/>
          </a:ln>
          <a:effectLst/>
        </p:spPr>
        <p:style>
          <a:lnRef idx="1">
            <a:schemeClr val="accent1"/>
          </a:lnRef>
          <a:fillRef idx="3">
            <a:schemeClr val="accent1"/>
          </a:fillRef>
          <a:effectRef idx="2">
            <a:schemeClr val="accent1"/>
          </a:effectRef>
          <a:fontRef idx="minor">
            <a:schemeClr val="lt1"/>
          </a:fontRef>
        </p:style>
      </p:sp>
      <p:pic>
        <p:nvPicPr>
          <p:cNvPr id="21" name="Immagine 20">
            <a:extLst>
              <a:ext uri="{FF2B5EF4-FFF2-40B4-BE49-F238E27FC236}">
                <a16:creationId xmlns:a16="http://schemas.microsoft.com/office/drawing/2014/main" id="{665B96CC-8D49-494F-9C8A-BD85351377F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0868242" y="6402657"/>
            <a:ext cx="840882" cy="245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Footer Placeholder 4">
            <a:extLst>
              <a:ext uri="{FF2B5EF4-FFF2-40B4-BE49-F238E27FC236}">
                <a16:creationId xmlns:a16="http://schemas.microsoft.com/office/drawing/2014/main" id="{C1DD249C-FFFA-4674-9CB5-ABEFDF504139}"/>
              </a:ext>
            </a:extLst>
          </p:cNvPr>
          <p:cNvSpPr>
            <a:spLocks noGrp="1"/>
          </p:cNvSpPr>
          <p:nvPr>
            <p:ph type="ftr" sz="quarter" idx="10"/>
          </p:nvPr>
        </p:nvSpPr>
        <p:spPr>
          <a:xfrm>
            <a:off x="898588" y="6394753"/>
            <a:ext cx="9644444" cy="259965"/>
          </a:xfrm>
          <a:prstGeom prst="rect">
            <a:avLst/>
          </a:prstGeom>
        </p:spPr>
        <p:txBody>
          <a:bodyPr vert="horz" lIns="0" tIns="0" rIns="0" bIns="0" rtlCol="0" anchor="b" anchorCtr="0"/>
          <a:lstStyle>
            <a:lvl1pPr algn="l" eaLnBrk="1" fontAlgn="auto" hangingPunct="1">
              <a:spcBef>
                <a:spcPts val="0"/>
              </a:spcBef>
              <a:spcAft>
                <a:spcPts val="0"/>
              </a:spcAft>
              <a:defRPr sz="900" cap="all" dirty="0">
                <a:solidFill>
                  <a:schemeClr val="tx1">
                    <a:lumMod val="65000"/>
                    <a:lumOff val="35000"/>
                  </a:schemeClr>
                </a:solidFill>
                <a:latin typeface="Arial" panose="020B0604020202020204" pitchFamily="34" charset="0"/>
                <a:cs typeface="Arial" panose="020B0604020202020204" pitchFamily="34" charset="0"/>
              </a:defRPr>
            </a:lvl1pPr>
          </a:lstStyle>
          <a:p>
            <a:pPr>
              <a:defRPr/>
            </a:pPr>
            <a:endParaRPr lang="en-US" dirty="0"/>
          </a:p>
        </p:txBody>
      </p:sp>
      <p:sp>
        <p:nvSpPr>
          <p:cNvPr id="24" name="Slide Number Placeholder 5">
            <a:extLst>
              <a:ext uri="{FF2B5EF4-FFF2-40B4-BE49-F238E27FC236}">
                <a16:creationId xmlns:a16="http://schemas.microsoft.com/office/drawing/2014/main" id="{48756CF5-11CA-40E9-BF7A-4F15C16E34DC}"/>
              </a:ext>
            </a:extLst>
          </p:cNvPr>
          <p:cNvSpPr>
            <a:spLocks noGrp="1"/>
          </p:cNvSpPr>
          <p:nvPr>
            <p:ph type="sldNum" sz="quarter" idx="12"/>
          </p:nvPr>
        </p:nvSpPr>
        <p:spPr>
          <a:xfrm>
            <a:off x="323469" y="6397225"/>
            <a:ext cx="501650" cy="365125"/>
          </a:xfrm>
          <a:prstGeom prst="rect">
            <a:avLst/>
          </a:prstGeom>
        </p:spPr>
        <p:txBody>
          <a:bodyPr vert="horz" lIns="91440" tIns="45720" rIns="91440" bIns="45720" rtlCol="0" anchor="ctr"/>
          <a:lstStyle>
            <a:lvl1pPr algn="ctr" eaLnBrk="1" fontAlgn="auto" hangingPunct="1">
              <a:spcBef>
                <a:spcPts val="0"/>
              </a:spcBef>
              <a:spcAft>
                <a:spcPts val="0"/>
              </a:spcAft>
              <a:defRPr sz="1200" b="1" smtClean="0">
                <a:solidFill>
                  <a:srgbClr val="C00000"/>
                </a:solidFill>
                <a:latin typeface="Arial" panose="020B0604020202020204" pitchFamily="34" charset="0"/>
                <a:cs typeface="Arial" panose="020B0604020202020204" pitchFamily="34" charset="0"/>
              </a:defRPr>
            </a:lvl1pPr>
          </a:lstStyle>
          <a:p>
            <a:pPr>
              <a:defRPr/>
            </a:pPr>
            <a:fld id="{48B4153A-D4C5-4CEF-8992-0D8815C829E3}" type="slidenum">
              <a:rPr lang="en-US" smtClean="0"/>
              <a:pPr>
                <a:defRPr/>
              </a:pPr>
              <a:t>‹N›</a:t>
            </a:fld>
            <a:endParaRPr lang="en-US" dirty="0"/>
          </a:p>
        </p:txBody>
      </p:sp>
      <p:sp>
        <p:nvSpPr>
          <p:cNvPr id="15" name="Title Placeholder 1">
            <a:extLst>
              <a:ext uri="{FF2B5EF4-FFF2-40B4-BE49-F238E27FC236}">
                <a16:creationId xmlns:a16="http://schemas.microsoft.com/office/drawing/2014/main" id="{385672B4-73ED-0645-AF4D-5916A1BEEC00}"/>
              </a:ext>
            </a:extLst>
          </p:cNvPr>
          <p:cNvSpPr>
            <a:spLocks noGrp="1"/>
          </p:cNvSpPr>
          <p:nvPr>
            <p:ph type="title" hasCustomPrompt="1"/>
          </p:nvPr>
        </p:nvSpPr>
        <p:spPr>
          <a:xfrm>
            <a:off x="468895" y="503475"/>
            <a:ext cx="11269308" cy="384721"/>
          </a:xfrm>
          <a:prstGeom prst="rect">
            <a:avLst/>
          </a:prstGeom>
        </p:spPr>
        <p:txBody>
          <a:bodyPr lIns="0" tIns="0" rIns="0" bIns="0" rtlCol="0">
            <a:spAutoFit/>
          </a:bodyPr>
          <a:lstStyle>
            <a:lvl1pPr>
              <a:lnSpc>
                <a:spcPts val="3000"/>
              </a:lnSpc>
              <a:defRPr sz="2800" cap="none" baseline="0"/>
            </a:lvl1pPr>
          </a:lstStyle>
          <a:p>
            <a:r>
              <a:rPr lang="it-IT" dirty="0"/>
              <a:t>Fare clic per modificare lo stile del titolo dello schema</a:t>
            </a:r>
            <a:endParaRPr lang="en-US" dirty="0"/>
          </a:p>
        </p:txBody>
      </p:sp>
    </p:spTree>
    <p:extLst>
      <p:ext uri="{BB962C8B-B14F-4D97-AF65-F5344CB8AC3E}">
        <p14:creationId xmlns:p14="http://schemas.microsoft.com/office/powerpoint/2010/main" val="3095217166"/>
      </p:ext>
    </p:extLst>
  </p:cSld>
  <p:clrMapOvr>
    <a:masterClrMapping/>
  </p:clrMapOvr>
  <p:extLst>
    <p:ext uri="{DCECCB84-F9BA-43D5-87BE-67443E8EF086}">
      <p15:sldGuideLst xmlns:p15="http://schemas.microsoft.com/office/powerpoint/2012/main">
        <p15:guide id="1" orient="horz" pos="3748" userDrawn="1">
          <p15:clr>
            <a:srgbClr val="FBAE40"/>
          </p15:clr>
        </p15:guide>
        <p15:guide id="2" pos="384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esto piccolo+grafico">
    <p:spTree>
      <p:nvGrpSpPr>
        <p:cNvPr id="1" name=""/>
        <p:cNvGrpSpPr/>
        <p:nvPr/>
      </p:nvGrpSpPr>
      <p:grpSpPr>
        <a:xfrm>
          <a:off x="0" y="0"/>
          <a:ext cx="0" cy="0"/>
          <a:chOff x="0" y="0"/>
          <a:chExt cx="0" cy="0"/>
        </a:xfrm>
      </p:grpSpPr>
      <p:sp>
        <p:nvSpPr>
          <p:cNvPr id="6" name="Rettangolo 5">
            <a:extLst>
              <a:ext uri="{FF2B5EF4-FFF2-40B4-BE49-F238E27FC236}">
                <a16:creationId xmlns:a16="http://schemas.microsoft.com/office/drawing/2014/main" id="{8FFAF148-8C21-EB4F-9093-19ADD1A51882}"/>
              </a:ext>
            </a:extLst>
          </p:cNvPr>
          <p:cNvSpPr/>
          <p:nvPr userDrawn="1"/>
        </p:nvSpPr>
        <p:spPr>
          <a:xfrm>
            <a:off x="4251325" y="1557338"/>
            <a:ext cx="7485063" cy="4392612"/>
          </a:xfrm>
          <a:prstGeom prst="rect">
            <a:avLst/>
          </a:prstGeom>
          <a:no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it-IT"/>
          </a:p>
        </p:txBody>
      </p:sp>
      <p:sp>
        <p:nvSpPr>
          <p:cNvPr id="3" name="Text Placeholder 2"/>
          <p:cNvSpPr>
            <a:spLocks noGrp="1"/>
          </p:cNvSpPr>
          <p:nvPr>
            <p:ph type="body" idx="1"/>
          </p:nvPr>
        </p:nvSpPr>
        <p:spPr>
          <a:xfrm>
            <a:off x="468895" y="1557338"/>
            <a:ext cx="3528947" cy="4392612"/>
          </a:xfrm>
        </p:spPr>
        <p:txBody>
          <a:bodyPr lIns="0" tIns="0" rIns="0" bIns="0" spcCol="360000">
            <a:noAutofit/>
          </a:bodyPr>
          <a:lstStyle>
            <a:lvl1pPr marL="0" indent="0">
              <a:buNone/>
              <a:defRPr sz="1800" b="0">
                <a:solidFill>
                  <a:schemeClr val="tx1">
                    <a:lumMod val="65000"/>
                    <a:lumOff val="3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dirty="0"/>
              <a:t>Fare clic per modificare gli stili del testo dello schema</a:t>
            </a:r>
          </a:p>
        </p:txBody>
      </p:sp>
      <p:sp>
        <p:nvSpPr>
          <p:cNvPr id="20" name="Text Placeholder 3">
            <a:extLst>
              <a:ext uri="{FF2B5EF4-FFF2-40B4-BE49-F238E27FC236}">
                <a16:creationId xmlns:a16="http://schemas.microsoft.com/office/drawing/2014/main" id="{10E25EF9-674A-4A68-B7E8-41ACE37CAFAA}"/>
              </a:ext>
            </a:extLst>
          </p:cNvPr>
          <p:cNvSpPr>
            <a:spLocks noGrp="1"/>
          </p:cNvSpPr>
          <p:nvPr>
            <p:ph type="body" sz="half" idx="11" hasCustomPrompt="1"/>
          </p:nvPr>
        </p:nvSpPr>
        <p:spPr>
          <a:xfrm>
            <a:off x="4366950" y="1679423"/>
            <a:ext cx="7253812" cy="457386"/>
          </a:xfrm>
        </p:spPr>
        <p:txBody>
          <a:bodyPr lIns="0" tIns="0" rIns="0" bIns="0">
            <a:normAutofit/>
          </a:bodyPr>
          <a:lstStyle>
            <a:lvl1pPr marL="0" indent="0" algn="ctr">
              <a:buNone/>
              <a:defRPr sz="1400">
                <a:solidFill>
                  <a:srgbClr val="CC2A2A"/>
                </a:solidFill>
                <a:latin typeface="Arial Narrow" panose="020B0606020202030204" pitchFamily="34"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dirty="0"/>
              <a:t>FARE CLIC PER MODIFICARE GLI STILI DEL TESTO</a:t>
            </a:r>
          </a:p>
        </p:txBody>
      </p:sp>
      <p:sp>
        <p:nvSpPr>
          <p:cNvPr id="21" name="Content Placeholder 3">
            <a:extLst>
              <a:ext uri="{FF2B5EF4-FFF2-40B4-BE49-F238E27FC236}">
                <a16:creationId xmlns:a16="http://schemas.microsoft.com/office/drawing/2014/main" id="{9BCFAF2C-DE26-450A-8C7B-A22A26FF4391}"/>
              </a:ext>
            </a:extLst>
          </p:cNvPr>
          <p:cNvSpPr>
            <a:spLocks noGrp="1"/>
          </p:cNvSpPr>
          <p:nvPr>
            <p:ph sz="half" idx="2"/>
          </p:nvPr>
        </p:nvSpPr>
        <p:spPr>
          <a:xfrm>
            <a:off x="4366949" y="2165685"/>
            <a:ext cx="7253813" cy="3704166"/>
          </a:xfrm>
        </p:spPr>
        <p:txBody>
          <a:bodyPr>
            <a:normAutofit/>
          </a:bodyPr>
          <a:lstStyle>
            <a:lvl1pPr marL="0" indent="0">
              <a:buFontTx/>
              <a:buNone/>
              <a:defRPr sz="1600">
                <a:solidFill>
                  <a:schemeClr val="tx1">
                    <a:lumMod val="75000"/>
                    <a:lumOff val="25000"/>
                  </a:schemeClr>
                </a:solidFill>
              </a:defRPr>
            </a:lvl1pPr>
            <a:lvl2pPr marL="324000" indent="0">
              <a:buFontTx/>
              <a:buNone/>
              <a:defRPr/>
            </a:lvl2pPr>
            <a:lvl3pPr marL="630000" indent="0">
              <a:buFontTx/>
              <a:buNone/>
              <a:defRPr/>
            </a:lvl3pPr>
            <a:lvl4pPr marL="1008000" indent="0">
              <a:buFontTx/>
              <a:buNone/>
              <a:defRPr/>
            </a:lvl4pPr>
            <a:lvl5pPr marL="1368000" indent="0">
              <a:buFontTx/>
              <a:buNone/>
              <a:defRPr/>
            </a:lvl5pPr>
          </a:lstStyle>
          <a:p>
            <a:pPr lvl="0"/>
            <a:r>
              <a:rPr lang="it-IT" dirty="0"/>
              <a:t>Fare clic per modificare gli stili del testo dello schema</a:t>
            </a:r>
          </a:p>
          <a:p>
            <a:pPr lvl="1"/>
            <a:endParaRPr lang="en-US" dirty="0"/>
          </a:p>
        </p:txBody>
      </p:sp>
      <p:sp>
        <p:nvSpPr>
          <p:cNvPr id="15" name="Rectangle 8">
            <a:extLst>
              <a:ext uri="{FF2B5EF4-FFF2-40B4-BE49-F238E27FC236}">
                <a16:creationId xmlns:a16="http://schemas.microsoft.com/office/drawing/2014/main" id="{D9D4E6DC-14B8-4843-AA1D-57AA39AE5B3E}"/>
              </a:ext>
            </a:extLst>
          </p:cNvPr>
          <p:cNvSpPr/>
          <p:nvPr userDrawn="1"/>
        </p:nvSpPr>
        <p:spPr>
          <a:xfrm>
            <a:off x="463550" y="1017025"/>
            <a:ext cx="3708400" cy="72000"/>
          </a:xfrm>
          <a:prstGeom prst="rect">
            <a:avLst/>
          </a:prstGeom>
          <a:solidFill>
            <a:srgbClr val="942639"/>
          </a:solidFill>
          <a:ln>
            <a:noFill/>
          </a:ln>
          <a:effectLst/>
        </p:spPr>
        <p:style>
          <a:lnRef idx="1">
            <a:schemeClr val="accent1"/>
          </a:lnRef>
          <a:fillRef idx="3">
            <a:schemeClr val="accent1"/>
          </a:fillRef>
          <a:effectRef idx="2">
            <a:schemeClr val="accent1"/>
          </a:effectRef>
          <a:fontRef idx="minor">
            <a:schemeClr val="lt1"/>
          </a:fontRef>
        </p:style>
      </p:sp>
      <p:sp>
        <p:nvSpPr>
          <p:cNvPr id="16" name="Rectangle 10">
            <a:extLst>
              <a:ext uri="{FF2B5EF4-FFF2-40B4-BE49-F238E27FC236}">
                <a16:creationId xmlns:a16="http://schemas.microsoft.com/office/drawing/2014/main" id="{91CC3821-0B1E-41AB-852F-4CB74E2EA3CC}"/>
              </a:ext>
            </a:extLst>
          </p:cNvPr>
          <p:cNvSpPr/>
          <p:nvPr userDrawn="1"/>
        </p:nvSpPr>
        <p:spPr>
          <a:xfrm>
            <a:off x="4251325" y="1017025"/>
            <a:ext cx="3706813" cy="72000"/>
          </a:xfrm>
          <a:prstGeom prst="rect">
            <a:avLst/>
          </a:prstGeom>
          <a:solidFill>
            <a:srgbClr val="CC2A2A">
              <a:alpha val="98824"/>
            </a:srgbClr>
          </a:solidFill>
          <a:ln>
            <a:noFill/>
          </a:ln>
          <a:effectLst/>
        </p:spPr>
        <p:style>
          <a:lnRef idx="1">
            <a:schemeClr val="accent1"/>
          </a:lnRef>
          <a:fillRef idx="3">
            <a:schemeClr val="accent1"/>
          </a:fillRef>
          <a:effectRef idx="2">
            <a:schemeClr val="accent1"/>
          </a:effectRef>
          <a:fontRef idx="minor">
            <a:schemeClr val="lt1"/>
          </a:fontRef>
        </p:style>
      </p:sp>
      <p:sp>
        <p:nvSpPr>
          <p:cNvPr id="17" name="Rectangle 9">
            <a:extLst>
              <a:ext uri="{FF2B5EF4-FFF2-40B4-BE49-F238E27FC236}">
                <a16:creationId xmlns:a16="http://schemas.microsoft.com/office/drawing/2014/main" id="{75FDA81B-88AF-4AF4-8B43-18134CE8E446}"/>
              </a:ext>
            </a:extLst>
          </p:cNvPr>
          <p:cNvSpPr/>
          <p:nvPr userDrawn="1"/>
        </p:nvSpPr>
        <p:spPr>
          <a:xfrm>
            <a:off x="8037513" y="1017025"/>
            <a:ext cx="3708400" cy="72000"/>
          </a:xfrm>
          <a:prstGeom prst="rect">
            <a:avLst/>
          </a:prstGeom>
          <a:solidFill>
            <a:srgbClr val="7B7C7E"/>
          </a:solidFill>
          <a:ln>
            <a:noFill/>
          </a:ln>
          <a:effectLst/>
        </p:spPr>
        <p:style>
          <a:lnRef idx="1">
            <a:schemeClr val="accent1"/>
          </a:lnRef>
          <a:fillRef idx="3">
            <a:schemeClr val="accent1"/>
          </a:fillRef>
          <a:effectRef idx="2">
            <a:schemeClr val="accent1"/>
          </a:effectRef>
          <a:fontRef idx="minor">
            <a:schemeClr val="lt1"/>
          </a:fontRef>
        </p:style>
      </p:sp>
      <p:pic>
        <p:nvPicPr>
          <p:cNvPr id="18" name="Immagine 17">
            <a:extLst>
              <a:ext uri="{FF2B5EF4-FFF2-40B4-BE49-F238E27FC236}">
                <a16:creationId xmlns:a16="http://schemas.microsoft.com/office/drawing/2014/main" id="{A12972DC-41D2-4C0E-AD61-A73383B8214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0868242" y="6402657"/>
            <a:ext cx="840882" cy="245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9" name="Footer Placeholder 4">
            <a:extLst>
              <a:ext uri="{FF2B5EF4-FFF2-40B4-BE49-F238E27FC236}">
                <a16:creationId xmlns:a16="http://schemas.microsoft.com/office/drawing/2014/main" id="{51A03A1C-8D78-4F26-8F73-B711C52ED0D9}"/>
              </a:ext>
            </a:extLst>
          </p:cNvPr>
          <p:cNvSpPr>
            <a:spLocks noGrp="1"/>
          </p:cNvSpPr>
          <p:nvPr>
            <p:ph type="ftr" sz="quarter" idx="10"/>
          </p:nvPr>
        </p:nvSpPr>
        <p:spPr>
          <a:xfrm>
            <a:off x="898588" y="6394753"/>
            <a:ext cx="9644444" cy="259965"/>
          </a:xfrm>
          <a:prstGeom prst="rect">
            <a:avLst/>
          </a:prstGeom>
        </p:spPr>
        <p:txBody>
          <a:bodyPr vert="horz" lIns="0" tIns="0" rIns="0" bIns="0" rtlCol="0" anchor="b" anchorCtr="0"/>
          <a:lstStyle>
            <a:lvl1pPr algn="l" eaLnBrk="1" fontAlgn="auto" hangingPunct="1">
              <a:spcBef>
                <a:spcPts val="0"/>
              </a:spcBef>
              <a:spcAft>
                <a:spcPts val="0"/>
              </a:spcAft>
              <a:defRPr sz="900" cap="all" dirty="0">
                <a:solidFill>
                  <a:schemeClr val="tx1">
                    <a:lumMod val="65000"/>
                    <a:lumOff val="35000"/>
                  </a:schemeClr>
                </a:solidFill>
                <a:latin typeface="Arial" panose="020B0604020202020204" pitchFamily="34" charset="0"/>
                <a:cs typeface="Arial" panose="020B0604020202020204" pitchFamily="34" charset="0"/>
              </a:defRPr>
            </a:lvl1pPr>
          </a:lstStyle>
          <a:p>
            <a:pPr>
              <a:defRPr/>
            </a:pPr>
            <a:endParaRPr lang="en-US" dirty="0"/>
          </a:p>
        </p:txBody>
      </p:sp>
      <p:sp>
        <p:nvSpPr>
          <p:cNvPr id="24" name="Slide Number Placeholder 5">
            <a:extLst>
              <a:ext uri="{FF2B5EF4-FFF2-40B4-BE49-F238E27FC236}">
                <a16:creationId xmlns:a16="http://schemas.microsoft.com/office/drawing/2014/main" id="{6C03E07E-3B47-479C-ADF1-A58628B5A275}"/>
              </a:ext>
            </a:extLst>
          </p:cNvPr>
          <p:cNvSpPr>
            <a:spLocks noGrp="1"/>
          </p:cNvSpPr>
          <p:nvPr>
            <p:ph type="sldNum" sz="quarter" idx="12"/>
          </p:nvPr>
        </p:nvSpPr>
        <p:spPr>
          <a:xfrm>
            <a:off x="323469" y="6397225"/>
            <a:ext cx="501650" cy="365125"/>
          </a:xfrm>
          <a:prstGeom prst="rect">
            <a:avLst/>
          </a:prstGeom>
        </p:spPr>
        <p:txBody>
          <a:bodyPr vert="horz" lIns="91440" tIns="45720" rIns="91440" bIns="45720" rtlCol="0" anchor="ctr"/>
          <a:lstStyle>
            <a:lvl1pPr algn="ctr" eaLnBrk="1" fontAlgn="auto" hangingPunct="1">
              <a:spcBef>
                <a:spcPts val="0"/>
              </a:spcBef>
              <a:spcAft>
                <a:spcPts val="0"/>
              </a:spcAft>
              <a:defRPr sz="1200" b="1" smtClean="0">
                <a:solidFill>
                  <a:srgbClr val="C00000"/>
                </a:solidFill>
                <a:latin typeface="Arial" panose="020B0604020202020204" pitchFamily="34" charset="0"/>
                <a:cs typeface="Arial" panose="020B0604020202020204" pitchFamily="34" charset="0"/>
              </a:defRPr>
            </a:lvl1pPr>
          </a:lstStyle>
          <a:p>
            <a:pPr>
              <a:defRPr/>
            </a:pPr>
            <a:fld id="{48B4153A-D4C5-4CEF-8992-0D8815C829E3}" type="slidenum">
              <a:rPr lang="en-US" smtClean="0"/>
              <a:pPr>
                <a:defRPr/>
              </a:pPr>
              <a:t>‹N›</a:t>
            </a:fld>
            <a:endParaRPr lang="en-US" dirty="0"/>
          </a:p>
        </p:txBody>
      </p:sp>
      <p:sp>
        <p:nvSpPr>
          <p:cNvPr id="13" name="Title Placeholder 1">
            <a:extLst>
              <a:ext uri="{FF2B5EF4-FFF2-40B4-BE49-F238E27FC236}">
                <a16:creationId xmlns:a16="http://schemas.microsoft.com/office/drawing/2014/main" id="{385672B4-73ED-0645-AF4D-5916A1BEEC00}"/>
              </a:ext>
            </a:extLst>
          </p:cNvPr>
          <p:cNvSpPr>
            <a:spLocks noGrp="1"/>
          </p:cNvSpPr>
          <p:nvPr>
            <p:ph type="title" hasCustomPrompt="1"/>
          </p:nvPr>
        </p:nvSpPr>
        <p:spPr>
          <a:xfrm>
            <a:off x="468895" y="503475"/>
            <a:ext cx="11269308" cy="384721"/>
          </a:xfrm>
          <a:prstGeom prst="rect">
            <a:avLst/>
          </a:prstGeom>
        </p:spPr>
        <p:txBody>
          <a:bodyPr lIns="0" tIns="0" rIns="0" bIns="0" rtlCol="0">
            <a:spAutoFit/>
          </a:bodyPr>
          <a:lstStyle>
            <a:lvl1pPr>
              <a:lnSpc>
                <a:spcPts val="3000"/>
              </a:lnSpc>
              <a:defRPr sz="2800" cap="none" baseline="0"/>
            </a:lvl1pPr>
          </a:lstStyle>
          <a:p>
            <a:r>
              <a:rPr lang="it-IT" dirty="0"/>
              <a:t>Fare clic per modificare lo stile del titolo dello schema</a:t>
            </a:r>
            <a:endParaRPr lang="en-US" dirty="0"/>
          </a:p>
        </p:txBody>
      </p:sp>
    </p:spTree>
    <p:extLst>
      <p:ext uri="{BB962C8B-B14F-4D97-AF65-F5344CB8AC3E}">
        <p14:creationId xmlns:p14="http://schemas.microsoft.com/office/powerpoint/2010/main" val="1744056969"/>
      </p:ext>
    </p:extLst>
  </p:cSld>
  <p:clrMapOvr>
    <a:masterClrMapping/>
  </p:clrMapOvr>
  <p:extLst>
    <p:ext uri="{DCECCB84-F9BA-43D5-87BE-67443E8EF086}">
      <p15:sldGuideLst xmlns:p15="http://schemas.microsoft.com/office/powerpoint/2012/main">
        <p15:guide id="1" orient="horz" pos="3748" userDrawn="1">
          <p15:clr>
            <a:srgbClr val="FBAE40"/>
          </p15:clr>
        </p15:guide>
        <p15:guide id="2"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grafico + colonna libera a destra">
    <p:spTree>
      <p:nvGrpSpPr>
        <p:cNvPr id="1" name=""/>
        <p:cNvGrpSpPr/>
        <p:nvPr/>
      </p:nvGrpSpPr>
      <p:grpSpPr>
        <a:xfrm>
          <a:off x="0" y="0"/>
          <a:ext cx="0" cy="0"/>
          <a:chOff x="0" y="0"/>
          <a:chExt cx="0" cy="0"/>
        </a:xfrm>
      </p:grpSpPr>
      <p:sp>
        <p:nvSpPr>
          <p:cNvPr id="6" name="Rettangolo 5">
            <a:extLst>
              <a:ext uri="{FF2B5EF4-FFF2-40B4-BE49-F238E27FC236}">
                <a16:creationId xmlns:a16="http://schemas.microsoft.com/office/drawing/2014/main" id="{8FFAF148-8C21-EB4F-9093-19ADD1A51882}"/>
              </a:ext>
            </a:extLst>
          </p:cNvPr>
          <p:cNvSpPr/>
          <p:nvPr userDrawn="1"/>
        </p:nvSpPr>
        <p:spPr>
          <a:xfrm>
            <a:off x="473075" y="1557338"/>
            <a:ext cx="7485063" cy="4392612"/>
          </a:xfrm>
          <a:prstGeom prst="rect">
            <a:avLst/>
          </a:prstGeom>
          <a:no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it-IT"/>
          </a:p>
        </p:txBody>
      </p:sp>
      <p:sp>
        <p:nvSpPr>
          <p:cNvPr id="3" name="Text Placeholder 2"/>
          <p:cNvSpPr>
            <a:spLocks noGrp="1"/>
          </p:cNvSpPr>
          <p:nvPr>
            <p:ph type="body" idx="1"/>
          </p:nvPr>
        </p:nvSpPr>
        <p:spPr>
          <a:xfrm>
            <a:off x="8207439" y="1560749"/>
            <a:ext cx="3528947" cy="4392612"/>
          </a:xfrm>
        </p:spPr>
        <p:txBody>
          <a:bodyPr lIns="0" tIns="0" rIns="0" bIns="0" spcCol="360000">
            <a:noAutofit/>
          </a:bodyPr>
          <a:lstStyle>
            <a:lvl1pPr marL="0" indent="0">
              <a:buNone/>
              <a:defRPr sz="1800" b="0">
                <a:solidFill>
                  <a:schemeClr val="tx1">
                    <a:lumMod val="65000"/>
                    <a:lumOff val="3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dirty="0"/>
              <a:t>Fare clic per modificare gli stili del testo dello schema</a:t>
            </a:r>
          </a:p>
        </p:txBody>
      </p:sp>
      <p:sp>
        <p:nvSpPr>
          <p:cNvPr id="20" name="Text Placeholder 3">
            <a:extLst>
              <a:ext uri="{FF2B5EF4-FFF2-40B4-BE49-F238E27FC236}">
                <a16:creationId xmlns:a16="http://schemas.microsoft.com/office/drawing/2014/main" id="{10E25EF9-674A-4A68-B7E8-41ACE37CAFAA}"/>
              </a:ext>
            </a:extLst>
          </p:cNvPr>
          <p:cNvSpPr>
            <a:spLocks noGrp="1"/>
          </p:cNvSpPr>
          <p:nvPr>
            <p:ph type="body" sz="half" idx="11" hasCustomPrompt="1"/>
          </p:nvPr>
        </p:nvSpPr>
        <p:spPr>
          <a:xfrm>
            <a:off x="588700" y="1679423"/>
            <a:ext cx="7253812" cy="457386"/>
          </a:xfrm>
        </p:spPr>
        <p:txBody>
          <a:bodyPr lIns="0" tIns="0" rIns="0" bIns="0">
            <a:normAutofit/>
          </a:bodyPr>
          <a:lstStyle>
            <a:lvl1pPr marL="0" indent="0" algn="ctr">
              <a:buNone/>
              <a:defRPr sz="1400">
                <a:solidFill>
                  <a:srgbClr val="CC2A2A"/>
                </a:solidFill>
                <a:latin typeface="Arial Narrow" panose="020B0606020202030204" pitchFamily="34"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dirty="0"/>
              <a:t>FARE CLIC PER MODIFICARE GLI STILI DEL TESTO</a:t>
            </a:r>
          </a:p>
        </p:txBody>
      </p:sp>
      <p:sp>
        <p:nvSpPr>
          <p:cNvPr id="21" name="Content Placeholder 3">
            <a:extLst>
              <a:ext uri="{FF2B5EF4-FFF2-40B4-BE49-F238E27FC236}">
                <a16:creationId xmlns:a16="http://schemas.microsoft.com/office/drawing/2014/main" id="{9BCFAF2C-DE26-450A-8C7B-A22A26FF4391}"/>
              </a:ext>
            </a:extLst>
          </p:cNvPr>
          <p:cNvSpPr>
            <a:spLocks noGrp="1"/>
          </p:cNvSpPr>
          <p:nvPr>
            <p:ph sz="half" idx="2"/>
          </p:nvPr>
        </p:nvSpPr>
        <p:spPr>
          <a:xfrm>
            <a:off x="588699" y="2165685"/>
            <a:ext cx="7253813" cy="3704166"/>
          </a:xfrm>
        </p:spPr>
        <p:txBody>
          <a:bodyPr>
            <a:normAutofit/>
          </a:bodyPr>
          <a:lstStyle>
            <a:lvl1pPr marL="0" indent="0">
              <a:buFontTx/>
              <a:buNone/>
              <a:defRPr sz="1600">
                <a:solidFill>
                  <a:schemeClr val="tx1">
                    <a:lumMod val="75000"/>
                    <a:lumOff val="25000"/>
                  </a:schemeClr>
                </a:solidFill>
              </a:defRPr>
            </a:lvl1pPr>
            <a:lvl2pPr marL="324000" indent="0">
              <a:buFontTx/>
              <a:buNone/>
              <a:defRPr/>
            </a:lvl2pPr>
            <a:lvl3pPr marL="630000" indent="0">
              <a:buFontTx/>
              <a:buNone/>
              <a:defRPr/>
            </a:lvl3pPr>
            <a:lvl4pPr marL="1008000" indent="0">
              <a:buFontTx/>
              <a:buNone/>
              <a:defRPr/>
            </a:lvl4pPr>
            <a:lvl5pPr marL="1368000" indent="0">
              <a:buFontTx/>
              <a:buNone/>
              <a:defRPr/>
            </a:lvl5pPr>
          </a:lstStyle>
          <a:p>
            <a:pPr lvl="0"/>
            <a:r>
              <a:rPr lang="it-IT" dirty="0"/>
              <a:t>Fare clic per modificare gli stili del testo dello schema</a:t>
            </a:r>
          </a:p>
          <a:p>
            <a:pPr lvl="1"/>
            <a:endParaRPr lang="en-US" dirty="0"/>
          </a:p>
        </p:txBody>
      </p:sp>
      <p:sp>
        <p:nvSpPr>
          <p:cNvPr id="15" name="Rectangle 8">
            <a:extLst>
              <a:ext uri="{FF2B5EF4-FFF2-40B4-BE49-F238E27FC236}">
                <a16:creationId xmlns:a16="http://schemas.microsoft.com/office/drawing/2014/main" id="{D9D4E6DC-14B8-4843-AA1D-57AA39AE5B3E}"/>
              </a:ext>
            </a:extLst>
          </p:cNvPr>
          <p:cNvSpPr/>
          <p:nvPr userDrawn="1"/>
        </p:nvSpPr>
        <p:spPr>
          <a:xfrm>
            <a:off x="463550" y="1017025"/>
            <a:ext cx="3708400" cy="72000"/>
          </a:xfrm>
          <a:prstGeom prst="rect">
            <a:avLst/>
          </a:prstGeom>
          <a:solidFill>
            <a:srgbClr val="942639"/>
          </a:solidFill>
          <a:ln>
            <a:noFill/>
          </a:ln>
          <a:effectLst/>
        </p:spPr>
        <p:style>
          <a:lnRef idx="1">
            <a:schemeClr val="accent1"/>
          </a:lnRef>
          <a:fillRef idx="3">
            <a:schemeClr val="accent1"/>
          </a:fillRef>
          <a:effectRef idx="2">
            <a:schemeClr val="accent1"/>
          </a:effectRef>
          <a:fontRef idx="minor">
            <a:schemeClr val="lt1"/>
          </a:fontRef>
        </p:style>
      </p:sp>
      <p:sp>
        <p:nvSpPr>
          <p:cNvPr id="16" name="Rectangle 10">
            <a:extLst>
              <a:ext uri="{FF2B5EF4-FFF2-40B4-BE49-F238E27FC236}">
                <a16:creationId xmlns:a16="http://schemas.microsoft.com/office/drawing/2014/main" id="{91CC3821-0B1E-41AB-852F-4CB74E2EA3CC}"/>
              </a:ext>
            </a:extLst>
          </p:cNvPr>
          <p:cNvSpPr/>
          <p:nvPr userDrawn="1"/>
        </p:nvSpPr>
        <p:spPr>
          <a:xfrm>
            <a:off x="4251325" y="1017025"/>
            <a:ext cx="3706813" cy="72000"/>
          </a:xfrm>
          <a:prstGeom prst="rect">
            <a:avLst/>
          </a:prstGeom>
          <a:solidFill>
            <a:srgbClr val="CC2A2A">
              <a:alpha val="98824"/>
            </a:srgbClr>
          </a:solidFill>
          <a:ln>
            <a:noFill/>
          </a:ln>
          <a:effectLst/>
        </p:spPr>
        <p:style>
          <a:lnRef idx="1">
            <a:schemeClr val="accent1"/>
          </a:lnRef>
          <a:fillRef idx="3">
            <a:schemeClr val="accent1"/>
          </a:fillRef>
          <a:effectRef idx="2">
            <a:schemeClr val="accent1"/>
          </a:effectRef>
          <a:fontRef idx="minor">
            <a:schemeClr val="lt1"/>
          </a:fontRef>
        </p:style>
      </p:sp>
      <p:sp>
        <p:nvSpPr>
          <p:cNvPr id="17" name="Rectangle 9">
            <a:extLst>
              <a:ext uri="{FF2B5EF4-FFF2-40B4-BE49-F238E27FC236}">
                <a16:creationId xmlns:a16="http://schemas.microsoft.com/office/drawing/2014/main" id="{75FDA81B-88AF-4AF4-8B43-18134CE8E446}"/>
              </a:ext>
            </a:extLst>
          </p:cNvPr>
          <p:cNvSpPr/>
          <p:nvPr userDrawn="1"/>
        </p:nvSpPr>
        <p:spPr>
          <a:xfrm>
            <a:off x="8037513" y="1017025"/>
            <a:ext cx="3708400" cy="72000"/>
          </a:xfrm>
          <a:prstGeom prst="rect">
            <a:avLst/>
          </a:prstGeom>
          <a:solidFill>
            <a:srgbClr val="7B7C7E"/>
          </a:solidFill>
          <a:ln>
            <a:noFill/>
          </a:ln>
          <a:effectLst/>
        </p:spPr>
        <p:style>
          <a:lnRef idx="1">
            <a:schemeClr val="accent1"/>
          </a:lnRef>
          <a:fillRef idx="3">
            <a:schemeClr val="accent1"/>
          </a:fillRef>
          <a:effectRef idx="2">
            <a:schemeClr val="accent1"/>
          </a:effectRef>
          <a:fontRef idx="minor">
            <a:schemeClr val="lt1"/>
          </a:fontRef>
        </p:style>
      </p:sp>
      <p:pic>
        <p:nvPicPr>
          <p:cNvPr id="18" name="Immagine 17">
            <a:extLst>
              <a:ext uri="{FF2B5EF4-FFF2-40B4-BE49-F238E27FC236}">
                <a16:creationId xmlns:a16="http://schemas.microsoft.com/office/drawing/2014/main" id="{A12972DC-41D2-4C0E-AD61-A73383B8214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0868242" y="6402657"/>
            <a:ext cx="840882" cy="245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9" name="Footer Placeholder 4">
            <a:extLst>
              <a:ext uri="{FF2B5EF4-FFF2-40B4-BE49-F238E27FC236}">
                <a16:creationId xmlns:a16="http://schemas.microsoft.com/office/drawing/2014/main" id="{51A03A1C-8D78-4F26-8F73-B711C52ED0D9}"/>
              </a:ext>
            </a:extLst>
          </p:cNvPr>
          <p:cNvSpPr>
            <a:spLocks noGrp="1"/>
          </p:cNvSpPr>
          <p:nvPr>
            <p:ph type="ftr" sz="quarter" idx="10"/>
          </p:nvPr>
        </p:nvSpPr>
        <p:spPr>
          <a:xfrm>
            <a:off x="898588" y="6394753"/>
            <a:ext cx="9644444" cy="259965"/>
          </a:xfrm>
          <a:prstGeom prst="rect">
            <a:avLst/>
          </a:prstGeom>
        </p:spPr>
        <p:txBody>
          <a:bodyPr vert="horz" lIns="0" tIns="0" rIns="0" bIns="0" rtlCol="0" anchor="b" anchorCtr="0"/>
          <a:lstStyle>
            <a:lvl1pPr algn="l" eaLnBrk="1" fontAlgn="auto" hangingPunct="1">
              <a:spcBef>
                <a:spcPts val="0"/>
              </a:spcBef>
              <a:spcAft>
                <a:spcPts val="0"/>
              </a:spcAft>
              <a:defRPr sz="900" cap="all" dirty="0">
                <a:solidFill>
                  <a:schemeClr val="tx1">
                    <a:lumMod val="65000"/>
                    <a:lumOff val="35000"/>
                  </a:schemeClr>
                </a:solidFill>
                <a:latin typeface="Arial" panose="020B0604020202020204" pitchFamily="34" charset="0"/>
                <a:cs typeface="Arial" panose="020B0604020202020204" pitchFamily="34" charset="0"/>
              </a:defRPr>
            </a:lvl1pPr>
          </a:lstStyle>
          <a:p>
            <a:pPr>
              <a:defRPr/>
            </a:pPr>
            <a:endParaRPr lang="en-US" dirty="0"/>
          </a:p>
        </p:txBody>
      </p:sp>
      <p:sp>
        <p:nvSpPr>
          <p:cNvPr id="13" name="Slide Number Placeholder 5">
            <a:extLst>
              <a:ext uri="{FF2B5EF4-FFF2-40B4-BE49-F238E27FC236}">
                <a16:creationId xmlns:a16="http://schemas.microsoft.com/office/drawing/2014/main" id="{FB3668A3-50F9-4865-BCB1-15BD808B594F}"/>
              </a:ext>
            </a:extLst>
          </p:cNvPr>
          <p:cNvSpPr>
            <a:spLocks noGrp="1"/>
          </p:cNvSpPr>
          <p:nvPr>
            <p:ph type="sldNum" sz="quarter" idx="12"/>
          </p:nvPr>
        </p:nvSpPr>
        <p:spPr>
          <a:xfrm>
            <a:off x="323469" y="6397225"/>
            <a:ext cx="501650" cy="365125"/>
          </a:xfrm>
          <a:prstGeom prst="rect">
            <a:avLst/>
          </a:prstGeom>
        </p:spPr>
        <p:txBody>
          <a:bodyPr vert="horz" lIns="91440" tIns="45720" rIns="91440" bIns="45720" rtlCol="0" anchor="ctr"/>
          <a:lstStyle>
            <a:lvl1pPr algn="ctr" eaLnBrk="1" fontAlgn="auto" hangingPunct="1">
              <a:spcBef>
                <a:spcPts val="0"/>
              </a:spcBef>
              <a:spcAft>
                <a:spcPts val="0"/>
              </a:spcAft>
              <a:defRPr sz="1200" b="1" smtClean="0">
                <a:solidFill>
                  <a:srgbClr val="C00000"/>
                </a:solidFill>
                <a:latin typeface="Arial" panose="020B0604020202020204" pitchFamily="34" charset="0"/>
                <a:cs typeface="Arial" panose="020B0604020202020204" pitchFamily="34" charset="0"/>
              </a:defRPr>
            </a:lvl1pPr>
          </a:lstStyle>
          <a:p>
            <a:pPr>
              <a:defRPr/>
            </a:pPr>
            <a:fld id="{48B4153A-D4C5-4CEF-8992-0D8815C829E3}" type="slidenum">
              <a:rPr lang="en-US" smtClean="0"/>
              <a:pPr>
                <a:defRPr/>
              </a:pPr>
              <a:t>‹N›</a:t>
            </a:fld>
            <a:endParaRPr lang="en-US" dirty="0"/>
          </a:p>
        </p:txBody>
      </p:sp>
      <p:sp>
        <p:nvSpPr>
          <p:cNvPr id="22" name="Title Placeholder 1">
            <a:extLst>
              <a:ext uri="{FF2B5EF4-FFF2-40B4-BE49-F238E27FC236}">
                <a16:creationId xmlns:a16="http://schemas.microsoft.com/office/drawing/2014/main" id="{385672B4-73ED-0645-AF4D-5916A1BEEC00}"/>
              </a:ext>
            </a:extLst>
          </p:cNvPr>
          <p:cNvSpPr>
            <a:spLocks noGrp="1"/>
          </p:cNvSpPr>
          <p:nvPr>
            <p:ph type="title" hasCustomPrompt="1"/>
          </p:nvPr>
        </p:nvSpPr>
        <p:spPr>
          <a:xfrm>
            <a:off x="468895" y="503475"/>
            <a:ext cx="11269308" cy="384721"/>
          </a:xfrm>
          <a:prstGeom prst="rect">
            <a:avLst/>
          </a:prstGeom>
        </p:spPr>
        <p:txBody>
          <a:bodyPr lIns="0" tIns="0" rIns="0" bIns="0" rtlCol="0">
            <a:spAutoFit/>
          </a:bodyPr>
          <a:lstStyle>
            <a:lvl1pPr>
              <a:lnSpc>
                <a:spcPts val="3000"/>
              </a:lnSpc>
              <a:defRPr sz="2800" cap="none" baseline="0"/>
            </a:lvl1pPr>
          </a:lstStyle>
          <a:p>
            <a:r>
              <a:rPr lang="it-IT" dirty="0"/>
              <a:t>Fare clic per modificare lo stile del titolo dello schema</a:t>
            </a:r>
            <a:endParaRPr lang="en-US" dirty="0"/>
          </a:p>
        </p:txBody>
      </p:sp>
    </p:spTree>
    <p:extLst>
      <p:ext uri="{BB962C8B-B14F-4D97-AF65-F5344CB8AC3E}">
        <p14:creationId xmlns:p14="http://schemas.microsoft.com/office/powerpoint/2010/main" val="3375704632"/>
      </p:ext>
    </p:extLst>
  </p:cSld>
  <p:clrMapOvr>
    <a:masterClrMapping/>
  </p:clrMapOvr>
  <p:extLst>
    <p:ext uri="{DCECCB84-F9BA-43D5-87BE-67443E8EF086}">
      <p15:sldGuideLst xmlns:p15="http://schemas.microsoft.com/office/powerpoint/2012/main">
        <p15:guide id="1" orient="horz" pos="3748" userDrawn="1">
          <p15:clr>
            <a:srgbClr val="FBAE40"/>
          </p15:clr>
        </p15:guide>
        <p15:guide id="2" pos="3840"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metà testo+metà grafico">
    <p:spTree>
      <p:nvGrpSpPr>
        <p:cNvPr id="1" name=""/>
        <p:cNvGrpSpPr/>
        <p:nvPr/>
      </p:nvGrpSpPr>
      <p:grpSpPr>
        <a:xfrm>
          <a:off x="0" y="0"/>
          <a:ext cx="0" cy="0"/>
          <a:chOff x="0" y="0"/>
          <a:chExt cx="0" cy="0"/>
        </a:xfrm>
      </p:grpSpPr>
      <p:sp>
        <p:nvSpPr>
          <p:cNvPr id="6" name="Rettangolo 5">
            <a:extLst>
              <a:ext uri="{FF2B5EF4-FFF2-40B4-BE49-F238E27FC236}">
                <a16:creationId xmlns:a16="http://schemas.microsoft.com/office/drawing/2014/main" id="{8FFAF148-8C21-EB4F-9093-19ADD1A51882}"/>
              </a:ext>
            </a:extLst>
          </p:cNvPr>
          <p:cNvSpPr/>
          <p:nvPr userDrawn="1"/>
        </p:nvSpPr>
        <p:spPr>
          <a:xfrm>
            <a:off x="6256216" y="1557338"/>
            <a:ext cx="5472000" cy="4392612"/>
          </a:xfrm>
          <a:prstGeom prst="rect">
            <a:avLst/>
          </a:prstGeom>
          <a:no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it-IT"/>
          </a:p>
        </p:txBody>
      </p:sp>
      <p:sp>
        <p:nvSpPr>
          <p:cNvPr id="3" name="Text Placeholder 2"/>
          <p:cNvSpPr>
            <a:spLocks noGrp="1"/>
          </p:cNvSpPr>
          <p:nvPr>
            <p:ph type="body" idx="1"/>
          </p:nvPr>
        </p:nvSpPr>
        <p:spPr>
          <a:xfrm>
            <a:off x="463786" y="1557338"/>
            <a:ext cx="5472000" cy="4392612"/>
          </a:xfrm>
        </p:spPr>
        <p:txBody>
          <a:bodyPr lIns="0" tIns="0" rIns="0" bIns="0" spcCol="360000">
            <a:noAutofit/>
          </a:bodyPr>
          <a:lstStyle>
            <a:lvl1pPr marL="0" indent="0">
              <a:buNone/>
              <a:defRPr sz="1800" b="0">
                <a:solidFill>
                  <a:schemeClr val="tx1">
                    <a:lumMod val="65000"/>
                    <a:lumOff val="3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dirty="0"/>
              <a:t>Fare clic per modificare gli stili del testo dello schema</a:t>
            </a:r>
          </a:p>
        </p:txBody>
      </p:sp>
      <p:sp>
        <p:nvSpPr>
          <p:cNvPr id="20" name="Text Placeholder 3">
            <a:extLst>
              <a:ext uri="{FF2B5EF4-FFF2-40B4-BE49-F238E27FC236}">
                <a16:creationId xmlns:a16="http://schemas.microsoft.com/office/drawing/2014/main" id="{1BE1843A-CB5F-4920-B032-23C22AAE931F}"/>
              </a:ext>
            </a:extLst>
          </p:cNvPr>
          <p:cNvSpPr>
            <a:spLocks noGrp="1"/>
          </p:cNvSpPr>
          <p:nvPr>
            <p:ph type="body" sz="half" idx="11" hasCustomPrompt="1"/>
          </p:nvPr>
        </p:nvSpPr>
        <p:spPr>
          <a:xfrm>
            <a:off x="6376432" y="1684420"/>
            <a:ext cx="5231635" cy="457200"/>
          </a:xfrm>
        </p:spPr>
        <p:txBody>
          <a:bodyPr lIns="0" tIns="0" rIns="0" bIns="0">
            <a:normAutofit/>
          </a:bodyPr>
          <a:lstStyle>
            <a:lvl1pPr marL="0" indent="0" algn="ctr">
              <a:buNone/>
              <a:defRPr sz="1400">
                <a:solidFill>
                  <a:srgbClr val="CC2A2A"/>
                </a:solidFill>
                <a:latin typeface="Arial Narrow" panose="020B0606020202030204" pitchFamily="34"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dirty="0"/>
              <a:t>FARE CLIC PER MODIFICARE GLI STILI DEL TESTO DELLO SCHEMA</a:t>
            </a:r>
          </a:p>
        </p:txBody>
      </p:sp>
      <p:sp>
        <p:nvSpPr>
          <p:cNvPr id="21" name="Content Placeholder 3">
            <a:extLst>
              <a:ext uri="{FF2B5EF4-FFF2-40B4-BE49-F238E27FC236}">
                <a16:creationId xmlns:a16="http://schemas.microsoft.com/office/drawing/2014/main" id="{22E57A97-B19C-4884-84CD-94CF8F6244FF}"/>
              </a:ext>
            </a:extLst>
          </p:cNvPr>
          <p:cNvSpPr>
            <a:spLocks noGrp="1"/>
          </p:cNvSpPr>
          <p:nvPr>
            <p:ph sz="half" idx="2"/>
          </p:nvPr>
        </p:nvSpPr>
        <p:spPr>
          <a:xfrm>
            <a:off x="6376432" y="2220577"/>
            <a:ext cx="5231636" cy="3620398"/>
          </a:xfrm>
        </p:spPr>
        <p:txBody>
          <a:bodyPr>
            <a:normAutofit/>
          </a:bodyPr>
          <a:lstStyle>
            <a:lvl1pPr marL="0" indent="0">
              <a:buFontTx/>
              <a:buNone/>
              <a:defRPr sz="1600">
                <a:solidFill>
                  <a:schemeClr val="tx1">
                    <a:lumMod val="75000"/>
                    <a:lumOff val="25000"/>
                  </a:schemeClr>
                </a:solidFill>
              </a:defRPr>
            </a:lvl1pPr>
            <a:lvl2pPr marL="324000" indent="0">
              <a:buFontTx/>
              <a:buNone/>
              <a:defRPr/>
            </a:lvl2pPr>
            <a:lvl3pPr marL="630000" indent="0">
              <a:buFontTx/>
              <a:buNone/>
              <a:defRPr/>
            </a:lvl3pPr>
            <a:lvl4pPr marL="1008000" indent="0">
              <a:buFontTx/>
              <a:buNone/>
              <a:defRPr/>
            </a:lvl4pPr>
            <a:lvl5pPr marL="1368000" indent="0">
              <a:buFontTx/>
              <a:buNone/>
              <a:defRPr/>
            </a:lvl5pPr>
          </a:lstStyle>
          <a:p>
            <a:pPr lvl="0"/>
            <a:r>
              <a:rPr lang="it-IT" dirty="0"/>
              <a:t>Fare clic per modificare gli stili del testo dello schema</a:t>
            </a:r>
          </a:p>
          <a:p>
            <a:pPr lvl="1"/>
            <a:endParaRPr lang="en-US" dirty="0"/>
          </a:p>
        </p:txBody>
      </p:sp>
      <p:sp>
        <p:nvSpPr>
          <p:cNvPr id="15" name="Rectangle 8">
            <a:extLst>
              <a:ext uri="{FF2B5EF4-FFF2-40B4-BE49-F238E27FC236}">
                <a16:creationId xmlns:a16="http://schemas.microsoft.com/office/drawing/2014/main" id="{EBDED907-CBCE-4C48-8974-1732296AB56B}"/>
              </a:ext>
            </a:extLst>
          </p:cNvPr>
          <p:cNvSpPr/>
          <p:nvPr userDrawn="1"/>
        </p:nvSpPr>
        <p:spPr>
          <a:xfrm>
            <a:off x="463550" y="1017025"/>
            <a:ext cx="3708400" cy="72000"/>
          </a:xfrm>
          <a:prstGeom prst="rect">
            <a:avLst/>
          </a:prstGeom>
          <a:solidFill>
            <a:srgbClr val="942639"/>
          </a:solidFill>
          <a:ln>
            <a:noFill/>
          </a:ln>
          <a:effectLst/>
        </p:spPr>
        <p:style>
          <a:lnRef idx="1">
            <a:schemeClr val="accent1"/>
          </a:lnRef>
          <a:fillRef idx="3">
            <a:schemeClr val="accent1"/>
          </a:fillRef>
          <a:effectRef idx="2">
            <a:schemeClr val="accent1"/>
          </a:effectRef>
          <a:fontRef idx="minor">
            <a:schemeClr val="lt1"/>
          </a:fontRef>
        </p:style>
      </p:sp>
      <p:sp>
        <p:nvSpPr>
          <p:cNvPr id="16" name="Rectangle 10">
            <a:extLst>
              <a:ext uri="{FF2B5EF4-FFF2-40B4-BE49-F238E27FC236}">
                <a16:creationId xmlns:a16="http://schemas.microsoft.com/office/drawing/2014/main" id="{F1D4BD23-7064-4A1A-B3B8-22936DC971AB}"/>
              </a:ext>
            </a:extLst>
          </p:cNvPr>
          <p:cNvSpPr/>
          <p:nvPr userDrawn="1"/>
        </p:nvSpPr>
        <p:spPr>
          <a:xfrm>
            <a:off x="4251325" y="1017025"/>
            <a:ext cx="3706813" cy="72000"/>
          </a:xfrm>
          <a:prstGeom prst="rect">
            <a:avLst/>
          </a:prstGeom>
          <a:solidFill>
            <a:srgbClr val="CC2A2A">
              <a:alpha val="98824"/>
            </a:srgbClr>
          </a:solidFill>
          <a:ln>
            <a:noFill/>
          </a:ln>
          <a:effectLst/>
        </p:spPr>
        <p:style>
          <a:lnRef idx="1">
            <a:schemeClr val="accent1"/>
          </a:lnRef>
          <a:fillRef idx="3">
            <a:schemeClr val="accent1"/>
          </a:fillRef>
          <a:effectRef idx="2">
            <a:schemeClr val="accent1"/>
          </a:effectRef>
          <a:fontRef idx="minor">
            <a:schemeClr val="lt1"/>
          </a:fontRef>
        </p:style>
      </p:sp>
      <p:sp>
        <p:nvSpPr>
          <p:cNvPr id="17" name="Rectangle 9">
            <a:extLst>
              <a:ext uri="{FF2B5EF4-FFF2-40B4-BE49-F238E27FC236}">
                <a16:creationId xmlns:a16="http://schemas.microsoft.com/office/drawing/2014/main" id="{45DD4428-CB25-4CE0-B3BD-9E45A9B024CE}"/>
              </a:ext>
            </a:extLst>
          </p:cNvPr>
          <p:cNvSpPr/>
          <p:nvPr userDrawn="1"/>
        </p:nvSpPr>
        <p:spPr>
          <a:xfrm>
            <a:off x="8037513" y="1017025"/>
            <a:ext cx="3708400" cy="72000"/>
          </a:xfrm>
          <a:prstGeom prst="rect">
            <a:avLst/>
          </a:prstGeom>
          <a:solidFill>
            <a:srgbClr val="7B7C7E"/>
          </a:solidFill>
          <a:ln>
            <a:noFill/>
          </a:ln>
          <a:effectLst/>
        </p:spPr>
        <p:style>
          <a:lnRef idx="1">
            <a:schemeClr val="accent1"/>
          </a:lnRef>
          <a:fillRef idx="3">
            <a:schemeClr val="accent1"/>
          </a:fillRef>
          <a:effectRef idx="2">
            <a:schemeClr val="accent1"/>
          </a:effectRef>
          <a:fontRef idx="minor">
            <a:schemeClr val="lt1"/>
          </a:fontRef>
        </p:style>
      </p:sp>
      <p:pic>
        <p:nvPicPr>
          <p:cNvPr id="18" name="Immagine 17">
            <a:extLst>
              <a:ext uri="{FF2B5EF4-FFF2-40B4-BE49-F238E27FC236}">
                <a16:creationId xmlns:a16="http://schemas.microsoft.com/office/drawing/2014/main" id="{ACFFE7A2-271E-4180-8862-1207E565D1F7}"/>
              </a:ext>
            </a:extLst>
          </p:cNvPr>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0868242" y="6402657"/>
            <a:ext cx="840882" cy="245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9" name="Footer Placeholder 4">
            <a:extLst>
              <a:ext uri="{FF2B5EF4-FFF2-40B4-BE49-F238E27FC236}">
                <a16:creationId xmlns:a16="http://schemas.microsoft.com/office/drawing/2014/main" id="{0A34ABB8-E594-41C5-B46B-F19275F5E598}"/>
              </a:ext>
            </a:extLst>
          </p:cNvPr>
          <p:cNvSpPr>
            <a:spLocks noGrp="1"/>
          </p:cNvSpPr>
          <p:nvPr>
            <p:ph type="ftr" sz="quarter" idx="10"/>
          </p:nvPr>
        </p:nvSpPr>
        <p:spPr>
          <a:xfrm>
            <a:off x="898588" y="6394753"/>
            <a:ext cx="9644444" cy="259965"/>
          </a:xfrm>
          <a:prstGeom prst="rect">
            <a:avLst/>
          </a:prstGeom>
        </p:spPr>
        <p:txBody>
          <a:bodyPr vert="horz" lIns="0" tIns="0" rIns="0" bIns="0" rtlCol="0" anchor="b" anchorCtr="0"/>
          <a:lstStyle>
            <a:lvl1pPr algn="l" eaLnBrk="1" fontAlgn="auto" hangingPunct="1">
              <a:spcBef>
                <a:spcPts val="0"/>
              </a:spcBef>
              <a:spcAft>
                <a:spcPts val="0"/>
              </a:spcAft>
              <a:defRPr sz="900" cap="all" dirty="0">
                <a:solidFill>
                  <a:schemeClr val="tx1">
                    <a:lumMod val="65000"/>
                    <a:lumOff val="35000"/>
                  </a:schemeClr>
                </a:solidFill>
                <a:latin typeface="Arial" panose="020B0604020202020204" pitchFamily="34" charset="0"/>
                <a:cs typeface="Arial" panose="020B0604020202020204" pitchFamily="34" charset="0"/>
              </a:defRPr>
            </a:lvl1pPr>
          </a:lstStyle>
          <a:p>
            <a:pPr>
              <a:defRPr/>
            </a:pPr>
            <a:endParaRPr lang="en-US" dirty="0"/>
          </a:p>
        </p:txBody>
      </p:sp>
      <p:sp>
        <p:nvSpPr>
          <p:cNvPr id="24" name="Slide Number Placeholder 5">
            <a:extLst>
              <a:ext uri="{FF2B5EF4-FFF2-40B4-BE49-F238E27FC236}">
                <a16:creationId xmlns:a16="http://schemas.microsoft.com/office/drawing/2014/main" id="{EB9757BE-24B5-4D77-9B24-FA598161B26F}"/>
              </a:ext>
            </a:extLst>
          </p:cNvPr>
          <p:cNvSpPr>
            <a:spLocks noGrp="1"/>
          </p:cNvSpPr>
          <p:nvPr>
            <p:ph type="sldNum" sz="quarter" idx="12"/>
          </p:nvPr>
        </p:nvSpPr>
        <p:spPr>
          <a:xfrm>
            <a:off x="323469" y="6397225"/>
            <a:ext cx="501650" cy="365125"/>
          </a:xfrm>
          <a:prstGeom prst="rect">
            <a:avLst/>
          </a:prstGeom>
        </p:spPr>
        <p:txBody>
          <a:bodyPr vert="horz" lIns="91440" tIns="45720" rIns="91440" bIns="45720" rtlCol="0" anchor="ctr"/>
          <a:lstStyle>
            <a:lvl1pPr algn="ctr" eaLnBrk="1" fontAlgn="auto" hangingPunct="1">
              <a:spcBef>
                <a:spcPts val="0"/>
              </a:spcBef>
              <a:spcAft>
                <a:spcPts val="0"/>
              </a:spcAft>
              <a:defRPr sz="1200" b="1" smtClean="0">
                <a:solidFill>
                  <a:srgbClr val="C00000"/>
                </a:solidFill>
                <a:latin typeface="Arial" panose="020B0604020202020204" pitchFamily="34" charset="0"/>
                <a:cs typeface="Arial" panose="020B0604020202020204" pitchFamily="34" charset="0"/>
              </a:defRPr>
            </a:lvl1pPr>
          </a:lstStyle>
          <a:p>
            <a:pPr>
              <a:defRPr/>
            </a:pPr>
            <a:fld id="{48B4153A-D4C5-4CEF-8992-0D8815C829E3}" type="slidenum">
              <a:rPr lang="en-US" smtClean="0"/>
              <a:pPr>
                <a:defRPr/>
              </a:pPr>
              <a:t>‹N›</a:t>
            </a:fld>
            <a:endParaRPr lang="en-US" dirty="0"/>
          </a:p>
        </p:txBody>
      </p:sp>
      <p:sp>
        <p:nvSpPr>
          <p:cNvPr id="13" name="Title Placeholder 1">
            <a:extLst>
              <a:ext uri="{FF2B5EF4-FFF2-40B4-BE49-F238E27FC236}">
                <a16:creationId xmlns:a16="http://schemas.microsoft.com/office/drawing/2014/main" id="{385672B4-73ED-0645-AF4D-5916A1BEEC00}"/>
              </a:ext>
            </a:extLst>
          </p:cNvPr>
          <p:cNvSpPr>
            <a:spLocks noGrp="1"/>
          </p:cNvSpPr>
          <p:nvPr>
            <p:ph type="title" hasCustomPrompt="1"/>
          </p:nvPr>
        </p:nvSpPr>
        <p:spPr>
          <a:xfrm>
            <a:off x="468895" y="503475"/>
            <a:ext cx="11269308" cy="384721"/>
          </a:xfrm>
          <a:prstGeom prst="rect">
            <a:avLst/>
          </a:prstGeom>
        </p:spPr>
        <p:txBody>
          <a:bodyPr lIns="0" tIns="0" rIns="0" bIns="0" rtlCol="0">
            <a:spAutoFit/>
          </a:bodyPr>
          <a:lstStyle>
            <a:lvl1pPr>
              <a:lnSpc>
                <a:spcPts val="3000"/>
              </a:lnSpc>
              <a:defRPr sz="2800" cap="none" baseline="0"/>
            </a:lvl1pPr>
          </a:lstStyle>
          <a:p>
            <a:r>
              <a:rPr lang="it-IT" dirty="0"/>
              <a:t>Fare clic per modificare lo stile del titolo dello schema</a:t>
            </a:r>
            <a:endParaRPr lang="en-US" dirty="0"/>
          </a:p>
        </p:txBody>
      </p:sp>
    </p:spTree>
    <p:extLst>
      <p:ext uri="{BB962C8B-B14F-4D97-AF65-F5344CB8AC3E}">
        <p14:creationId xmlns:p14="http://schemas.microsoft.com/office/powerpoint/2010/main" val="3690147616"/>
      </p:ext>
    </p:extLst>
  </p:cSld>
  <p:clrMapOvr>
    <a:masterClrMapping/>
  </p:clrMapOvr>
  <p:extLst>
    <p:ext uri="{DCECCB84-F9BA-43D5-87BE-67443E8EF086}">
      <p15:sldGuideLst xmlns:p15="http://schemas.microsoft.com/office/powerpoint/2012/main">
        <p15:guide id="1" orient="horz" pos="981" userDrawn="1">
          <p15:clr>
            <a:srgbClr val="FBAE40"/>
          </p15:clr>
        </p15:guide>
        <p15:guide id="2" pos="384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ue immagini affiancate">
    <p:spTree>
      <p:nvGrpSpPr>
        <p:cNvPr id="1" name=""/>
        <p:cNvGrpSpPr/>
        <p:nvPr/>
      </p:nvGrpSpPr>
      <p:grpSpPr>
        <a:xfrm>
          <a:off x="0" y="0"/>
          <a:ext cx="0" cy="0"/>
          <a:chOff x="0" y="0"/>
          <a:chExt cx="0" cy="0"/>
        </a:xfrm>
      </p:grpSpPr>
      <p:sp>
        <p:nvSpPr>
          <p:cNvPr id="8" name="Rettangolo 7">
            <a:extLst>
              <a:ext uri="{FF2B5EF4-FFF2-40B4-BE49-F238E27FC236}">
                <a16:creationId xmlns:a16="http://schemas.microsoft.com/office/drawing/2014/main" id="{C2F57ACB-1A9A-42A2-B0B9-3C24FCCE916F}"/>
              </a:ext>
            </a:extLst>
          </p:cNvPr>
          <p:cNvSpPr/>
          <p:nvPr userDrawn="1"/>
        </p:nvSpPr>
        <p:spPr>
          <a:xfrm>
            <a:off x="471488" y="1571124"/>
            <a:ext cx="5472112" cy="4392000"/>
          </a:xfrm>
          <a:prstGeom prst="rect">
            <a:avLst/>
          </a:prstGeom>
          <a:no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it-IT"/>
          </a:p>
        </p:txBody>
      </p:sp>
      <p:sp>
        <p:nvSpPr>
          <p:cNvPr id="21" name="Text Placeholder 3">
            <a:extLst>
              <a:ext uri="{FF2B5EF4-FFF2-40B4-BE49-F238E27FC236}">
                <a16:creationId xmlns:a16="http://schemas.microsoft.com/office/drawing/2014/main" id="{A0C542E8-A419-4B8E-8AE4-1D0DC75ADF26}"/>
              </a:ext>
            </a:extLst>
          </p:cNvPr>
          <p:cNvSpPr>
            <a:spLocks noGrp="1"/>
          </p:cNvSpPr>
          <p:nvPr>
            <p:ph type="body" sz="half" idx="12" hasCustomPrompt="1"/>
          </p:nvPr>
        </p:nvSpPr>
        <p:spPr>
          <a:xfrm>
            <a:off x="562922" y="1691683"/>
            <a:ext cx="5304733" cy="387373"/>
          </a:xfrm>
        </p:spPr>
        <p:txBody>
          <a:bodyPr lIns="0" tIns="0" rIns="0" bIns="0">
            <a:normAutofit/>
          </a:bodyPr>
          <a:lstStyle>
            <a:lvl1pPr marL="0" indent="0" algn="ctr">
              <a:buNone/>
              <a:defRPr sz="1400">
                <a:solidFill>
                  <a:srgbClr val="CC2A2A"/>
                </a:solidFill>
                <a:latin typeface="Arial Narrow" panose="020B0606020202030204" pitchFamily="34"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dirty="0"/>
              <a:t>FARE CLIC PER MODIFICARE GLI STILI DEL TESTO DELLO SCHEMA</a:t>
            </a:r>
          </a:p>
        </p:txBody>
      </p:sp>
      <p:sp>
        <p:nvSpPr>
          <p:cNvPr id="22" name="Content Placeholder 3">
            <a:extLst>
              <a:ext uri="{FF2B5EF4-FFF2-40B4-BE49-F238E27FC236}">
                <a16:creationId xmlns:a16="http://schemas.microsoft.com/office/drawing/2014/main" id="{3F3446B5-6360-4947-B444-A1DBFD655274}"/>
              </a:ext>
            </a:extLst>
          </p:cNvPr>
          <p:cNvSpPr>
            <a:spLocks noGrp="1"/>
          </p:cNvSpPr>
          <p:nvPr>
            <p:ph sz="half" idx="13"/>
          </p:nvPr>
        </p:nvSpPr>
        <p:spPr>
          <a:xfrm>
            <a:off x="562922" y="2172243"/>
            <a:ext cx="5304733" cy="3668732"/>
          </a:xfrm>
        </p:spPr>
        <p:txBody>
          <a:bodyPr>
            <a:normAutofit/>
          </a:bodyPr>
          <a:lstStyle>
            <a:lvl1pPr marL="0" indent="0">
              <a:buFontTx/>
              <a:buNone/>
              <a:defRPr sz="1600">
                <a:solidFill>
                  <a:schemeClr val="tx1">
                    <a:lumMod val="75000"/>
                    <a:lumOff val="25000"/>
                  </a:schemeClr>
                </a:solidFill>
              </a:defRPr>
            </a:lvl1pPr>
            <a:lvl2pPr marL="324000" indent="0">
              <a:buFontTx/>
              <a:buNone/>
              <a:defRPr/>
            </a:lvl2pPr>
            <a:lvl3pPr marL="630000" indent="0">
              <a:buFontTx/>
              <a:buNone/>
              <a:defRPr/>
            </a:lvl3pPr>
            <a:lvl4pPr marL="1008000" indent="0">
              <a:buFontTx/>
              <a:buNone/>
              <a:defRPr/>
            </a:lvl4pPr>
            <a:lvl5pPr marL="1368000" indent="0">
              <a:buFontTx/>
              <a:buNone/>
              <a:defRPr/>
            </a:lvl5pPr>
          </a:lstStyle>
          <a:p>
            <a:pPr lvl="0"/>
            <a:r>
              <a:rPr lang="it-IT" dirty="0"/>
              <a:t>Fare clic per modificare gli stili del testo dello schema</a:t>
            </a:r>
          </a:p>
          <a:p>
            <a:pPr lvl="1"/>
            <a:endParaRPr lang="en-US" dirty="0"/>
          </a:p>
        </p:txBody>
      </p:sp>
      <p:sp>
        <p:nvSpPr>
          <p:cNvPr id="20" name="Rectangle 8">
            <a:extLst>
              <a:ext uri="{FF2B5EF4-FFF2-40B4-BE49-F238E27FC236}">
                <a16:creationId xmlns:a16="http://schemas.microsoft.com/office/drawing/2014/main" id="{D17306DB-EF2B-46DB-BE4C-67BA4581EC8A}"/>
              </a:ext>
            </a:extLst>
          </p:cNvPr>
          <p:cNvSpPr/>
          <p:nvPr userDrawn="1"/>
        </p:nvSpPr>
        <p:spPr>
          <a:xfrm>
            <a:off x="463550" y="1017025"/>
            <a:ext cx="3708400" cy="72000"/>
          </a:xfrm>
          <a:prstGeom prst="rect">
            <a:avLst/>
          </a:prstGeom>
          <a:solidFill>
            <a:srgbClr val="942639"/>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10">
            <a:extLst>
              <a:ext uri="{FF2B5EF4-FFF2-40B4-BE49-F238E27FC236}">
                <a16:creationId xmlns:a16="http://schemas.microsoft.com/office/drawing/2014/main" id="{27663729-5A18-460D-BCC5-1C121255BEC2}"/>
              </a:ext>
            </a:extLst>
          </p:cNvPr>
          <p:cNvSpPr/>
          <p:nvPr userDrawn="1"/>
        </p:nvSpPr>
        <p:spPr>
          <a:xfrm>
            <a:off x="4251325" y="1017025"/>
            <a:ext cx="3706813" cy="72000"/>
          </a:xfrm>
          <a:prstGeom prst="rect">
            <a:avLst/>
          </a:prstGeom>
          <a:solidFill>
            <a:srgbClr val="CC2A2A">
              <a:alpha val="98824"/>
            </a:srgb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9">
            <a:extLst>
              <a:ext uri="{FF2B5EF4-FFF2-40B4-BE49-F238E27FC236}">
                <a16:creationId xmlns:a16="http://schemas.microsoft.com/office/drawing/2014/main" id="{88AE038F-3265-4340-AFAF-203DBF97366C}"/>
              </a:ext>
            </a:extLst>
          </p:cNvPr>
          <p:cNvSpPr/>
          <p:nvPr userDrawn="1"/>
        </p:nvSpPr>
        <p:spPr>
          <a:xfrm>
            <a:off x="8037513" y="1017025"/>
            <a:ext cx="3708400" cy="72000"/>
          </a:xfrm>
          <a:prstGeom prst="rect">
            <a:avLst/>
          </a:prstGeom>
          <a:solidFill>
            <a:srgbClr val="7B7C7E"/>
          </a:solidFill>
          <a:ln>
            <a:noFill/>
          </a:ln>
          <a:effectLst/>
        </p:spPr>
        <p:style>
          <a:lnRef idx="1">
            <a:schemeClr val="accent1"/>
          </a:lnRef>
          <a:fillRef idx="3">
            <a:schemeClr val="accent1"/>
          </a:fillRef>
          <a:effectRef idx="2">
            <a:schemeClr val="accent1"/>
          </a:effectRef>
          <a:fontRef idx="minor">
            <a:schemeClr val="lt1"/>
          </a:fontRef>
        </p:style>
      </p:sp>
      <p:pic>
        <p:nvPicPr>
          <p:cNvPr id="25" name="Immagine 24">
            <a:extLst>
              <a:ext uri="{FF2B5EF4-FFF2-40B4-BE49-F238E27FC236}">
                <a16:creationId xmlns:a16="http://schemas.microsoft.com/office/drawing/2014/main" id="{5203E877-BB68-4C3E-A95D-262A3B3831F6}"/>
              </a:ext>
            </a:extLst>
          </p:cNvPr>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0868242" y="6402657"/>
            <a:ext cx="840882" cy="245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6" name="Footer Placeholder 4">
            <a:extLst>
              <a:ext uri="{FF2B5EF4-FFF2-40B4-BE49-F238E27FC236}">
                <a16:creationId xmlns:a16="http://schemas.microsoft.com/office/drawing/2014/main" id="{DDB77A0D-9AB4-48A1-82C5-A09A7D4F72D4}"/>
              </a:ext>
            </a:extLst>
          </p:cNvPr>
          <p:cNvSpPr>
            <a:spLocks noGrp="1"/>
          </p:cNvSpPr>
          <p:nvPr>
            <p:ph type="ftr" sz="quarter" idx="10"/>
          </p:nvPr>
        </p:nvSpPr>
        <p:spPr>
          <a:xfrm>
            <a:off x="898588" y="6394753"/>
            <a:ext cx="9644444" cy="259965"/>
          </a:xfrm>
          <a:prstGeom prst="rect">
            <a:avLst/>
          </a:prstGeom>
        </p:spPr>
        <p:txBody>
          <a:bodyPr vert="horz" lIns="0" tIns="0" rIns="0" bIns="0" rtlCol="0" anchor="b" anchorCtr="0"/>
          <a:lstStyle>
            <a:lvl1pPr algn="l" eaLnBrk="1" fontAlgn="auto" hangingPunct="1">
              <a:spcBef>
                <a:spcPts val="0"/>
              </a:spcBef>
              <a:spcAft>
                <a:spcPts val="0"/>
              </a:spcAft>
              <a:defRPr sz="900" cap="all" dirty="0">
                <a:solidFill>
                  <a:schemeClr val="tx1">
                    <a:lumMod val="65000"/>
                    <a:lumOff val="35000"/>
                  </a:schemeClr>
                </a:solidFill>
                <a:latin typeface="Arial" panose="020B0604020202020204" pitchFamily="34" charset="0"/>
                <a:cs typeface="Arial" panose="020B0604020202020204" pitchFamily="34" charset="0"/>
              </a:defRPr>
            </a:lvl1pPr>
          </a:lstStyle>
          <a:p>
            <a:pPr>
              <a:defRPr/>
            </a:pPr>
            <a:endParaRPr lang="en-US" dirty="0"/>
          </a:p>
        </p:txBody>
      </p:sp>
      <p:sp>
        <p:nvSpPr>
          <p:cNvPr id="29" name="Slide Number Placeholder 5">
            <a:extLst>
              <a:ext uri="{FF2B5EF4-FFF2-40B4-BE49-F238E27FC236}">
                <a16:creationId xmlns:a16="http://schemas.microsoft.com/office/drawing/2014/main" id="{ABB3C7F1-D02D-4858-A51B-B1211EF06EF0}"/>
              </a:ext>
            </a:extLst>
          </p:cNvPr>
          <p:cNvSpPr>
            <a:spLocks noGrp="1"/>
          </p:cNvSpPr>
          <p:nvPr>
            <p:ph type="sldNum" sz="quarter" idx="14"/>
          </p:nvPr>
        </p:nvSpPr>
        <p:spPr>
          <a:xfrm>
            <a:off x="323469" y="6405108"/>
            <a:ext cx="501650" cy="365125"/>
          </a:xfrm>
          <a:prstGeom prst="rect">
            <a:avLst/>
          </a:prstGeom>
        </p:spPr>
        <p:txBody>
          <a:bodyPr vert="horz" lIns="91440" tIns="45720" rIns="91440" bIns="45720" rtlCol="0" anchor="ctr"/>
          <a:lstStyle>
            <a:lvl1pPr algn="ctr" eaLnBrk="1" fontAlgn="auto" hangingPunct="1">
              <a:spcBef>
                <a:spcPts val="0"/>
              </a:spcBef>
              <a:spcAft>
                <a:spcPts val="0"/>
              </a:spcAft>
              <a:defRPr sz="1200" b="1" smtClean="0">
                <a:solidFill>
                  <a:srgbClr val="C00000"/>
                </a:solidFill>
                <a:latin typeface="Arial" panose="020B0604020202020204" pitchFamily="34" charset="0"/>
                <a:cs typeface="Arial" panose="020B0604020202020204" pitchFamily="34" charset="0"/>
              </a:defRPr>
            </a:lvl1pPr>
          </a:lstStyle>
          <a:p>
            <a:pPr>
              <a:defRPr/>
            </a:pPr>
            <a:fld id="{48B4153A-D4C5-4CEF-8992-0D8815C829E3}" type="slidenum">
              <a:rPr lang="en-US" smtClean="0"/>
              <a:pPr>
                <a:defRPr/>
              </a:pPr>
              <a:t>‹N›</a:t>
            </a:fld>
            <a:endParaRPr lang="en-US" dirty="0"/>
          </a:p>
        </p:txBody>
      </p:sp>
      <p:sp>
        <p:nvSpPr>
          <p:cNvPr id="30" name="Rettangolo 29">
            <a:extLst>
              <a:ext uri="{FF2B5EF4-FFF2-40B4-BE49-F238E27FC236}">
                <a16:creationId xmlns:a16="http://schemas.microsoft.com/office/drawing/2014/main" id="{2E11952F-B65E-4BC4-A306-BA5F2E5E1051}"/>
              </a:ext>
            </a:extLst>
          </p:cNvPr>
          <p:cNvSpPr/>
          <p:nvPr userDrawn="1"/>
        </p:nvSpPr>
        <p:spPr>
          <a:xfrm>
            <a:off x="6256216" y="1557338"/>
            <a:ext cx="5472000" cy="4392612"/>
          </a:xfrm>
          <a:prstGeom prst="rect">
            <a:avLst/>
          </a:prstGeom>
          <a:no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it-IT"/>
          </a:p>
        </p:txBody>
      </p:sp>
      <p:sp>
        <p:nvSpPr>
          <p:cNvPr id="31" name="Text Placeholder 3">
            <a:extLst>
              <a:ext uri="{FF2B5EF4-FFF2-40B4-BE49-F238E27FC236}">
                <a16:creationId xmlns:a16="http://schemas.microsoft.com/office/drawing/2014/main" id="{10FF5994-804D-479E-8547-F402AE8DD1DD}"/>
              </a:ext>
            </a:extLst>
          </p:cNvPr>
          <p:cNvSpPr>
            <a:spLocks noGrp="1"/>
          </p:cNvSpPr>
          <p:nvPr>
            <p:ph type="body" sz="half" idx="11" hasCustomPrompt="1"/>
          </p:nvPr>
        </p:nvSpPr>
        <p:spPr>
          <a:xfrm>
            <a:off x="6376432" y="1684420"/>
            <a:ext cx="5231635" cy="457200"/>
          </a:xfrm>
        </p:spPr>
        <p:txBody>
          <a:bodyPr lIns="0" tIns="0" rIns="0" bIns="0">
            <a:normAutofit/>
          </a:bodyPr>
          <a:lstStyle>
            <a:lvl1pPr marL="0" indent="0" algn="ctr">
              <a:buNone/>
              <a:defRPr sz="1400">
                <a:solidFill>
                  <a:srgbClr val="CC2A2A"/>
                </a:solidFill>
                <a:latin typeface="Arial Narrow" panose="020B0606020202030204" pitchFamily="34"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dirty="0"/>
              <a:t>FARE CLIC PER MODIFICARE GLI STILI DEL TESTO DELLO SCHEMA</a:t>
            </a:r>
          </a:p>
        </p:txBody>
      </p:sp>
      <p:sp>
        <p:nvSpPr>
          <p:cNvPr id="32" name="Content Placeholder 3">
            <a:extLst>
              <a:ext uri="{FF2B5EF4-FFF2-40B4-BE49-F238E27FC236}">
                <a16:creationId xmlns:a16="http://schemas.microsoft.com/office/drawing/2014/main" id="{4C0547B4-6D28-4C23-830C-984AB52D9776}"/>
              </a:ext>
            </a:extLst>
          </p:cNvPr>
          <p:cNvSpPr>
            <a:spLocks noGrp="1"/>
          </p:cNvSpPr>
          <p:nvPr>
            <p:ph sz="half" idx="2"/>
          </p:nvPr>
        </p:nvSpPr>
        <p:spPr>
          <a:xfrm>
            <a:off x="6376432" y="2220577"/>
            <a:ext cx="5231636" cy="3620398"/>
          </a:xfrm>
        </p:spPr>
        <p:txBody>
          <a:bodyPr>
            <a:normAutofit/>
          </a:bodyPr>
          <a:lstStyle>
            <a:lvl1pPr marL="0" indent="0">
              <a:buFontTx/>
              <a:buNone/>
              <a:defRPr sz="1600">
                <a:solidFill>
                  <a:schemeClr val="tx1">
                    <a:lumMod val="75000"/>
                    <a:lumOff val="25000"/>
                  </a:schemeClr>
                </a:solidFill>
              </a:defRPr>
            </a:lvl1pPr>
            <a:lvl2pPr marL="324000" indent="0">
              <a:buFontTx/>
              <a:buNone/>
              <a:defRPr/>
            </a:lvl2pPr>
            <a:lvl3pPr marL="630000" indent="0">
              <a:buFontTx/>
              <a:buNone/>
              <a:defRPr/>
            </a:lvl3pPr>
            <a:lvl4pPr marL="1008000" indent="0">
              <a:buFontTx/>
              <a:buNone/>
              <a:defRPr/>
            </a:lvl4pPr>
            <a:lvl5pPr marL="1368000" indent="0">
              <a:buFontTx/>
              <a:buNone/>
              <a:defRPr/>
            </a:lvl5pPr>
          </a:lstStyle>
          <a:p>
            <a:pPr lvl="0"/>
            <a:r>
              <a:rPr lang="it-IT" dirty="0"/>
              <a:t>Fare clic per modificare gli stili del testo dello schema</a:t>
            </a:r>
          </a:p>
          <a:p>
            <a:pPr lvl="1"/>
            <a:endParaRPr lang="en-US" dirty="0"/>
          </a:p>
        </p:txBody>
      </p:sp>
      <p:sp>
        <p:nvSpPr>
          <p:cNvPr id="15" name="Title Placeholder 1">
            <a:extLst>
              <a:ext uri="{FF2B5EF4-FFF2-40B4-BE49-F238E27FC236}">
                <a16:creationId xmlns:a16="http://schemas.microsoft.com/office/drawing/2014/main" id="{385672B4-73ED-0645-AF4D-5916A1BEEC00}"/>
              </a:ext>
            </a:extLst>
          </p:cNvPr>
          <p:cNvSpPr>
            <a:spLocks noGrp="1"/>
          </p:cNvSpPr>
          <p:nvPr>
            <p:ph type="title" hasCustomPrompt="1"/>
          </p:nvPr>
        </p:nvSpPr>
        <p:spPr>
          <a:xfrm>
            <a:off x="468895" y="503475"/>
            <a:ext cx="11269308" cy="384721"/>
          </a:xfrm>
          <a:prstGeom prst="rect">
            <a:avLst/>
          </a:prstGeom>
        </p:spPr>
        <p:txBody>
          <a:bodyPr lIns="0" tIns="0" rIns="0" bIns="0" rtlCol="0">
            <a:spAutoFit/>
          </a:bodyPr>
          <a:lstStyle>
            <a:lvl1pPr>
              <a:lnSpc>
                <a:spcPts val="3000"/>
              </a:lnSpc>
              <a:defRPr sz="2800" cap="none" baseline="0"/>
            </a:lvl1pPr>
          </a:lstStyle>
          <a:p>
            <a:r>
              <a:rPr lang="it-IT" dirty="0"/>
              <a:t>Fare clic per modificare lo stile del titolo dello schema</a:t>
            </a:r>
            <a:endParaRPr lang="en-US" dirty="0"/>
          </a:p>
        </p:txBody>
      </p:sp>
    </p:spTree>
    <p:extLst>
      <p:ext uri="{BB962C8B-B14F-4D97-AF65-F5344CB8AC3E}">
        <p14:creationId xmlns:p14="http://schemas.microsoft.com/office/powerpoint/2010/main" val="3774320508"/>
      </p:ext>
    </p:extLst>
  </p:cSld>
  <p:clrMapOvr>
    <a:masterClrMapping/>
  </p:clrMapOvr>
  <p:extLst>
    <p:ext uri="{DCECCB84-F9BA-43D5-87BE-67443E8EF086}">
      <p15:sldGuideLst xmlns:p15="http://schemas.microsoft.com/office/powerpoint/2012/main">
        <p15:guide id="1" orient="horz" pos="981"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didascalia+grafico o tavola grande">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463786" y="1557338"/>
            <a:ext cx="11283042" cy="662557"/>
          </a:xfrm>
        </p:spPr>
        <p:txBody>
          <a:bodyPr lIns="0" tIns="0" rIns="0" bIns="0">
            <a:noAutofit/>
          </a:bodyPr>
          <a:lstStyle>
            <a:lvl1pPr marL="0" indent="0">
              <a:buNone/>
              <a:defRPr sz="1800" b="0">
                <a:solidFill>
                  <a:schemeClr val="tx1">
                    <a:lumMod val="65000"/>
                    <a:lumOff val="3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dirty="0"/>
              <a:t>Fare clic per modificare gli stili del testo dello schema</a:t>
            </a:r>
          </a:p>
        </p:txBody>
      </p:sp>
      <p:sp>
        <p:nvSpPr>
          <p:cNvPr id="4" name="Content Placeholder 3"/>
          <p:cNvSpPr>
            <a:spLocks noGrp="1"/>
          </p:cNvSpPr>
          <p:nvPr>
            <p:ph sz="half" idx="2"/>
          </p:nvPr>
        </p:nvSpPr>
        <p:spPr>
          <a:xfrm>
            <a:off x="463786" y="2319687"/>
            <a:ext cx="11283042" cy="3630263"/>
          </a:xfrm>
        </p:spPr>
        <p:txBody>
          <a:bodyPr>
            <a:normAutofit/>
          </a:bodyPr>
          <a:lstStyle>
            <a:lvl1pPr marL="0" indent="0">
              <a:buFontTx/>
              <a:buNone/>
              <a:defRPr sz="1600">
                <a:solidFill>
                  <a:schemeClr val="tx1">
                    <a:lumMod val="75000"/>
                    <a:lumOff val="25000"/>
                  </a:schemeClr>
                </a:solidFill>
              </a:defRPr>
            </a:lvl1pPr>
            <a:lvl2pPr marL="324000" indent="0">
              <a:buFontTx/>
              <a:buNone/>
              <a:defRPr/>
            </a:lvl2pPr>
            <a:lvl3pPr marL="630000" indent="0">
              <a:buFontTx/>
              <a:buNone/>
              <a:defRPr/>
            </a:lvl3pPr>
            <a:lvl4pPr marL="1008000" indent="0">
              <a:buFontTx/>
              <a:buNone/>
              <a:defRPr/>
            </a:lvl4pPr>
            <a:lvl5pPr marL="1368000" indent="0">
              <a:buFontTx/>
              <a:buNone/>
              <a:defRPr/>
            </a:lvl5pPr>
          </a:lstStyle>
          <a:p>
            <a:pPr lvl="0"/>
            <a:r>
              <a:rPr lang="it-IT" dirty="0"/>
              <a:t>Fare clic per modificare gli stili del testo dello schema</a:t>
            </a:r>
          </a:p>
          <a:p>
            <a:pPr lvl="1"/>
            <a:endParaRPr lang="en-US" dirty="0"/>
          </a:p>
        </p:txBody>
      </p:sp>
      <p:pic>
        <p:nvPicPr>
          <p:cNvPr id="13" name="Immagine 12">
            <a:extLst>
              <a:ext uri="{FF2B5EF4-FFF2-40B4-BE49-F238E27FC236}">
                <a16:creationId xmlns:a16="http://schemas.microsoft.com/office/drawing/2014/main" id="{D0FB10A6-C138-494B-9E13-24A27B8289FA}"/>
              </a:ext>
            </a:extLst>
          </p:cNvPr>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0868242" y="6402657"/>
            <a:ext cx="840882" cy="245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Footer Placeholder 4">
            <a:extLst>
              <a:ext uri="{FF2B5EF4-FFF2-40B4-BE49-F238E27FC236}">
                <a16:creationId xmlns:a16="http://schemas.microsoft.com/office/drawing/2014/main" id="{A4B33C25-F53C-40FF-87FE-5A1021509E50}"/>
              </a:ext>
            </a:extLst>
          </p:cNvPr>
          <p:cNvSpPr>
            <a:spLocks noGrp="1"/>
          </p:cNvSpPr>
          <p:nvPr>
            <p:ph type="ftr" sz="quarter" idx="10"/>
          </p:nvPr>
        </p:nvSpPr>
        <p:spPr>
          <a:xfrm>
            <a:off x="898588" y="6394753"/>
            <a:ext cx="9644444" cy="259965"/>
          </a:xfrm>
          <a:prstGeom prst="rect">
            <a:avLst/>
          </a:prstGeom>
        </p:spPr>
        <p:txBody>
          <a:bodyPr vert="horz" lIns="0" tIns="0" rIns="0" bIns="0" rtlCol="0" anchor="b" anchorCtr="0"/>
          <a:lstStyle>
            <a:lvl1pPr algn="l" eaLnBrk="1" fontAlgn="auto" hangingPunct="1">
              <a:spcBef>
                <a:spcPts val="0"/>
              </a:spcBef>
              <a:spcAft>
                <a:spcPts val="0"/>
              </a:spcAft>
              <a:defRPr sz="900" cap="all" dirty="0">
                <a:solidFill>
                  <a:schemeClr val="tx1">
                    <a:lumMod val="65000"/>
                    <a:lumOff val="35000"/>
                  </a:schemeClr>
                </a:solidFill>
                <a:latin typeface="Arial" panose="020B0604020202020204" pitchFamily="34" charset="0"/>
                <a:cs typeface="Arial" panose="020B0604020202020204" pitchFamily="34" charset="0"/>
              </a:defRPr>
            </a:lvl1pPr>
          </a:lstStyle>
          <a:p>
            <a:pPr>
              <a:defRPr/>
            </a:pPr>
            <a:endParaRPr lang="en-US" dirty="0"/>
          </a:p>
        </p:txBody>
      </p:sp>
      <p:sp>
        <p:nvSpPr>
          <p:cNvPr id="17" name="Rectangle 8">
            <a:extLst>
              <a:ext uri="{FF2B5EF4-FFF2-40B4-BE49-F238E27FC236}">
                <a16:creationId xmlns:a16="http://schemas.microsoft.com/office/drawing/2014/main" id="{96897485-CF07-4D6A-ABB8-A29D7DC57109}"/>
              </a:ext>
            </a:extLst>
          </p:cNvPr>
          <p:cNvSpPr/>
          <p:nvPr userDrawn="1"/>
        </p:nvSpPr>
        <p:spPr>
          <a:xfrm>
            <a:off x="463550" y="1017025"/>
            <a:ext cx="3708400" cy="72000"/>
          </a:xfrm>
          <a:prstGeom prst="rect">
            <a:avLst/>
          </a:prstGeom>
          <a:solidFill>
            <a:srgbClr val="942639"/>
          </a:solidFill>
          <a:ln>
            <a:noFill/>
          </a:ln>
          <a:effectLst/>
        </p:spPr>
        <p:style>
          <a:lnRef idx="1">
            <a:schemeClr val="accent1"/>
          </a:lnRef>
          <a:fillRef idx="3">
            <a:schemeClr val="accent1"/>
          </a:fillRef>
          <a:effectRef idx="2">
            <a:schemeClr val="accent1"/>
          </a:effectRef>
          <a:fontRef idx="minor">
            <a:schemeClr val="lt1"/>
          </a:fontRef>
        </p:style>
      </p:sp>
      <p:sp>
        <p:nvSpPr>
          <p:cNvPr id="18" name="Rectangle 10">
            <a:extLst>
              <a:ext uri="{FF2B5EF4-FFF2-40B4-BE49-F238E27FC236}">
                <a16:creationId xmlns:a16="http://schemas.microsoft.com/office/drawing/2014/main" id="{BC91E05A-8494-49B6-B257-61F68DA8B315}"/>
              </a:ext>
            </a:extLst>
          </p:cNvPr>
          <p:cNvSpPr/>
          <p:nvPr userDrawn="1"/>
        </p:nvSpPr>
        <p:spPr>
          <a:xfrm>
            <a:off x="4251325" y="1017025"/>
            <a:ext cx="3706813" cy="72000"/>
          </a:xfrm>
          <a:prstGeom prst="rect">
            <a:avLst/>
          </a:prstGeom>
          <a:solidFill>
            <a:srgbClr val="CC2A2A">
              <a:alpha val="98824"/>
            </a:srgbClr>
          </a:solidFill>
          <a:ln>
            <a:noFill/>
          </a:ln>
          <a:effectLst/>
        </p:spPr>
        <p:style>
          <a:lnRef idx="1">
            <a:schemeClr val="accent1"/>
          </a:lnRef>
          <a:fillRef idx="3">
            <a:schemeClr val="accent1"/>
          </a:fillRef>
          <a:effectRef idx="2">
            <a:schemeClr val="accent1"/>
          </a:effectRef>
          <a:fontRef idx="minor">
            <a:schemeClr val="lt1"/>
          </a:fontRef>
        </p:style>
      </p:sp>
      <p:sp>
        <p:nvSpPr>
          <p:cNvPr id="19" name="Rectangle 9">
            <a:extLst>
              <a:ext uri="{FF2B5EF4-FFF2-40B4-BE49-F238E27FC236}">
                <a16:creationId xmlns:a16="http://schemas.microsoft.com/office/drawing/2014/main" id="{422199A7-2A62-43D5-872A-CD0B9A3D6E61}"/>
              </a:ext>
            </a:extLst>
          </p:cNvPr>
          <p:cNvSpPr/>
          <p:nvPr userDrawn="1"/>
        </p:nvSpPr>
        <p:spPr>
          <a:xfrm>
            <a:off x="8037513" y="1017025"/>
            <a:ext cx="3708400" cy="72000"/>
          </a:xfrm>
          <a:prstGeom prst="rect">
            <a:avLst/>
          </a:prstGeom>
          <a:solidFill>
            <a:srgbClr val="7B7C7E"/>
          </a:solidFill>
          <a:ln>
            <a:noFill/>
          </a:ln>
          <a:effectLst/>
        </p:spPr>
        <p:style>
          <a:lnRef idx="1">
            <a:schemeClr val="accent1"/>
          </a:lnRef>
          <a:fillRef idx="3">
            <a:schemeClr val="accent1"/>
          </a:fillRef>
          <a:effectRef idx="2">
            <a:schemeClr val="accent1"/>
          </a:effectRef>
          <a:fontRef idx="minor">
            <a:schemeClr val="lt1"/>
          </a:fontRef>
        </p:style>
      </p:sp>
      <p:sp>
        <p:nvSpPr>
          <p:cNvPr id="20" name="Slide Number Placeholder 5">
            <a:extLst>
              <a:ext uri="{FF2B5EF4-FFF2-40B4-BE49-F238E27FC236}">
                <a16:creationId xmlns:a16="http://schemas.microsoft.com/office/drawing/2014/main" id="{1B2ED1D9-25D5-4BB7-87C2-D519D9336366}"/>
              </a:ext>
            </a:extLst>
          </p:cNvPr>
          <p:cNvSpPr>
            <a:spLocks noGrp="1"/>
          </p:cNvSpPr>
          <p:nvPr>
            <p:ph type="sldNum" sz="quarter" idx="14"/>
          </p:nvPr>
        </p:nvSpPr>
        <p:spPr>
          <a:xfrm>
            <a:off x="323469" y="6397225"/>
            <a:ext cx="501650" cy="365125"/>
          </a:xfrm>
          <a:prstGeom prst="rect">
            <a:avLst/>
          </a:prstGeom>
        </p:spPr>
        <p:txBody>
          <a:bodyPr vert="horz" lIns="91440" tIns="45720" rIns="91440" bIns="45720" rtlCol="0" anchor="ctr"/>
          <a:lstStyle>
            <a:lvl1pPr algn="ctr" eaLnBrk="1" fontAlgn="auto" hangingPunct="1">
              <a:spcBef>
                <a:spcPts val="0"/>
              </a:spcBef>
              <a:spcAft>
                <a:spcPts val="0"/>
              </a:spcAft>
              <a:defRPr sz="1200" b="1" smtClean="0">
                <a:solidFill>
                  <a:srgbClr val="C00000"/>
                </a:solidFill>
                <a:latin typeface="Arial" panose="020B0604020202020204" pitchFamily="34" charset="0"/>
                <a:cs typeface="Arial" panose="020B0604020202020204" pitchFamily="34" charset="0"/>
              </a:defRPr>
            </a:lvl1pPr>
          </a:lstStyle>
          <a:p>
            <a:pPr>
              <a:defRPr/>
            </a:pPr>
            <a:fld id="{48B4153A-D4C5-4CEF-8992-0D8815C829E3}" type="slidenum">
              <a:rPr lang="en-US" smtClean="0"/>
              <a:pPr>
                <a:defRPr/>
              </a:pPr>
              <a:t>‹N›</a:t>
            </a:fld>
            <a:endParaRPr lang="en-US" dirty="0"/>
          </a:p>
        </p:txBody>
      </p:sp>
      <p:sp>
        <p:nvSpPr>
          <p:cNvPr id="11" name="Title Placeholder 1">
            <a:extLst>
              <a:ext uri="{FF2B5EF4-FFF2-40B4-BE49-F238E27FC236}">
                <a16:creationId xmlns:a16="http://schemas.microsoft.com/office/drawing/2014/main" id="{385672B4-73ED-0645-AF4D-5916A1BEEC00}"/>
              </a:ext>
            </a:extLst>
          </p:cNvPr>
          <p:cNvSpPr>
            <a:spLocks noGrp="1"/>
          </p:cNvSpPr>
          <p:nvPr>
            <p:ph type="title" hasCustomPrompt="1"/>
          </p:nvPr>
        </p:nvSpPr>
        <p:spPr>
          <a:xfrm>
            <a:off x="468895" y="503475"/>
            <a:ext cx="11269308" cy="384721"/>
          </a:xfrm>
          <a:prstGeom prst="rect">
            <a:avLst/>
          </a:prstGeom>
        </p:spPr>
        <p:txBody>
          <a:bodyPr lIns="0" tIns="0" rIns="0" bIns="0" rtlCol="0">
            <a:spAutoFit/>
          </a:bodyPr>
          <a:lstStyle>
            <a:lvl1pPr>
              <a:lnSpc>
                <a:spcPts val="3000"/>
              </a:lnSpc>
              <a:defRPr sz="2800" cap="none" baseline="0"/>
            </a:lvl1pPr>
          </a:lstStyle>
          <a:p>
            <a:r>
              <a:rPr lang="it-IT" dirty="0"/>
              <a:t>Fare clic per modificare lo stile del titolo dello schema</a:t>
            </a:r>
            <a:endParaRPr lang="en-US" dirty="0"/>
          </a:p>
        </p:txBody>
      </p:sp>
    </p:spTree>
    <p:extLst>
      <p:ext uri="{BB962C8B-B14F-4D97-AF65-F5344CB8AC3E}">
        <p14:creationId xmlns:p14="http://schemas.microsoft.com/office/powerpoint/2010/main" val="3069949798"/>
      </p:ext>
    </p:extLst>
  </p:cSld>
  <p:clrMapOvr>
    <a:masterClrMapping/>
  </p:clrMapOvr>
  <p:extLst>
    <p:ext uri="{DCECCB84-F9BA-43D5-87BE-67443E8EF086}">
      <p15:sldGuideLst xmlns:p15="http://schemas.microsoft.com/office/powerpoint/2012/main">
        <p15:guide id="1" orient="horz" pos="3748" userDrawn="1">
          <p15:clr>
            <a:srgbClr val="FBAE40"/>
          </p15:clr>
        </p15:guide>
        <p15:guide id="2" pos="3840"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vuota">
    <p:spTree>
      <p:nvGrpSpPr>
        <p:cNvPr id="1" name=""/>
        <p:cNvGrpSpPr/>
        <p:nvPr/>
      </p:nvGrpSpPr>
      <p:grpSpPr>
        <a:xfrm>
          <a:off x="0" y="0"/>
          <a:ext cx="0" cy="0"/>
          <a:chOff x="0" y="0"/>
          <a:chExt cx="0" cy="0"/>
        </a:xfrm>
      </p:grpSpPr>
      <p:pic>
        <p:nvPicPr>
          <p:cNvPr id="5" name="Immagine 4">
            <a:extLst>
              <a:ext uri="{FF2B5EF4-FFF2-40B4-BE49-F238E27FC236}">
                <a16:creationId xmlns:a16="http://schemas.microsoft.com/office/drawing/2014/main" id="{18A4B74D-95FF-4ECC-AED0-C183993F87B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0868242" y="6402657"/>
            <a:ext cx="840882" cy="245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Footer Placeholder 4">
            <a:extLst>
              <a:ext uri="{FF2B5EF4-FFF2-40B4-BE49-F238E27FC236}">
                <a16:creationId xmlns:a16="http://schemas.microsoft.com/office/drawing/2014/main" id="{48324380-A91B-40DB-8B06-87F1716A8EF9}"/>
              </a:ext>
            </a:extLst>
          </p:cNvPr>
          <p:cNvSpPr>
            <a:spLocks noGrp="1"/>
          </p:cNvSpPr>
          <p:nvPr>
            <p:ph type="ftr" sz="quarter" idx="10"/>
          </p:nvPr>
        </p:nvSpPr>
        <p:spPr>
          <a:xfrm>
            <a:off x="898588" y="6394753"/>
            <a:ext cx="9644444" cy="259965"/>
          </a:xfrm>
          <a:prstGeom prst="rect">
            <a:avLst/>
          </a:prstGeom>
        </p:spPr>
        <p:txBody>
          <a:bodyPr vert="horz" lIns="0" tIns="0" rIns="0" bIns="0" rtlCol="0" anchor="b" anchorCtr="0"/>
          <a:lstStyle>
            <a:lvl1pPr algn="l" eaLnBrk="1" fontAlgn="auto" hangingPunct="1">
              <a:spcBef>
                <a:spcPts val="0"/>
              </a:spcBef>
              <a:spcAft>
                <a:spcPts val="0"/>
              </a:spcAft>
              <a:defRPr sz="900" cap="all" dirty="0">
                <a:solidFill>
                  <a:schemeClr val="tx1">
                    <a:lumMod val="65000"/>
                    <a:lumOff val="35000"/>
                  </a:schemeClr>
                </a:solidFill>
                <a:latin typeface="Arial" panose="020B0604020202020204" pitchFamily="34" charset="0"/>
                <a:cs typeface="Arial" panose="020B0604020202020204" pitchFamily="34" charset="0"/>
              </a:defRPr>
            </a:lvl1pPr>
          </a:lstStyle>
          <a:p>
            <a:pPr>
              <a:defRPr/>
            </a:pPr>
            <a:endParaRPr lang="en-US" dirty="0"/>
          </a:p>
        </p:txBody>
      </p:sp>
      <p:sp>
        <p:nvSpPr>
          <p:cNvPr id="9" name="Slide Number Placeholder 5">
            <a:extLst>
              <a:ext uri="{FF2B5EF4-FFF2-40B4-BE49-F238E27FC236}">
                <a16:creationId xmlns:a16="http://schemas.microsoft.com/office/drawing/2014/main" id="{9376CEDB-6160-4575-AAD8-45EA5C0ED54C}"/>
              </a:ext>
            </a:extLst>
          </p:cNvPr>
          <p:cNvSpPr>
            <a:spLocks noGrp="1"/>
          </p:cNvSpPr>
          <p:nvPr>
            <p:ph type="sldNum" sz="quarter" idx="11"/>
          </p:nvPr>
        </p:nvSpPr>
        <p:spPr>
          <a:xfrm>
            <a:off x="323469" y="6397225"/>
            <a:ext cx="501650" cy="365125"/>
          </a:xfrm>
          <a:prstGeom prst="rect">
            <a:avLst/>
          </a:prstGeom>
        </p:spPr>
        <p:txBody>
          <a:bodyPr vert="horz" lIns="91440" tIns="45720" rIns="91440" bIns="45720" rtlCol="0" anchor="ctr"/>
          <a:lstStyle>
            <a:lvl1pPr algn="ctr" eaLnBrk="1" fontAlgn="auto" hangingPunct="1">
              <a:spcBef>
                <a:spcPts val="0"/>
              </a:spcBef>
              <a:spcAft>
                <a:spcPts val="0"/>
              </a:spcAft>
              <a:defRPr sz="1200" b="1" smtClean="0">
                <a:solidFill>
                  <a:srgbClr val="C00000"/>
                </a:solidFill>
                <a:latin typeface="Arial" panose="020B0604020202020204" pitchFamily="34" charset="0"/>
                <a:cs typeface="Arial" panose="020B0604020202020204" pitchFamily="34" charset="0"/>
              </a:defRPr>
            </a:lvl1pPr>
          </a:lstStyle>
          <a:p>
            <a:pPr>
              <a:defRPr/>
            </a:pPr>
            <a:fld id="{48B4153A-D4C5-4CEF-8992-0D8815C829E3}" type="slidenum">
              <a:rPr lang="en-US" smtClean="0"/>
              <a:pPr>
                <a:defRPr/>
              </a:pPr>
              <a:t>‹N›</a:t>
            </a:fld>
            <a:endParaRPr lang="en-US" dirty="0"/>
          </a:p>
        </p:txBody>
      </p:sp>
    </p:spTree>
    <p:extLst>
      <p:ext uri="{BB962C8B-B14F-4D97-AF65-F5344CB8AC3E}">
        <p14:creationId xmlns:p14="http://schemas.microsoft.com/office/powerpoint/2010/main" val="2942224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ringraziamenti">
    <p:spTree>
      <p:nvGrpSpPr>
        <p:cNvPr id="1" name=""/>
        <p:cNvGrpSpPr/>
        <p:nvPr/>
      </p:nvGrpSpPr>
      <p:grpSpPr>
        <a:xfrm>
          <a:off x="0" y="0"/>
          <a:ext cx="0" cy="0"/>
          <a:chOff x="0" y="0"/>
          <a:chExt cx="0" cy="0"/>
        </a:xfrm>
      </p:grpSpPr>
      <p:sp>
        <p:nvSpPr>
          <p:cNvPr id="2" name="Title 1"/>
          <p:cNvSpPr>
            <a:spLocks noGrp="1"/>
          </p:cNvSpPr>
          <p:nvPr>
            <p:ph type="ctrTitle"/>
          </p:nvPr>
        </p:nvSpPr>
        <p:spPr>
          <a:xfrm>
            <a:off x="463786" y="1796902"/>
            <a:ext cx="11283042" cy="1839433"/>
          </a:xfrm>
          <a:effectLst/>
        </p:spPr>
        <p:txBody>
          <a:bodyPr anchor="ctr">
            <a:noAutofit/>
          </a:bodyPr>
          <a:lstStyle>
            <a:lvl1pPr algn="ctr">
              <a:defRPr sz="7000" b="0" cap="none">
                <a:solidFill>
                  <a:schemeClr val="tx1">
                    <a:lumMod val="50000"/>
                    <a:lumOff val="50000"/>
                  </a:schemeClr>
                </a:solidFill>
              </a:defRPr>
            </a:lvl1pPr>
          </a:lstStyle>
          <a:p>
            <a:endParaRPr lang="en-US" dirty="0"/>
          </a:p>
        </p:txBody>
      </p:sp>
      <p:sp>
        <p:nvSpPr>
          <p:cNvPr id="10" name="Text Placeholder 2">
            <a:extLst>
              <a:ext uri="{FF2B5EF4-FFF2-40B4-BE49-F238E27FC236}">
                <a16:creationId xmlns:a16="http://schemas.microsoft.com/office/drawing/2014/main" id="{05894EA2-4831-F84E-BBDE-8E89A351653C}"/>
              </a:ext>
            </a:extLst>
          </p:cNvPr>
          <p:cNvSpPr>
            <a:spLocks noGrp="1"/>
          </p:cNvSpPr>
          <p:nvPr>
            <p:ph type="body" idx="1"/>
          </p:nvPr>
        </p:nvSpPr>
        <p:spPr>
          <a:xfrm>
            <a:off x="3296093" y="3683529"/>
            <a:ext cx="5624623" cy="423612"/>
          </a:xfrm>
        </p:spPr>
        <p:txBody>
          <a:bodyPr spcCol="360000" anchor="ctr">
            <a:noAutofit/>
          </a:bodyPr>
          <a:lstStyle>
            <a:lvl1pPr marL="0" indent="0" algn="ctr">
              <a:buNone/>
              <a:defRPr sz="18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dirty="0"/>
              <a:t>Fare clic per modificare gli stili del testo dello schema</a:t>
            </a:r>
          </a:p>
        </p:txBody>
      </p:sp>
      <p:sp>
        <p:nvSpPr>
          <p:cNvPr id="8" name="Rectangle 8">
            <a:extLst>
              <a:ext uri="{FF2B5EF4-FFF2-40B4-BE49-F238E27FC236}">
                <a16:creationId xmlns:a16="http://schemas.microsoft.com/office/drawing/2014/main" id="{02837C0E-8F15-489B-800B-6F1CBBB23F06}"/>
              </a:ext>
            </a:extLst>
          </p:cNvPr>
          <p:cNvSpPr/>
          <p:nvPr userDrawn="1"/>
        </p:nvSpPr>
        <p:spPr>
          <a:xfrm>
            <a:off x="463550" y="5773825"/>
            <a:ext cx="3708400" cy="1089025"/>
          </a:xfrm>
          <a:prstGeom prst="rect">
            <a:avLst/>
          </a:prstGeom>
          <a:solidFill>
            <a:srgbClr val="942639"/>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10">
            <a:extLst>
              <a:ext uri="{FF2B5EF4-FFF2-40B4-BE49-F238E27FC236}">
                <a16:creationId xmlns:a16="http://schemas.microsoft.com/office/drawing/2014/main" id="{1C3885B9-D4F0-42E8-A6EE-EB419237E845}"/>
              </a:ext>
            </a:extLst>
          </p:cNvPr>
          <p:cNvSpPr/>
          <p:nvPr userDrawn="1"/>
        </p:nvSpPr>
        <p:spPr>
          <a:xfrm>
            <a:off x="4251325" y="5773825"/>
            <a:ext cx="3706813" cy="1089025"/>
          </a:xfrm>
          <a:prstGeom prst="rect">
            <a:avLst/>
          </a:prstGeom>
          <a:solidFill>
            <a:srgbClr val="CC2A2A">
              <a:alpha val="98824"/>
            </a:srgbClr>
          </a:solidFill>
          <a:ln>
            <a:noFill/>
          </a:ln>
          <a:effectLst/>
        </p:spPr>
        <p:style>
          <a:lnRef idx="1">
            <a:schemeClr val="accent1"/>
          </a:lnRef>
          <a:fillRef idx="3">
            <a:schemeClr val="accent1"/>
          </a:fillRef>
          <a:effectRef idx="2">
            <a:schemeClr val="accent1"/>
          </a:effectRef>
          <a:fontRef idx="minor">
            <a:schemeClr val="lt1"/>
          </a:fontRef>
        </p:style>
      </p:sp>
      <p:pic>
        <p:nvPicPr>
          <p:cNvPr id="11" name="Immagine 10">
            <a:extLst>
              <a:ext uri="{FF2B5EF4-FFF2-40B4-BE49-F238E27FC236}">
                <a16:creationId xmlns:a16="http://schemas.microsoft.com/office/drawing/2014/main" id="{1F54AFB7-6D67-44BA-975B-F9E2C29BB466}"/>
              </a:ext>
            </a:extLst>
          </p:cNvPr>
          <p:cNvPicPr>
            <a:picLocks noChangeAspect="1"/>
          </p:cNvPicPr>
          <p:nvPr userDrawn="1"/>
        </p:nvPicPr>
        <p:blipFill>
          <a:blip r:embed="rId2"/>
          <a:stretch>
            <a:fillRect/>
          </a:stretch>
        </p:blipFill>
        <p:spPr>
          <a:xfrm>
            <a:off x="8550841" y="6092375"/>
            <a:ext cx="2700000" cy="461927"/>
          </a:xfrm>
          <a:prstGeom prst="rect">
            <a:avLst/>
          </a:prstGeom>
        </p:spPr>
      </p:pic>
      <p:sp>
        <p:nvSpPr>
          <p:cNvPr id="12" name="Rectangle 9">
            <a:extLst>
              <a:ext uri="{FF2B5EF4-FFF2-40B4-BE49-F238E27FC236}">
                <a16:creationId xmlns:a16="http://schemas.microsoft.com/office/drawing/2014/main" id="{B4CD4512-1FFA-4544-ACEE-31F0A9CA9D05}"/>
              </a:ext>
            </a:extLst>
          </p:cNvPr>
          <p:cNvSpPr/>
          <p:nvPr userDrawn="1"/>
        </p:nvSpPr>
        <p:spPr>
          <a:xfrm>
            <a:off x="8037513" y="6790850"/>
            <a:ext cx="3708400" cy="72000"/>
          </a:xfrm>
          <a:prstGeom prst="rect">
            <a:avLst/>
          </a:prstGeom>
          <a:solidFill>
            <a:srgbClr val="7B7C7E"/>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15473967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508000" y="939800"/>
            <a:ext cx="11204575" cy="536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pPr lvl="0"/>
            <a:r>
              <a:rPr lang="it-IT" altLang="it-IT"/>
              <a:t>Fare clic per modificare lo stile del titolo dello schema</a:t>
            </a:r>
            <a:endParaRPr lang="en-US" altLang="it-IT"/>
          </a:p>
        </p:txBody>
      </p:sp>
      <p:sp>
        <p:nvSpPr>
          <p:cNvPr id="1027" name="Text Placeholder 2"/>
          <p:cNvSpPr>
            <a:spLocks noGrp="1"/>
          </p:cNvSpPr>
          <p:nvPr>
            <p:ph type="body" idx="1"/>
          </p:nvPr>
        </p:nvSpPr>
        <p:spPr bwMode="auto">
          <a:xfrm>
            <a:off x="508000" y="2103438"/>
            <a:ext cx="11204575" cy="3568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it-IT" altLang="it-IT"/>
              <a:t>Fare clic per modificare gli stili del testo dello schema</a:t>
            </a:r>
          </a:p>
        </p:txBody>
      </p:sp>
    </p:spTree>
  </p:cSld>
  <p:clrMap bg1="lt1" tx1="dk1" bg2="lt2" tx2="dk2" accent1="accent1" accent2="accent2" accent3="accent3" accent4="accent4" accent5="accent5" accent6="accent6" hlink="hlink" folHlink="folHlink"/>
  <p:sldLayoutIdLst>
    <p:sldLayoutId id="2147483719" r:id="rId1"/>
    <p:sldLayoutId id="2147483708" r:id="rId2"/>
    <p:sldLayoutId id="2147483709" r:id="rId3"/>
    <p:sldLayoutId id="2147483710" r:id="rId4"/>
    <p:sldLayoutId id="2147483711" r:id="rId5"/>
    <p:sldLayoutId id="2147483712" r:id="rId6"/>
    <p:sldLayoutId id="2147483713" r:id="rId7"/>
    <p:sldLayoutId id="2147483720" r:id="rId8"/>
    <p:sldLayoutId id="2147483714" r:id="rId9"/>
    <p:sldLayoutId id="2147483716" r:id="rId10"/>
    <p:sldLayoutId id="2147483715" r:id="rId11"/>
    <p:sldLayoutId id="2147483717" r:id="rId12"/>
    <p:sldLayoutId id="2147483718" r:id="rId13"/>
  </p:sldLayoutIdLst>
  <p:hf hdr="0" dt="0"/>
  <p:txStyles>
    <p:titleStyle>
      <a:lvl1pPr algn="l" defTabSz="457200" rtl="0" fontAlgn="base">
        <a:spcBef>
          <a:spcPct val="0"/>
        </a:spcBef>
        <a:spcAft>
          <a:spcPct val="0"/>
        </a:spcAft>
        <a:defRPr sz="2400" b="1" kern="1200">
          <a:solidFill>
            <a:srgbClr val="595959"/>
          </a:solidFill>
          <a:latin typeface="Arial" panose="020B0604020202020204" pitchFamily="34" charset="0"/>
          <a:ea typeface="+mj-ea"/>
          <a:cs typeface="Arial" panose="020B0604020202020204" pitchFamily="34" charset="0"/>
        </a:defRPr>
      </a:lvl1pPr>
      <a:lvl2pPr algn="l" defTabSz="457200" rtl="0" fontAlgn="base">
        <a:spcBef>
          <a:spcPct val="0"/>
        </a:spcBef>
        <a:spcAft>
          <a:spcPct val="0"/>
        </a:spcAft>
        <a:defRPr sz="2400" b="1">
          <a:solidFill>
            <a:srgbClr val="595959"/>
          </a:solidFill>
          <a:latin typeface="Arial" panose="020B0604020202020204" pitchFamily="34" charset="0"/>
          <a:cs typeface="Arial" panose="020B0604020202020204" pitchFamily="34" charset="0"/>
        </a:defRPr>
      </a:lvl2pPr>
      <a:lvl3pPr algn="l" defTabSz="457200" rtl="0" fontAlgn="base">
        <a:spcBef>
          <a:spcPct val="0"/>
        </a:spcBef>
        <a:spcAft>
          <a:spcPct val="0"/>
        </a:spcAft>
        <a:defRPr sz="2400" b="1">
          <a:solidFill>
            <a:srgbClr val="595959"/>
          </a:solidFill>
          <a:latin typeface="Arial" panose="020B0604020202020204" pitchFamily="34" charset="0"/>
          <a:cs typeface="Arial" panose="020B0604020202020204" pitchFamily="34" charset="0"/>
        </a:defRPr>
      </a:lvl3pPr>
      <a:lvl4pPr algn="l" defTabSz="457200" rtl="0" fontAlgn="base">
        <a:spcBef>
          <a:spcPct val="0"/>
        </a:spcBef>
        <a:spcAft>
          <a:spcPct val="0"/>
        </a:spcAft>
        <a:defRPr sz="2400" b="1">
          <a:solidFill>
            <a:srgbClr val="595959"/>
          </a:solidFill>
          <a:latin typeface="Arial" panose="020B0604020202020204" pitchFamily="34" charset="0"/>
          <a:cs typeface="Arial" panose="020B0604020202020204" pitchFamily="34" charset="0"/>
        </a:defRPr>
      </a:lvl4pPr>
      <a:lvl5pPr algn="l" defTabSz="457200" rtl="0" fontAlgn="base">
        <a:spcBef>
          <a:spcPct val="0"/>
        </a:spcBef>
        <a:spcAft>
          <a:spcPct val="0"/>
        </a:spcAft>
        <a:defRPr sz="2400" b="1">
          <a:solidFill>
            <a:srgbClr val="595959"/>
          </a:solidFill>
          <a:latin typeface="Arial" panose="020B0604020202020204" pitchFamily="34" charset="0"/>
          <a:cs typeface="Arial" panose="020B0604020202020204" pitchFamily="34" charset="0"/>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algn="l" defTabSz="457200" rtl="0" fontAlgn="t">
        <a:spcBef>
          <a:spcPct val="0"/>
        </a:spcBef>
        <a:spcAft>
          <a:spcPts val="1200"/>
        </a:spcAft>
        <a:buClr>
          <a:srgbClr val="CC2A2A"/>
        </a:buClr>
        <a:buSzPct val="100000"/>
        <a:defRPr kern="1200">
          <a:solidFill>
            <a:schemeClr val="tx2"/>
          </a:solidFill>
          <a:latin typeface="Arial" panose="020B0604020202020204" pitchFamily="34" charset="0"/>
          <a:ea typeface="+mn-ea"/>
          <a:cs typeface="Arial" panose="020B0604020202020204" pitchFamily="34" charset="0"/>
        </a:defRPr>
      </a:lvl1pPr>
      <a:lvl2pPr marL="323850" algn="l" defTabSz="457200" rtl="0" fontAlgn="base">
        <a:spcBef>
          <a:spcPct val="20000"/>
        </a:spcBef>
        <a:spcAft>
          <a:spcPts val="600"/>
        </a:spcAft>
        <a:buClr>
          <a:srgbClr val="CC2A2A"/>
        </a:buClr>
        <a:buSzPct val="100000"/>
        <a:defRPr sz="1600" kern="1200">
          <a:solidFill>
            <a:schemeClr val="tx2"/>
          </a:solidFill>
          <a:latin typeface="Arial" panose="020B0604020202020204" pitchFamily="34" charset="0"/>
          <a:ea typeface="+mn-ea"/>
          <a:cs typeface="Arial" panose="020B0604020202020204" pitchFamily="34" charset="0"/>
        </a:defRPr>
      </a:lvl2pPr>
      <a:lvl3pPr marL="628650" algn="l" defTabSz="457200" rtl="0" fontAlgn="base">
        <a:spcBef>
          <a:spcPct val="20000"/>
        </a:spcBef>
        <a:spcAft>
          <a:spcPts val="600"/>
        </a:spcAft>
        <a:buClr>
          <a:srgbClr val="CC2A2A"/>
        </a:buClr>
        <a:buSzPct val="100000"/>
        <a:defRPr sz="1400" kern="1200">
          <a:solidFill>
            <a:schemeClr val="tx2"/>
          </a:solidFill>
          <a:latin typeface="Arial" panose="020B0604020202020204" pitchFamily="34" charset="0"/>
          <a:ea typeface="+mn-ea"/>
          <a:cs typeface="Arial" panose="020B0604020202020204" pitchFamily="34" charset="0"/>
        </a:defRPr>
      </a:lvl3pPr>
      <a:lvl4pPr marL="1006475" algn="l" defTabSz="457200" rtl="0" fontAlgn="base">
        <a:spcBef>
          <a:spcPct val="20000"/>
        </a:spcBef>
        <a:spcAft>
          <a:spcPts val="600"/>
        </a:spcAft>
        <a:buClr>
          <a:srgbClr val="CC2A2A"/>
        </a:buClr>
        <a:buSzPct val="100000"/>
        <a:defRPr sz="1200" kern="1200">
          <a:solidFill>
            <a:schemeClr val="tx2"/>
          </a:solidFill>
          <a:latin typeface="Arial" panose="020B0604020202020204" pitchFamily="34" charset="0"/>
          <a:ea typeface="+mn-ea"/>
          <a:cs typeface="Arial" panose="020B0604020202020204" pitchFamily="34" charset="0"/>
        </a:defRPr>
      </a:lvl4pPr>
      <a:lvl5pPr marL="1366838" algn="l" defTabSz="457200" rtl="0" fontAlgn="base">
        <a:spcBef>
          <a:spcPct val="20000"/>
        </a:spcBef>
        <a:spcAft>
          <a:spcPts val="600"/>
        </a:spcAft>
        <a:buClr>
          <a:srgbClr val="CC2A2A"/>
        </a:buClr>
        <a:buSzPct val="100000"/>
        <a:defRPr sz="1200" kern="1200">
          <a:solidFill>
            <a:schemeClr val="tx2"/>
          </a:solidFill>
          <a:latin typeface="Arial" panose="020B0604020202020204" pitchFamily="34" charset="0"/>
          <a:ea typeface="+mn-ea"/>
          <a:cs typeface="Arial" panose="020B0604020202020204" pitchFamily="34" charset="0"/>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6.jpg"/></Relationships>
</file>

<file path=ppt/slides/_rels/slide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video" Target="https://www.youtube.com/embed/Oi9BTpzsOns" TargetMode="External"/><Relationship Id="rId5" Type="http://schemas.openxmlformats.org/officeDocument/2006/relationships/image" Target="../media/image10.jpg"/><Relationship Id="rId4" Type="http://schemas.openxmlformats.org/officeDocument/2006/relationships/image" Target="../media/image9.jpeg"/></Relationships>
</file>

<file path=ppt/slides/_rels/slide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jpg"/><Relationship Id="rId4" Type="http://schemas.openxmlformats.org/officeDocument/2006/relationships/image" Target="../media/image12.jp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2.xml"/><Relationship Id="rId1" Type="http://schemas.openxmlformats.org/officeDocument/2006/relationships/video" Target="https://www.youtube.com/embed/qtApzKnGU94" TargetMode="External"/><Relationship Id="rId6" Type="http://schemas.openxmlformats.org/officeDocument/2006/relationships/image" Target="../media/image16.jpg"/><Relationship Id="rId5" Type="http://schemas.openxmlformats.org/officeDocument/2006/relationships/image" Target="../media/image15.jpeg"/><Relationship Id="rId4" Type="http://schemas.openxmlformats.org/officeDocument/2006/relationships/image" Target="../media/image14.jpg"/></Relationships>
</file>

<file path=ppt/slides/_rels/slide9.xml.rels><?xml version="1.0" encoding="UTF-8" standalone="yes"?>
<Relationships xmlns="http://schemas.openxmlformats.org/package/2006/relationships"><Relationship Id="rId8" Type="http://schemas.openxmlformats.org/officeDocument/2006/relationships/image" Target="../media/image18.jpeg"/><Relationship Id="rId3" Type="http://schemas.openxmlformats.org/officeDocument/2006/relationships/video" Target="https://www.youtube.com/embed/Oiipoh0uCx4" TargetMode="External"/><Relationship Id="rId7" Type="http://schemas.openxmlformats.org/officeDocument/2006/relationships/image" Target="../media/image17.jpeg"/><Relationship Id="rId2" Type="http://schemas.openxmlformats.org/officeDocument/2006/relationships/video" Target="https://www.youtube.com/embed/lmKqmPoU2ec" TargetMode="External"/><Relationship Id="rId1" Type="http://schemas.openxmlformats.org/officeDocument/2006/relationships/video" Target="https://www.youtube.com/embed/dW4AR_V-ldE" TargetMode="External"/><Relationship Id="rId6" Type="http://schemas.openxmlformats.org/officeDocument/2006/relationships/notesSlide" Target="../notesSlides/notesSlide9.xml"/><Relationship Id="rId5" Type="http://schemas.openxmlformats.org/officeDocument/2006/relationships/slideLayout" Target="../slideLayouts/slideLayout2.xml"/><Relationship Id="rId10" Type="http://schemas.openxmlformats.org/officeDocument/2006/relationships/image" Target="../media/image20.jpeg"/><Relationship Id="rId4" Type="http://schemas.openxmlformats.org/officeDocument/2006/relationships/video" Target="https://www.youtube.com/embed/36lE9tV9vm0" TargetMode="External"/><Relationship Id="rId9" Type="http://schemas.openxmlformats.org/officeDocument/2006/relationships/image" Target="../media/image19.jpeg"/></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11.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2.xml"/><Relationship Id="rId1" Type="http://schemas.openxmlformats.org/officeDocument/2006/relationships/video" Target="https://www.youtube.com/embed/3JQ3hYko51Y" TargetMode="External"/><Relationship Id="rId6" Type="http://schemas.openxmlformats.org/officeDocument/2006/relationships/image" Target="../media/image26.png"/><Relationship Id="rId5" Type="http://schemas.openxmlformats.org/officeDocument/2006/relationships/image" Target="../media/image25.jpeg"/><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15.xml.rels><?xml version="1.0" encoding="UTF-8" standalone="yes"?>
<Relationships xmlns="http://schemas.openxmlformats.org/package/2006/relationships"><Relationship Id="rId3" Type="http://schemas.openxmlformats.org/officeDocument/2006/relationships/image" Target="../media/image29.jpe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30.jpe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1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2.xml"/><Relationship Id="rId1" Type="http://schemas.openxmlformats.org/officeDocument/2006/relationships/video" Target="file:///C:\Users\neural\Desktop\Presentation%20of%20PHD%20FInal%20Dissertation\iCub%20playing%20with%20objects.avi" TargetMode="External"/><Relationship Id="rId4" Type="http://schemas.openxmlformats.org/officeDocument/2006/relationships/image" Target="../media/image36.png"/></Relationships>
</file>

<file path=ppt/slides/_rels/slide20.xml.rels><?xml version="1.0" encoding="UTF-8" standalone="yes"?>
<Relationships xmlns="http://schemas.openxmlformats.org/package/2006/relationships"><Relationship Id="rId3" Type="http://schemas.openxmlformats.org/officeDocument/2006/relationships/image" Target="../media/image37.jp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8" Type="http://schemas.openxmlformats.org/officeDocument/2006/relationships/image" Target="../media/image38.jp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41.jp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26.xml.rels><?xml version="1.0" encoding="UTF-8" standalone="yes"?>
<Relationships xmlns="http://schemas.openxmlformats.org/package/2006/relationships"><Relationship Id="rId3" Type="http://schemas.openxmlformats.org/officeDocument/2006/relationships/image" Target="../media/image44.jpeg"/><Relationship Id="rId7" Type="http://schemas.openxmlformats.org/officeDocument/2006/relationships/image" Target="../media/image48.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47.jpg"/><Relationship Id="rId5" Type="http://schemas.openxmlformats.org/officeDocument/2006/relationships/image" Target="../media/image46.png"/><Relationship Id="rId4" Type="http://schemas.openxmlformats.org/officeDocument/2006/relationships/image" Target="../media/image45.jpeg"/></Relationships>
</file>

<file path=ppt/slides/_rels/slide27.xml.rels><?xml version="1.0" encoding="UTF-8" standalone="yes"?>
<Relationships xmlns="http://schemas.openxmlformats.org/package/2006/relationships"><Relationship Id="rId3" Type="http://schemas.openxmlformats.org/officeDocument/2006/relationships/image" Target="../media/image49.jp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50.jpg"/></Relationships>
</file>

<file path=ppt/slides/_rels/slide2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29.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56.jp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58.jp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61.jpe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62.jpg"/><Relationship Id="rId7" Type="http://schemas.openxmlformats.org/officeDocument/2006/relationships/image" Target="../media/image66.pn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65.png"/><Relationship Id="rId5" Type="http://schemas.openxmlformats.org/officeDocument/2006/relationships/image" Target="../media/image64.png"/><Relationship Id="rId4" Type="http://schemas.openxmlformats.org/officeDocument/2006/relationships/image" Target="../media/image63.png"/></Relationships>
</file>

<file path=ppt/slides/_rels/slide40.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68.tiff"/><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69.png"/></Relationships>
</file>

<file path=ppt/slides/_rels/slide42.xml.rels><?xml version="1.0" encoding="UTF-8" standalone="yes"?>
<Relationships xmlns="http://schemas.openxmlformats.org/package/2006/relationships"><Relationship Id="rId8" Type="http://schemas.microsoft.com/office/2007/relationships/diagramDrawing" Target="../diagrams/drawing3.xml"/><Relationship Id="rId3" Type="http://schemas.openxmlformats.org/officeDocument/2006/relationships/image" Target="../media/image68.tiff"/><Relationship Id="rId7" Type="http://schemas.openxmlformats.org/officeDocument/2006/relationships/diagramColors" Target="../diagrams/colors3.xm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diagramQuickStyle" Target="../diagrams/quickStyle3.xml"/><Relationship Id="rId5" Type="http://schemas.openxmlformats.org/officeDocument/2006/relationships/diagramLayout" Target="../diagrams/layout3.xml"/><Relationship Id="rId10" Type="http://schemas.openxmlformats.org/officeDocument/2006/relationships/image" Target="../media/image71.png"/><Relationship Id="rId4" Type="http://schemas.openxmlformats.org/officeDocument/2006/relationships/diagramData" Target="../diagrams/data3.xml"/><Relationship Id="rId9" Type="http://schemas.openxmlformats.org/officeDocument/2006/relationships/image" Target="../media/image70.png"/></Relationships>
</file>

<file path=ppt/slides/_rels/slide43.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73.jfif"/><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www.wired.it/attualita/tech/2018/09/20/party-cloud-ibm-deep-learning/" TargetMode="External"/><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hyperlink" Target="mailto:francesco.pugliese@istat.it" TargetMode="External"/><Relationship Id="rId2" Type="http://schemas.openxmlformats.org/officeDocument/2006/relationships/notesSlide" Target="../notesSlides/notesSlide54.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60BFAD7-8051-44E7-952E-F8647A1CBD0F}"/>
              </a:ext>
            </a:extLst>
          </p:cNvPr>
          <p:cNvSpPr>
            <a:spLocks noGrp="1"/>
          </p:cNvSpPr>
          <p:nvPr>
            <p:ph type="ctrTitle"/>
          </p:nvPr>
        </p:nvSpPr>
        <p:spPr>
          <a:xfrm>
            <a:off x="469184" y="2801909"/>
            <a:ext cx="11184450" cy="2782819"/>
          </a:xfrm>
        </p:spPr>
        <p:txBody>
          <a:bodyPr>
            <a:normAutofit fontScale="90000"/>
          </a:bodyPr>
          <a:lstStyle/>
          <a:p>
            <a:br>
              <a:rPr lang="it-IT" b="1" dirty="0"/>
            </a:br>
            <a:r>
              <a:rPr lang="it-IT" sz="4400" b="1" u="sng" dirty="0"/>
              <a:t>A</a:t>
            </a:r>
            <a:r>
              <a:rPr lang="en-US" sz="4400" b="1" u="sng" dirty="0" err="1"/>
              <a:t>rtificial</a:t>
            </a:r>
            <a:r>
              <a:rPr lang="en-US" sz="4400" b="1" u="sng" dirty="0"/>
              <a:t> Intelligence as a driver for Innovation in Digital Health</a:t>
            </a:r>
            <a:br>
              <a:rPr lang="en-US" sz="4400" b="1" u="sng" dirty="0"/>
            </a:br>
            <a:br>
              <a:rPr lang="en-US" sz="4400" b="1" dirty="0"/>
            </a:br>
            <a:r>
              <a:rPr lang="en-US" sz="4400" b="1" dirty="0"/>
              <a:t>Francesco Pugliese, </a:t>
            </a:r>
            <a:r>
              <a:rPr lang="it-IT" sz="4400" dirty="0"/>
              <a:t>Central </a:t>
            </a:r>
            <a:r>
              <a:rPr lang="it-IT" sz="4400" dirty="0" err="1"/>
              <a:t>Directorate</a:t>
            </a:r>
            <a:r>
              <a:rPr lang="it-IT" sz="4400" dirty="0"/>
              <a:t> for </a:t>
            </a:r>
            <a:r>
              <a:rPr lang="it-IT" sz="4400" dirty="0" err="1"/>
              <a:t>Methodology</a:t>
            </a:r>
            <a:r>
              <a:rPr lang="it-IT" sz="4400" dirty="0"/>
              <a:t> and Design of Statistical </a:t>
            </a:r>
            <a:r>
              <a:rPr lang="it-IT" sz="4400" dirty="0" err="1"/>
              <a:t>Processes</a:t>
            </a:r>
            <a:r>
              <a:rPr lang="it-IT" sz="4400" dirty="0"/>
              <a:t>, </a:t>
            </a:r>
            <a:r>
              <a:rPr lang="en-US" sz="4400" b="1" dirty="0" err="1"/>
              <a:t>Istat</a:t>
            </a:r>
            <a:br>
              <a:rPr lang="en-US" b="1" dirty="0"/>
            </a:br>
            <a:br>
              <a:rPr lang="it-IT" b="1" dirty="0"/>
            </a:br>
            <a:br>
              <a:rPr lang="it-IT" sz="2700" dirty="0"/>
            </a:br>
            <a:r>
              <a:rPr lang="it-IT" sz="2700" dirty="0"/>
              <a:t>Roma | xx </a:t>
            </a:r>
            <a:r>
              <a:rPr lang="it-IT" sz="2700" dirty="0" err="1"/>
              <a:t>May</a:t>
            </a:r>
            <a:r>
              <a:rPr lang="it-IT" sz="2700" dirty="0"/>
              <a:t> 2026 | La Sapienza</a:t>
            </a:r>
            <a:br>
              <a:rPr lang="it-IT" sz="2700" dirty="0"/>
            </a:br>
            <a:br>
              <a:rPr lang="en-US" dirty="0"/>
            </a:br>
            <a:br>
              <a:rPr lang="en-US" sz="2400" dirty="0"/>
            </a:br>
            <a:endParaRPr lang="it-IT" sz="2400" dirty="0"/>
          </a:p>
        </p:txBody>
      </p:sp>
    </p:spTree>
    <p:extLst>
      <p:ext uri="{BB962C8B-B14F-4D97-AF65-F5344CB8AC3E}">
        <p14:creationId xmlns:p14="http://schemas.microsoft.com/office/powerpoint/2010/main" val="2730702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9C634-5B2F-EB57-6082-5DC720B813A1}"/>
            </a:ext>
          </a:extLst>
        </p:cNvPr>
        <p:cNvGrpSpPr/>
        <p:nvPr/>
      </p:nvGrpSpPr>
      <p:grpSpPr>
        <a:xfrm>
          <a:off x="0" y="0"/>
          <a:ext cx="0" cy="0"/>
          <a:chOff x="0" y="0"/>
          <a:chExt cx="0" cy="0"/>
        </a:xfrm>
      </p:grpSpPr>
      <p:sp>
        <p:nvSpPr>
          <p:cNvPr id="5" name="Segnaposto numero diapositiva 4">
            <a:extLst>
              <a:ext uri="{FF2B5EF4-FFF2-40B4-BE49-F238E27FC236}">
                <a16:creationId xmlns:a16="http://schemas.microsoft.com/office/drawing/2014/main" id="{4A6D192E-D33F-A0D5-D38F-C60012962D91}"/>
              </a:ext>
            </a:extLst>
          </p:cNvPr>
          <p:cNvSpPr>
            <a:spLocks noGrp="1"/>
          </p:cNvSpPr>
          <p:nvPr>
            <p:ph type="sldNum" sz="quarter" idx="11"/>
          </p:nvPr>
        </p:nvSpPr>
        <p:spPr/>
        <p:txBody>
          <a:bodyPr/>
          <a:lstStyle/>
          <a:p>
            <a:pPr>
              <a:defRPr/>
            </a:pPr>
            <a:fld id="{48B4153A-D4C5-4CEF-8992-0D8815C829E3}" type="slidenum">
              <a:rPr lang="en-US" smtClean="0"/>
              <a:pPr>
                <a:defRPr/>
              </a:pPr>
              <a:t>2</a:t>
            </a:fld>
            <a:endParaRPr lang="en-US" dirty="0"/>
          </a:p>
        </p:txBody>
      </p:sp>
      <p:sp>
        <p:nvSpPr>
          <p:cNvPr id="28" name="Titolo 2">
            <a:extLst>
              <a:ext uri="{FF2B5EF4-FFF2-40B4-BE49-F238E27FC236}">
                <a16:creationId xmlns:a16="http://schemas.microsoft.com/office/drawing/2014/main" id="{F35675A1-3ADB-3EC0-A6D4-2D22CE6CB45C}"/>
              </a:ext>
            </a:extLst>
          </p:cNvPr>
          <p:cNvSpPr>
            <a:spLocks noGrp="1"/>
          </p:cNvSpPr>
          <p:nvPr>
            <p:ph type="title"/>
          </p:nvPr>
        </p:nvSpPr>
        <p:spPr>
          <a:xfrm>
            <a:off x="691252" y="366618"/>
            <a:ext cx="11269308" cy="3077766"/>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rtlCol="0" anchor="b" anchorCtr="0" compatLnSpc="1">
            <a:prstTxWarp prst="textNoShape">
              <a:avLst/>
            </a:prstTxWarp>
            <a:spAutoFit/>
          </a:bodyPr>
          <a:lstStyle/>
          <a:p>
            <a:r>
              <a:rPr lang="it-IT"/>
              <a:t>Difference between AI and ML</a:t>
            </a:r>
            <a:br>
              <a:rPr lang="it-IT"/>
            </a:br>
            <a:br>
              <a:rPr lang="en-US"/>
            </a:br>
            <a:br>
              <a:rPr lang="en-US"/>
            </a:br>
            <a:br>
              <a:rPr lang="en-US"/>
            </a:br>
            <a:br>
              <a:rPr lang="it-IT"/>
            </a:br>
            <a:br>
              <a:rPr lang="it-IT"/>
            </a:br>
            <a:r>
              <a:rPr lang="it-IT">
                <a:solidFill>
                  <a:srgbClr val="464646"/>
                </a:solidFill>
              </a:rPr>
              <a:t> </a:t>
            </a:r>
            <a:br>
              <a:rPr lang="it-IT">
                <a:solidFill>
                  <a:srgbClr val="464646"/>
                </a:solidFill>
              </a:rPr>
            </a:br>
            <a:endParaRPr lang="it-IT" dirty="0"/>
          </a:p>
        </p:txBody>
      </p:sp>
      <p:pic>
        <p:nvPicPr>
          <p:cNvPr id="6" name="Immagine 5"/>
          <p:cNvPicPr>
            <a:picLocks noChangeAspect="1"/>
          </p:cNvPicPr>
          <p:nvPr/>
        </p:nvPicPr>
        <p:blipFill>
          <a:blip r:embed="rId3"/>
          <a:stretch>
            <a:fillRect/>
          </a:stretch>
        </p:blipFill>
        <p:spPr>
          <a:xfrm>
            <a:off x="3009347" y="1401110"/>
            <a:ext cx="5705475" cy="5083455"/>
          </a:xfrm>
          <a:prstGeom prst="rect">
            <a:avLst/>
          </a:prstGeom>
        </p:spPr>
      </p:pic>
    </p:spTree>
    <p:extLst>
      <p:ext uri="{BB962C8B-B14F-4D97-AF65-F5344CB8AC3E}">
        <p14:creationId xmlns:p14="http://schemas.microsoft.com/office/powerpoint/2010/main" val="22541629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9C634-5B2F-EB57-6082-5DC720B813A1}"/>
            </a:ext>
          </a:extLst>
        </p:cNvPr>
        <p:cNvGrpSpPr/>
        <p:nvPr/>
      </p:nvGrpSpPr>
      <p:grpSpPr>
        <a:xfrm>
          <a:off x="0" y="0"/>
          <a:ext cx="0" cy="0"/>
          <a:chOff x="0" y="0"/>
          <a:chExt cx="0" cy="0"/>
        </a:xfrm>
      </p:grpSpPr>
      <p:sp>
        <p:nvSpPr>
          <p:cNvPr id="5" name="Segnaposto numero diapositiva 4">
            <a:extLst>
              <a:ext uri="{FF2B5EF4-FFF2-40B4-BE49-F238E27FC236}">
                <a16:creationId xmlns:a16="http://schemas.microsoft.com/office/drawing/2014/main" id="{4A6D192E-D33F-A0D5-D38F-C60012962D91}"/>
              </a:ext>
            </a:extLst>
          </p:cNvPr>
          <p:cNvSpPr>
            <a:spLocks noGrp="1"/>
          </p:cNvSpPr>
          <p:nvPr>
            <p:ph type="sldNum" sz="quarter" idx="11"/>
          </p:nvPr>
        </p:nvSpPr>
        <p:spPr/>
        <p:txBody>
          <a:bodyPr/>
          <a:lstStyle/>
          <a:p>
            <a:pPr>
              <a:defRPr/>
            </a:pPr>
            <a:fld id="{48B4153A-D4C5-4CEF-8992-0D8815C829E3}" type="slidenum">
              <a:rPr lang="en-US" smtClean="0"/>
              <a:pPr>
                <a:defRPr/>
              </a:pPr>
              <a:t>3</a:t>
            </a:fld>
            <a:endParaRPr lang="en-US" dirty="0"/>
          </a:p>
        </p:txBody>
      </p:sp>
      <p:sp>
        <p:nvSpPr>
          <p:cNvPr id="28" name="Titolo 2">
            <a:extLst>
              <a:ext uri="{FF2B5EF4-FFF2-40B4-BE49-F238E27FC236}">
                <a16:creationId xmlns:a16="http://schemas.microsoft.com/office/drawing/2014/main" id="{F35675A1-3ADB-3EC0-A6D4-2D22CE6CB45C}"/>
              </a:ext>
            </a:extLst>
          </p:cNvPr>
          <p:cNvSpPr>
            <a:spLocks noGrp="1"/>
          </p:cNvSpPr>
          <p:nvPr>
            <p:ph type="title"/>
          </p:nvPr>
        </p:nvSpPr>
        <p:spPr>
          <a:xfrm>
            <a:off x="691252" y="342032"/>
            <a:ext cx="11269308" cy="3462486"/>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rtlCol="0" anchor="b" anchorCtr="0" compatLnSpc="1">
            <a:prstTxWarp prst="textNoShape">
              <a:avLst/>
            </a:prstTxWarp>
            <a:spAutoFit/>
          </a:bodyPr>
          <a:lstStyle/>
          <a:p>
            <a:r>
              <a:rPr lang="it-IT"/>
              <a:t>MACHINE LEARNING ENGINEER</a:t>
            </a:r>
            <a:br>
              <a:rPr lang="it-IT"/>
            </a:br>
            <a:br>
              <a:rPr lang="it-IT"/>
            </a:br>
            <a:br>
              <a:rPr lang="en-US"/>
            </a:br>
            <a:br>
              <a:rPr lang="en-US"/>
            </a:br>
            <a:br>
              <a:rPr lang="en-US"/>
            </a:br>
            <a:br>
              <a:rPr lang="it-IT"/>
            </a:br>
            <a:br>
              <a:rPr lang="it-IT"/>
            </a:br>
            <a:r>
              <a:rPr lang="it-IT">
                <a:solidFill>
                  <a:srgbClr val="464646"/>
                </a:solidFill>
              </a:rPr>
              <a:t> </a:t>
            </a:r>
            <a:br>
              <a:rPr lang="it-IT">
                <a:solidFill>
                  <a:srgbClr val="464646"/>
                </a:solidFill>
              </a:rPr>
            </a:br>
            <a:endParaRPr lang="it-IT" dirty="0"/>
          </a:p>
        </p:txBody>
      </p:sp>
      <p:pic>
        <p:nvPicPr>
          <p:cNvPr id="7" name="Immagine 6"/>
          <p:cNvPicPr>
            <a:picLocks noChangeAspect="1"/>
          </p:cNvPicPr>
          <p:nvPr/>
        </p:nvPicPr>
        <p:blipFill>
          <a:blip r:embed="rId3"/>
          <a:stretch>
            <a:fillRect/>
          </a:stretch>
        </p:blipFill>
        <p:spPr>
          <a:xfrm>
            <a:off x="1124793" y="1633538"/>
            <a:ext cx="9295094" cy="4341960"/>
          </a:xfrm>
          <a:prstGeom prst="rect">
            <a:avLst/>
          </a:prstGeom>
        </p:spPr>
      </p:pic>
    </p:spTree>
    <p:extLst>
      <p:ext uri="{BB962C8B-B14F-4D97-AF65-F5344CB8AC3E}">
        <p14:creationId xmlns:p14="http://schemas.microsoft.com/office/powerpoint/2010/main" val="222698465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9C634-5B2F-EB57-6082-5DC720B813A1}"/>
            </a:ext>
          </a:extLst>
        </p:cNvPr>
        <p:cNvGrpSpPr/>
        <p:nvPr/>
      </p:nvGrpSpPr>
      <p:grpSpPr>
        <a:xfrm>
          <a:off x="0" y="0"/>
          <a:ext cx="0" cy="0"/>
          <a:chOff x="0" y="0"/>
          <a:chExt cx="0" cy="0"/>
        </a:xfrm>
      </p:grpSpPr>
      <p:sp>
        <p:nvSpPr>
          <p:cNvPr id="5" name="Segnaposto numero diapositiva 4">
            <a:extLst>
              <a:ext uri="{FF2B5EF4-FFF2-40B4-BE49-F238E27FC236}">
                <a16:creationId xmlns:a16="http://schemas.microsoft.com/office/drawing/2014/main" id="{4A6D192E-D33F-A0D5-D38F-C60012962D91}"/>
              </a:ext>
            </a:extLst>
          </p:cNvPr>
          <p:cNvSpPr>
            <a:spLocks noGrp="1"/>
          </p:cNvSpPr>
          <p:nvPr>
            <p:ph type="sldNum" sz="quarter" idx="11"/>
          </p:nvPr>
        </p:nvSpPr>
        <p:spPr/>
        <p:txBody>
          <a:bodyPr/>
          <a:lstStyle/>
          <a:p>
            <a:pPr>
              <a:defRPr/>
            </a:pPr>
            <a:fld id="{48B4153A-D4C5-4CEF-8992-0D8815C829E3}" type="slidenum">
              <a:rPr lang="en-US" smtClean="0"/>
              <a:pPr>
                <a:defRPr/>
              </a:pPr>
              <a:t>4</a:t>
            </a:fld>
            <a:endParaRPr lang="en-US" dirty="0"/>
          </a:p>
        </p:txBody>
      </p:sp>
      <p:sp>
        <p:nvSpPr>
          <p:cNvPr id="8" name="Titolo 2">
            <a:extLst>
              <a:ext uri="{FF2B5EF4-FFF2-40B4-BE49-F238E27FC236}">
                <a16:creationId xmlns:a16="http://schemas.microsoft.com/office/drawing/2014/main" id="{F35675A1-3ADB-3EC0-A6D4-2D22CE6CB45C}"/>
              </a:ext>
            </a:extLst>
          </p:cNvPr>
          <p:cNvSpPr>
            <a:spLocks noGrp="1"/>
          </p:cNvSpPr>
          <p:nvPr>
            <p:ph type="title"/>
          </p:nvPr>
        </p:nvSpPr>
        <p:spPr>
          <a:xfrm>
            <a:off x="536336" y="434863"/>
            <a:ext cx="11269308" cy="769441"/>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rtlCol="0" anchor="b" anchorCtr="0" compatLnSpc="1">
            <a:prstTxWarp prst="textNoShape">
              <a:avLst/>
            </a:prstTxWarp>
            <a:spAutoFit/>
          </a:bodyPr>
          <a:lstStyle/>
          <a:p>
            <a:r>
              <a:rPr lang="it-IT">
                <a:solidFill>
                  <a:srgbClr val="464646"/>
                </a:solidFill>
              </a:rPr>
              <a:t>WHAT IS CONSCIOUSNESS?</a:t>
            </a:r>
            <a:br>
              <a:rPr lang="it-IT">
                <a:solidFill>
                  <a:srgbClr val="464646"/>
                </a:solidFill>
              </a:rPr>
            </a:br>
            <a:endParaRPr lang="it-IT" dirty="0"/>
          </a:p>
        </p:txBody>
      </p:sp>
      <p:sp>
        <p:nvSpPr>
          <p:cNvPr id="11" name="Shape 102"/>
          <p:cNvSpPr/>
          <p:nvPr/>
        </p:nvSpPr>
        <p:spPr>
          <a:xfrm>
            <a:off x="675745" y="2510631"/>
            <a:ext cx="3390899" cy="47186"/>
          </a:xfrm>
          <a:prstGeom prst="rect">
            <a:avLst/>
          </a:prstGeom>
          <a:solidFill>
            <a:srgbClr val="464646"/>
          </a:solidFill>
          <a:ln w="12700">
            <a:miter lim="400000"/>
          </a:ln>
        </p:spPr>
        <p:txBody>
          <a:bodyPr lIns="25400" tIns="25400" rIns="25400" bIns="25400" anchor="ctr"/>
          <a:lstStyle/>
          <a:p>
            <a:pPr>
              <a:defRPr>
                <a:latin typeface="Arial"/>
                <a:ea typeface="Arial"/>
                <a:cs typeface="Arial"/>
                <a:sym typeface="Arial"/>
              </a:defRPr>
            </a:pPr>
            <a:endParaRPr/>
          </a:p>
        </p:txBody>
      </p:sp>
      <p:sp>
        <p:nvSpPr>
          <p:cNvPr id="12" name="Titolo"/>
          <p:cNvSpPr txBox="1"/>
          <p:nvPr/>
        </p:nvSpPr>
        <p:spPr>
          <a:xfrm>
            <a:off x="630608" y="1815926"/>
            <a:ext cx="3785394" cy="56457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8" tIns="35718" rIns="35718" bIns="35718" anchor="ctr">
            <a:spAutoFit/>
          </a:bodyPr>
          <a:lstStyle>
            <a:lvl1pPr marR="0" indent="0" defTabSz="820737">
              <a:defRPr sz="6400">
                <a:solidFill>
                  <a:srgbClr val="3B4152"/>
                </a:solidFill>
                <a:uFillTx/>
                <a:latin typeface="Montserrat Bold"/>
                <a:ea typeface="Montserrat Bold"/>
                <a:cs typeface="Montserrat Bold"/>
                <a:sym typeface="Montserrat Bold"/>
              </a:defRPr>
            </a:lvl1pPr>
          </a:lstStyle>
          <a:p>
            <a:endParaRPr sz="3200" dirty="0"/>
          </a:p>
        </p:txBody>
      </p:sp>
      <p:sp>
        <p:nvSpPr>
          <p:cNvPr id="13" name="Sottotitolo"/>
          <p:cNvSpPr txBox="1"/>
          <p:nvPr/>
        </p:nvSpPr>
        <p:spPr>
          <a:xfrm>
            <a:off x="630608" y="2803363"/>
            <a:ext cx="3785394" cy="33374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8" tIns="35718" rIns="35718" bIns="35718" anchor="ctr">
            <a:spAutoFit/>
          </a:bodyPr>
          <a:lstStyle>
            <a:lvl1pPr marR="0" indent="0" defTabSz="820737">
              <a:defRPr sz="3400">
                <a:solidFill>
                  <a:srgbClr val="3B4152"/>
                </a:solidFill>
                <a:uFillTx/>
                <a:latin typeface="Montserrat Bold"/>
                <a:ea typeface="Montserrat Bold"/>
                <a:cs typeface="Montserrat Bold"/>
                <a:sym typeface="Montserrat Bold"/>
              </a:defRPr>
            </a:lvl1pPr>
          </a:lstStyle>
          <a:p>
            <a:endParaRPr sz="1700" dirty="0"/>
          </a:p>
        </p:txBody>
      </p:sp>
      <p:sp>
        <p:nvSpPr>
          <p:cNvPr id="14" name="Shape 53"/>
          <p:cNvSpPr txBox="1">
            <a:spLocks/>
          </p:cNvSpPr>
          <p:nvPr/>
        </p:nvSpPr>
        <p:spPr>
          <a:xfrm>
            <a:off x="-20054" y="1291895"/>
            <a:ext cx="4903000" cy="1938992"/>
          </a:xfrm>
          <a:prstGeom prst="rect">
            <a:avLst/>
          </a:prstGeom>
          <a:noFill/>
          <a:extLst>
            <a:ext uri="{C572A759-6A51-4108-AA02-DFA0A04FC94B}">
              <ma14:wrappingTextBoxFlag xmlns:ma14="http://schemas.microsoft.com/office/mac/drawingml/2011/main" xmlns="" val="1"/>
            </a:ext>
          </a:extLst>
        </p:spPr>
        <p:txBody>
          <a:bodyPr wrap="square" rtlCol="0">
            <a:spAutoFit/>
          </a:bodyPr>
          <a:lstStyle>
            <a:defPPr>
              <a:defRPr lang="it-IT"/>
            </a:defPPr>
            <a:lvl1pPr>
              <a:defRPr sz="2400" b="1">
                <a:solidFill>
                  <a:srgbClr val="7F142A"/>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algn="ctr"/>
            <a:r>
              <a:rPr lang="it-IT">
                <a:solidFill>
                  <a:srgbClr val="464646"/>
                </a:solidFill>
              </a:rPr>
              <a:t>WHAT </a:t>
            </a:r>
            <a:r>
              <a:rPr lang="it-IT" dirty="0">
                <a:solidFill>
                  <a:srgbClr val="464646"/>
                </a:solidFill>
              </a:rPr>
              <a:t>IS THE SUBJECTIVE EXPERIENCE? </a:t>
            </a:r>
          </a:p>
          <a:p>
            <a:pPr algn="ctr"/>
            <a:r>
              <a:rPr lang="it-IT" dirty="0">
                <a:solidFill>
                  <a:srgbClr val="464646"/>
                </a:solidFill>
              </a:rPr>
              <a:t>NOBODY KNOWS </a:t>
            </a:r>
          </a:p>
          <a:p>
            <a:pPr algn="ctr"/>
            <a:endParaRPr lang="en-US" dirty="0">
              <a:solidFill>
                <a:srgbClr val="464646"/>
              </a:solidFill>
            </a:endParaRPr>
          </a:p>
          <a:p>
            <a:pPr algn="ctr"/>
            <a:endParaRPr lang="en-US" dirty="0">
              <a:solidFill>
                <a:srgbClr val="464646"/>
              </a:solidFill>
            </a:endParaRPr>
          </a:p>
        </p:txBody>
      </p:sp>
      <p:sp>
        <p:nvSpPr>
          <p:cNvPr id="15" name="Shape 118"/>
          <p:cNvSpPr/>
          <p:nvPr/>
        </p:nvSpPr>
        <p:spPr>
          <a:xfrm>
            <a:off x="4931665" y="4473252"/>
            <a:ext cx="6298406" cy="838074"/>
          </a:xfrm>
          <a:prstGeom prst="rect">
            <a:avLst/>
          </a:prstGeom>
          <a:noFill/>
          <a:ln w="12700">
            <a:miter lim="400000"/>
          </a:ln>
          <a:extLst>
            <a:ext uri="{C572A759-6A51-4108-AA02-DFA0A04FC94B}">
              <ma14:wrappingTextBoxFlag xmlns="" xmlns:ma14="http://schemas.microsoft.com/office/mac/drawingml/2011/main" val="1"/>
            </a:ext>
          </a:extLst>
        </p:spPr>
        <p:txBody>
          <a:bodyPr lIns="0" tIns="0" rIns="0" bIns="0" anchor="ctr">
            <a:noAutofit/>
          </a:bodyPr>
          <a:lstStyle/>
          <a:p>
            <a:pPr marL="285750" indent="-285750" algn="just" defTabSz="402336">
              <a:lnSpc>
                <a:spcPct val="90000"/>
              </a:lnSpc>
              <a:spcBef>
                <a:spcPts val="250"/>
              </a:spcBef>
              <a:buSzPct val="100000"/>
              <a:buFont typeface="Arial" panose="020B0604020202020204" pitchFamily="34" charset="0"/>
              <a:buChar char="•"/>
            </a:pPr>
            <a:endParaRPr lang="en-US" b="1" dirty="0">
              <a:solidFill>
                <a:srgbClr val="000000"/>
              </a:solidFill>
              <a:uFill>
                <a:solidFill>
                  <a:srgbClr val="000000"/>
                </a:solidFill>
              </a:uFill>
              <a:latin typeface="Tahoma" panose="020B0604030504040204" pitchFamily="34" charset="0"/>
              <a:ea typeface="Tahoma" panose="020B0604030504040204" pitchFamily="34" charset="0"/>
              <a:cs typeface="Tahoma" panose="020B0604030504040204" pitchFamily="34" charset="0"/>
            </a:endParaRPr>
          </a:p>
        </p:txBody>
      </p:sp>
      <p:sp>
        <p:nvSpPr>
          <p:cNvPr id="16" name="Rettangolo 15"/>
          <p:cNvSpPr/>
          <p:nvPr/>
        </p:nvSpPr>
        <p:spPr>
          <a:xfrm>
            <a:off x="5349889" y="1141650"/>
            <a:ext cx="6455755" cy="6494085"/>
          </a:xfrm>
          <a:prstGeom prst="rect">
            <a:avLst/>
          </a:prstGeom>
        </p:spPr>
        <p:txBody>
          <a:bodyPr wrap="square">
            <a:spAutoFit/>
          </a:bodyPr>
          <a:lstStyle/>
          <a:p>
            <a:pPr algn="ctr">
              <a:lnSpc>
                <a:spcPct val="80000"/>
              </a:lnSpc>
            </a:pP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DISSOCIATION BETWEEN CORTICAL ACTIVITY AND COUSCIOUSNESS</a:t>
            </a:r>
          </a:p>
          <a:p>
            <a:pPr algn="ctr"/>
            <a:endPar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endParaRPr>
          </a:p>
          <a:p>
            <a:pPr marL="142875" indent="-142875" algn="ctr">
              <a:buFont typeface="Arial" panose="020B0604020202020204" pitchFamily="34" charset="0"/>
              <a:buChar char="•"/>
            </a:pP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During episodes of unconsciousness, the child’s brain is by no means inactive; it is actually hyperactive.</a:t>
            </a:r>
          </a:p>
          <a:p>
            <a:pPr marL="142875" indent="-142875" algn="ctr">
              <a:buFont typeface="Arial" panose="020B0604020202020204" pitchFamily="34" charset="0"/>
              <a:buChar char="•"/>
            </a:pPr>
            <a:endPar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endParaRPr>
          </a:p>
          <a:p>
            <a:pPr marL="142875" indent="-142875" algn="ctr">
              <a:buFont typeface="Arial" panose="020B0604020202020204" pitchFamily="34" charset="0"/>
              <a:buChar char="•"/>
            </a:pP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The observation of similar firing rates between waking and slow-wave sleep represents both the most striking dissociation between cortical activity and </a:t>
            </a:r>
            <a:r>
              <a:rPr lang="en-US"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couscioussness</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a:t>
            </a:r>
          </a:p>
          <a:p>
            <a:pPr marL="142875" indent="-142875" algn="ctr">
              <a:buFont typeface="Arial" panose="020B0604020202020204" pitchFamily="34" charset="0"/>
              <a:buChar char="•"/>
            </a:pPr>
            <a:endPar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endParaRPr>
          </a:p>
          <a:p>
            <a:pPr marL="142875" indent="-142875" algn="ctr">
              <a:buFont typeface="Arial" panose="020B0604020202020204" pitchFamily="34" charset="0"/>
              <a:buChar char="•"/>
            </a:pP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It indicates that the presence of “normal” firing levels in the cerebral cortex is not a sufficient criterion for consciousness. </a:t>
            </a:r>
          </a:p>
          <a:p>
            <a:pPr algn="ctr"/>
            <a:endPar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endParaRPr>
          </a:p>
          <a:p>
            <a:pPr algn="ctr"/>
            <a:endPar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endParaRPr>
          </a:p>
          <a:p>
            <a:pPr algn="ctr"/>
            <a:endPar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endParaRPr>
          </a:p>
          <a:p>
            <a:pPr algn="ct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Edelman, Gerald. A Universe Of Consciousness: How Matter Becomes Imagination </a:t>
            </a:r>
            <a:endPar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endParaRPr>
          </a:p>
          <a:p>
            <a:pPr marL="228600" indent="-228600" algn="just">
              <a:lnSpc>
                <a:spcPct val="80000"/>
              </a:lnSpc>
              <a:buFont typeface="Arial" panose="020B0604020202020204" pitchFamily="34" charset="0"/>
              <a:buChar char="•"/>
            </a:pPr>
            <a:endPar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sym typeface="Helvetica Neue"/>
            </a:endParaRPr>
          </a:p>
          <a:p>
            <a:pPr marL="228600" indent="-228600" algn="just">
              <a:lnSpc>
                <a:spcPct val="80000"/>
              </a:lnSpc>
              <a:buFont typeface="Arial" panose="020B0604020202020204" pitchFamily="34" charset="0"/>
              <a:buChar char="•"/>
            </a:pPr>
            <a:endParaRPr lang="en-US" sz="2000" u="sng"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sym typeface="Helvetica Neue"/>
            </a:endParaRPr>
          </a:p>
          <a:p>
            <a:pPr marL="228600" indent="-228600" algn="just">
              <a:lnSpc>
                <a:spcPct val="80000"/>
              </a:lnSpc>
              <a:buFont typeface="Arial" panose="020B0604020202020204" pitchFamily="34" charset="0"/>
              <a:buChar char="•"/>
            </a:pPr>
            <a:endParaRPr lang="en-US" sz="2000" u="sng"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sym typeface="Helvetica Neue"/>
            </a:endParaRPr>
          </a:p>
          <a:p>
            <a:pPr marL="228600" indent="-228600" algn="just">
              <a:lnSpc>
                <a:spcPct val="80000"/>
              </a:lnSpc>
              <a:buFont typeface="Arial" panose="020B0604020202020204" pitchFamily="34" charset="0"/>
              <a:buChar char="•"/>
            </a:pPr>
            <a:endParaRPr lang="en-US" sz="2000" u="sng"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endParaRPr>
          </a:p>
        </p:txBody>
      </p:sp>
      <p:pic>
        <p:nvPicPr>
          <p:cNvPr id="17" name="Immagine 1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93938" y="2804340"/>
            <a:ext cx="4306964" cy="2506986"/>
          </a:xfrm>
          <a:prstGeom prst="rect">
            <a:avLst/>
          </a:prstGeom>
        </p:spPr>
      </p:pic>
      <p:pic>
        <p:nvPicPr>
          <p:cNvPr id="18" name="Immagine 17"/>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23035" y="5284471"/>
            <a:ext cx="1389233" cy="1416336"/>
          </a:xfrm>
          <a:prstGeom prst="rect">
            <a:avLst/>
          </a:prstGeom>
        </p:spPr>
      </p:pic>
    </p:spTree>
    <p:extLst>
      <p:ext uri="{BB962C8B-B14F-4D97-AF65-F5344CB8AC3E}">
        <p14:creationId xmlns:p14="http://schemas.microsoft.com/office/powerpoint/2010/main" val="36167548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9C634-5B2F-EB57-6082-5DC720B813A1}"/>
            </a:ext>
          </a:extLst>
        </p:cNvPr>
        <p:cNvGrpSpPr/>
        <p:nvPr/>
      </p:nvGrpSpPr>
      <p:grpSpPr>
        <a:xfrm>
          <a:off x="0" y="0"/>
          <a:ext cx="0" cy="0"/>
          <a:chOff x="0" y="0"/>
          <a:chExt cx="0" cy="0"/>
        </a:xfrm>
      </p:grpSpPr>
      <p:sp>
        <p:nvSpPr>
          <p:cNvPr id="5" name="Segnaposto numero diapositiva 4">
            <a:extLst>
              <a:ext uri="{FF2B5EF4-FFF2-40B4-BE49-F238E27FC236}">
                <a16:creationId xmlns:a16="http://schemas.microsoft.com/office/drawing/2014/main" id="{4A6D192E-D33F-A0D5-D38F-C60012962D91}"/>
              </a:ext>
            </a:extLst>
          </p:cNvPr>
          <p:cNvSpPr>
            <a:spLocks noGrp="1"/>
          </p:cNvSpPr>
          <p:nvPr>
            <p:ph type="sldNum" sz="quarter" idx="11"/>
          </p:nvPr>
        </p:nvSpPr>
        <p:spPr/>
        <p:txBody>
          <a:bodyPr/>
          <a:lstStyle/>
          <a:p>
            <a:pPr>
              <a:defRPr/>
            </a:pPr>
            <a:fld id="{48B4153A-D4C5-4CEF-8992-0D8815C829E3}" type="slidenum">
              <a:rPr lang="en-US" smtClean="0"/>
              <a:pPr>
                <a:defRPr/>
              </a:pPr>
              <a:t>5</a:t>
            </a:fld>
            <a:endParaRPr lang="en-US" dirty="0"/>
          </a:p>
        </p:txBody>
      </p:sp>
      <p:sp>
        <p:nvSpPr>
          <p:cNvPr id="20" name="Titolo"/>
          <p:cNvSpPr txBox="1"/>
          <p:nvPr/>
        </p:nvSpPr>
        <p:spPr>
          <a:xfrm>
            <a:off x="630608" y="1815926"/>
            <a:ext cx="3785394" cy="56457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8" tIns="35718" rIns="35718" bIns="35718" anchor="ctr">
            <a:spAutoFit/>
          </a:bodyPr>
          <a:lstStyle>
            <a:lvl1pPr marR="0" indent="0" defTabSz="820737">
              <a:defRPr sz="6400">
                <a:solidFill>
                  <a:srgbClr val="3B4152"/>
                </a:solidFill>
                <a:uFillTx/>
                <a:latin typeface="Montserrat Bold"/>
                <a:ea typeface="Montserrat Bold"/>
                <a:cs typeface="Montserrat Bold"/>
                <a:sym typeface="Montserrat Bold"/>
              </a:defRPr>
            </a:lvl1pPr>
          </a:lstStyle>
          <a:p>
            <a:endParaRPr sz="3200" dirty="0"/>
          </a:p>
        </p:txBody>
      </p:sp>
      <p:sp>
        <p:nvSpPr>
          <p:cNvPr id="21" name="Sottotitolo"/>
          <p:cNvSpPr txBox="1"/>
          <p:nvPr/>
        </p:nvSpPr>
        <p:spPr>
          <a:xfrm>
            <a:off x="630608" y="2803363"/>
            <a:ext cx="3785394" cy="33374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8" tIns="35718" rIns="35718" bIns="35718" anchor="ctr">
            <a:spAutoFit/>
          </a:bodyPr>
          <a:lstStyle>
            <a:lvl1pPr marR="0" indent="0" defTabSz="820737">
              <a:defRPr sz="3400">
                <a:solidFill>
                  <a:srgbClr val="3B4152"/>
                </a:solidFill>
                <a:uFillTx/>
                <a:latin typeface="Montserrat Bold"/>
                <a:ea typeface="Montserrat Bold"/>
                <a:cs typeface="Montserrat Bold"/>
                <a:sym typeface="Montserrat Bold"/>
              </a:defRPr>
            </a:lvl1pPr>
          </a:lstStyle>
          <a:p>
            <a:endParaRPr sz="1700" dirty="0"/>
          </a:p>
        </p:txBody>
      </p:sp>
      <p:sp>
        <p:nvSpPr>
          <p:cNvPr id="22" name="Shape 118"/>
          <p:cNvSpPr/>
          <p:nvPr/>
        </p:nvSpPr>
        <p:spPr>
          <a:xfrm>
            <a:off x="4931665" y="4473252"/>
            <a:ext cx="6298406" cy="838074"/>
          </a:xfrm>
          <a:prstGeom prst="rect">
            <a:avLst/>
          </a:prstGeom>
          <a:noFill/>
          <a:ln w="12700">
            <a:miter lim="400000"/>
          </a:ln>
          <a:extLst>
            <a:ext uri="{C572A759-6A51-4108-AA02-DFA0A04FC94B}">
              <ma14:wrappingTextBoxFlag xmlns="" xmlns:ma14="http://schemas.microsoft.com/office/mac/drawingml/2011/main" val="1"/>
            </a:ext>
          </a:extLst>
        </p:spPr>
        <p:txBody>
          <a:bodyPr lIns="0" tIns="0" rIns="0" bIns="0" anchor="ctr">
            <a:noAutofit/>
          </a:bodyPr>
          <a:lstStyle/>
          <a:p>
            <a:pPr marL="285750" indent="-285750" algn="just" defTabSz="402336">
              <a:lnSpc>
                <a:spcPct val="90000"/>
              </a:lnSpc>
              <a:spcBef>
                <a:spcPts val="250"/>
              </a:spcBef>
              <a:buSzPct val="100000"/>
              <a:buFont typeface="Arial" panose="020B0604020202020204" pitchFamily="34" charset="0"/>
              <a:buChar char="•"/>
            </a:pPr>
            <a:endParaRPr lang="en-US" b="1" dirty="0">
              <a:solidFill>
                <a:srgbClr val="000000"/>
              </a:solidFill>
              <a:uFill>
                <a:solidFill>
                  <a:srgbClr val="000000"/>
                </a:solidFill>
              </a:uFill>
              <a:latin typeface="Tahoma" panose="020B0604030504040204" pitchFamily="34" charset="0"/>
              <a:ea typeface="Tahoma" panose="020B0604030504040204" pitchFamily="34" charset="0"/>
              <a:cs typeface="Tahoma" panose="020B0604030504040204" pitchFamily="34" charset="0"/>
            </a:endParaRPr>
          </a:p>
        </p:txBody>
      </p:sp>
      <p:pic>
        <p:nvPicPr>
          <p:cNvPr id="23" name="Immagine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17282" y="2019954"/>
            <a:ext cx="3412046" cy="3022133"/>
          </a:xfrm>
          <a:prstGeom prst="rect">
            <a:avLst/>
          </a:prstGeom>
        </p:spPr>
      </p:pic>
      <p:pic>
        <p:nvPicPr>
          <p:cNvPr id="25" name="Immagine 24"/>
          <p:cNvPicPr>
            <a:picLocks noChangeAspect="1"/>
          </p:cNvPicPr>
          <p:nvPr/>
        </p:nvPicPr>
        <p:blipFill>
          <a:blip r:embed="rId4"/>
          <a:stretch>
            <a:fillRect/>
          </a:stretch>
        </p:blipFill>
        <p:spPr>
          <a:xfrm>
            <a:off x="5785212" y="2477369"/>
            <a:ext cx="4766032" cy="3094838"/>
          </a:xfrm>
          <a:prstGeom prst="rect">
            <a:avLst/>
          </a:prstGeom>
        </p:spPr>
      </p:pic>
      <p:sp>
        <p:nvSpPr>
          <p:cNvPr id="26" name="Rettangolo 25"/>
          <p:cNvSpPr/>
          <p:nvPr/>
        </p:nvSpPr>
        <p:spPr>
          <a:xfrm>
            <a:off x="4931665" y="1314112"/>
            <a:ext cx="7146998" cy="969496"/>
          </a:xfrm>
          <a:prstGeom prst="rect">
            <a:avLst/>
          </a:prstGeom>
          <a:noFill/>
        </p:spPr>
        <p:txBody>
          <a:bodyPr wrap="square" lIns="45720" tIns="22860" rIns="45720" bIns="22860">
            <a:spAutoFit/>
            <a:scene3d>
              <a:camera prst="orthographicFront"/>
              <a:lightRig rig="threePt" dir="t"/>
            </a:scene3d>
            <a:sp3d extrusionH="57150">
              <a:bevelT w="38100" h="38100"/>
            </a:sp3d>
          </a:bodyPr>
          <a:lstStyle/>
          <a:p>
            <a:pPr algn="ctr"/>
            <a:r>
              <a:rPr lang="it-IT" sz="2000" b="1"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Conscious</a:t>
            </a:r>
            <a:r>
              <a:rPr lang="it-IT"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Experience </a:t>
            </a:r>
            <a:r>
              <a:rPr lang="it-IT" sz="2000" b="1"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requires</a:t>
            </a:r>
            <a:r>
              <a:rPr lang="it-IT"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PATTERNS OF NEURAL ACTIVITY THAT ARE HIGHLY DIFFERENTIATED (Gerald Edelman</a:t>
            </a:r>
            <a:endParaRPr lang="it-IT"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endParaRPr>
          </a:p>
        </p:txBody>
      </p:sp>
      <p:sp>
        <p:nvSpPr>
          <p:cNvPr id="27" name="Rettangolo 26"/>
          <p:cNvSpPr/>
          <p:nvPr/>
        </p:nvSpPr>
        <p:spPr>
          <a:xfrm>
            <a:off x="4255293" y="5833088"/>
            <a:ext cx="7825871" cy="707886"/>
          </a:xfrm>
          <a:prstGeom prst="rect">
            <a:avLst/>
          </a:prstGeom>
        </p:spPr>
        <p:txBody>
          <a:bodyPr wrap="square">
            <a:spAutoFit/>
          </a:bodyPr>
          <a:lstStyle/>
          <a:p>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Tenzin </a:t>
            </a:r>
            <a:r>
              <a:rPr lang="en-US" sz="2000" b="1"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Gyatso</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(Dalai Lama): “What if the brain comes from consciousness instead of consciousness coming from the brain?”</a:t>
            </a:r>
            <a:endParaRPr lang="it-IT"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endParaRPr>
          </a:p>
        </p:txBody>
      </p:sp>
      <p:sp>
        <p:nvSpPr>
          <p:cNvPr id="28" name="Titolo 2">
            <a:extLst>
              <a:ext uri="{FF2B5EF4-FFF2-40B4-BE49-F238E27FC236}">
                <a16:creationId xmlns:a16="http://schemas.microsoft.com/office/drawing/2014/main" id="{F35675A1-3ADB-3EC0-A6D4-2D22CE6CB45C}"/>
              </a:ext>
            </a:extLst>
          </p:cNvPr>
          <p:cNvSpPr>
            <a:spLocks noGrp="1"/>
          </p:cNvSpPr>
          <p:nvPr>
            <p:ph type="title"/>
          </p:nvPr>
        </p:nvSpPr>
        <p:spPr>
          <a:xfrm>
            <a:off x="533726" y="490680"/>
            <a:ext cx="11269308" cy="769441"/>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rtlCol="0" anchor="b" anchorCtr="0" compatLnSpc="1">
            <a:prstTxWarp prst="textNoShape">
              <a:avLst/>
            </a:prstTxWarp>
            <a:spAutoFit/>
          </a:bodyPr>
          <a:lstStyle/>
          <a:p>
            <a:r>
              <a:rPr lang="it-IT">
                <a:solidFill>
                  <a:srgbClr val="464646"/>
                </a:solidFill>
              </a:rPr>
              <a:t>How Thoughts can change the Brain </a:t>
            </a:r>
            <a:br>
              <a:rPr lang="it-IT">
                <a:solidFill>
                  <a:srgbClr val="464646"/>
                </a:solidFill>
              </a:rPr>
            </a:br>
            <a:endParaRPr lang="it-IT" dirty="0"/>
          </a:p>
        </p:txBody>
      </p:sp>
    </p:spTree>
    <p:extLst>
      <p:ext uri="{BB962C8B-B14F-4D97-AF65-F5344CB8AC3E}">
        <p14:creationId xmlns:p14="http://schemas.microsoft.com/office/powerpoint/2010/main" val="18689222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9C634-5B2F-EB57-6082-5DC720B813A1}"/>
            </a:ext>
          </a:extLst>
        </p:cNvPr>
        <p:cNvGrpSpPr/>
        <p:nvPr/>
      </p:nvGrpSpPr>
      <p:grpSpPr>
        <a:xfrm>
          <a:off x="0" y="0"/>
          <a:ext cx="0" cy="0"/>
          <a:chOff x="0" y="0"/>
          <a:chExt cx="0" cy="0"/>
        </a:xfrm>
      </p:grpSpPr>
      <p:sp>
        <p:nvSpPr>
          <p:cNvPr id="5" name="Segnaposto numero diapositiva 4">
            <a:extLst>
              <a:ext uri="{FF2B5EF4-FFF2-40B4-BE49-F238E27FC236}">
                <a16:creationId xmlns:a16="http://schemas.microsoft.com/office/drawing/2014/main" id="{4A6D192E-D33F-A0D5-D38F-C60012962D91}"/>
              </a:ext>
            </a:extLst>
          </p:cNvPr>
          <p:cNvSpPr>
            <a:spLocks noGrp="1"/>
          </p:cNvSpPr>
          <p:nvPr>
            <p:ph type="sldNum" sz="quarter" idx="11"/>
          </p:nvPr>
        </p:nvSpPr>
        <p:spPr/>
        <p:txBody>
          <a:bodyPr/>
          <a:lstStyle/>
          <a:p>
            <a:pPr>
              <a:defRPr/>
            </a:pPr>
            <a:fld id="{48B4153A-D4C5-4CEF-8992-0D8815C829E3}" type="slidenum">
              <a:rPr lang="en-US" smtClean="0"/>
              <a:pPr>
                <a:defRPr/>
              </a:pPr>
              <a:t>6</a:t>
            </a:fld>
            <a:endParaRPr lang="en-US" dirty="0"/>
          </a:p>
        </p:txBody>
      </p:sp>
      <p:sp>
        <p:nvSpPr>
          <p:cNvPr id="28" name="Titolo 2">
            <a:extLst>
              <a:ext uri="{FF2B5EF4-FFF2-40B4-BE49-F238E27FC236}">
                <a16:creationId xmlns:a16="http://schemas.microsoft.com/office/drawing/2014/main" id="{F35675A1-3ADB-3EC0-A6D4-2D22CE6CB45C}"/>
              </a:ext>
            </a:extLst>
          </p:cNvPr>
          <p:cNvSpPr>
            <a:spLocks noGrp="1"/>
          </p:cNvSpPr>
          <p:nvPr>
            <p:ph type="title"/>
          </p:nvPr>
        </p:nvSpPr>
        <p:spPr>
          <a:xfrm>
            <a:off x="574294" y="352498"/>
            <a:ext cx="11269308" cy="1154162"/>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rtlCol="0" anchor="b" anchorCtr="0" compatLnSpc="1">
            <a:prstTxWarp prst="textNoShape">
              <a:avLst/>
            </a:prstTxWarp>
            <a:spAutoFit/>
          </a:bodyPr>
          <a:lstStyle/>
          <a:p>
            <a:r>
              <a:rPr lang="it-IT"/>
              <a:t>HUMAN BRAIN VS CONSCIOUSNESS</a:t>
            </a:r>
            <a:br>
              <a:rPr lang="it-IT"/>
            </a:br>
            <a:r>
              <a:rPr lang="it-IT">
                <a:solidFill>
                  <a:srgbClr val="464646"/>
                </a:solidFill>
              </a:rPr>
              <a:t> </a:t>
            </a:r>
            <a:br>
              <a:rPr lang="it-IT">
                <a:solidFill>
                  <a:srgbClr val="464646"/>
                </a:solidFill>
              </a:rPr>
            </a:br>
            <a:endParaRPr lang="it-IT" dirty="0"/>
          </a:p>
        </p:txBody>
      </p:sp>
      <p:pic>
        <p:nvPicPr>
          <p:cNvPr id="12" name="Oi9BTpzsOns"/>
          <p:cNvPicPr>
            <a:picLocks noRot="1" noChangeAspect="1"/>
          </p:cNvPicPr>
          <p:nvPr>
            <a:videoFile r:link="rId1"/>
          </p:nvPr>
        </p:nvPicPr>
        <p:blipFill>
          <a:blip r:embed="rId4"/>
          <a:stretch>
            <a:fillRect/>
          </a:stretch>
        </p:blipFill>
        <p:spPr>
          <a:xfrm>
            <a:off x="1450065" y="1607282"/>
            <a:ext cx="5760640" cy="2571750"/>
          </a:xfrm>
          <a:prstGeom prst="rect">
            <a:avLst/>
          </a:prstGeom>
        </p:spPr>
      </p:pic>
      <p:sp>
        <p:nvSpPr>
          <p:cNvPr id="13" name="Rettangolo 12"/>
          <p:cNvSpPr/>
          <p:nvPr/>
        </p:nvSpPr>
        <p:spPr>
          <a:xfrm>
            <a:off x="1312116" y="1196805"/>
            <a:ext cx="5220019" cy="338554"/>
          </a:xfrm>
          <a:prstGeom prst="rect">
            <a:avLst/>
          </a:prstGeom>
          <a:noFill/>
        </p:spPr>
        <p:txBody>
          <a:bodyPr wrap="none" lIns="91440" tIns="45720" rIns="91440" bIns="45720">
            <a:spAutoFit/>
            <a:scene3d>
              <a:camera prst="orthographicFront"/>
              <a:lightRig rig="threePt" dir="t"/>
            </a:scene3d>
            <a:sp3d extrusionH="57150">
              <a:bevelT w="38100" h="38100"/>
            </a:sp3d>
          </a:bodyPr>
          <a:lstStyle/>
          <a:p>
            <a:pPr algn="ctr"/>
            <a:r>
              <a:rPr lang="it-IT" sz="1600" b="1" dirty="0">
                <a:ln w="0"/>
                <a:effectLst>
                  <a:outerShdw blurRad="38100" dist="25400" dir="5400000" algn="ctr" rotWithShape="0">
                    <a:srgbClr val="6E747A">
                      <a:alpha val="43000"/>
                    </a:srgbClr>
                  </a:outerShdw>
                </a:effectLst>
              </a:rPr>
              <a:t>An High </a:t>
            </a:r>
            <a:r>
              <a:rPr lang="it-IT" sz="1600" b="1" dirty="0" err="1">
                <a:ln w="0"/>
                <a:effectLst>
                  <a:outerShdw blurRad="38100" dist="25400" dir="5400000" algn="ctr" rotWithShape="0">
                    <a:srgbClr val="6E747A">
                      <a:alpha val="43000"/>
                    </a:srgbClr>
                  </a:outerShdw>
                </a:effectLst>
              </a:rPr>
              <a:t>Dimensional</a:t>
            </a:r>
            <a:r>
              <a:rPr lang="it-IT" sz="1600" b="1" dirty="0">
                <a:ln w="0"/>
                <a:effectLst>
                  <a:outerShdw blurRad="38100" dist="25400" dir="5400000" algn="ctr" rotWithShape="0">
                    <a:srgbClr val="6E747A">
                      <a:alpha val="43000"/>
                    </a:srgbClr>
                  </a:outerShdw>
                </a:effectLst>
              </a:rPr>
              <a:t> and </a:t>
            </a:r>
            <a:r>
              <a:rPr lang="it-IT" sz="1600" b="1" dirty="0" err="1">
                <a:ln w="0"/>
                <a:effectLst>
                  <a:outerShdw blurRad="38100" dist="25400" dir="5400000" algn="ctr" rotWithShape="0">
                    <a:srgbClr val="6E747A">
                      <a:alpha val="43000"/>
                    </a:srgbClr>
                  </a:outerShdw>
                </a:effectLst>
              </a:rPr>
              <a:t>Complex</a:t>
            </a:r>
            <a:r>
              <a:rPr lang="it-IT" sz="1600" b="1" dirty="0">
                <a:ln w="0"/>
                <a:effectLst>
                  <a:outerShdw blurRad="38100" dist="25400" dir="5400000" algn="ctr" rotWithShape="0">
                    <a:srgbClr val="6E747A">
                      <a:alpha val="43000"/>
                    </a:srgbClr>
                  </a:outerShdw>
                </a:effectLst>
              </a:rPr>
              <a:t> </a:t>
            </a:r>
            <a:r>
              <a:rPr lang="it-IT" sz="1600" b="1" dirty="0" err="1">
                <a:ln w="0"/>
                <a:effectLst>
                  <a:outerShdw blurRad="38100" dist="25400" dir="5400000" algn="ctr" rotWithShape="0">
                    <a:srgbClr val="6E747A">
                      <a:alpha val="43000"/>
                    </a:srgbClr>
                  </a:outerShdw>
                </a:effectLst>
              </a:rPr>
              <a:t>Neural</a:t>
            </a:r>
            <a:r>
              <a:rPr lang="it-IT" sz="1600" b="1" dirty="0">
                <a:ln w="0"/>
                <a:effectLst>
                  <a:outerShdw blurRad="38100" dist="25400" dir="5400000" algn="ctr" rotWithShape="0">
                    <a:srgbClr val="6E747A">
                      <a:alpha val="43000"/>
                    </a:srgbClr>
                  </a:outerShdw>
                </a:effectLst>
              </a:rPr>
              <a:t> Network</a:t>
            </a:r>
            <a:endParaRPr lang="it-IT" sz="1600" b="1" dirty="0">
              <a:ln w="0"/>
              <a:effectLst>
                <a:outerShdw blurRad="38100" dist="19050" dir="2700000" algn="tl" rotWithShape="0">
                  <a:schemeClr val="dk1">
                    <a:alpha val="40000"/>
                  </a:schemeClr>
                </a:outerShdw>
              </a:effectLst>
            </a:endParaRPr>
          </a:p>
        </p:txBody>
      </p:sp>
      <p:sp>
        <p:nvSpPr>
          <p:cNvPr id="14" name="Rettangolo 13"/>
          <p:cNvSpPr/>
          <p:nvPr/>
        </p:nvSpPr>
        <p:spPr>
          <a:xfrm>
            <a:off x="1458886" y="4361183"/>
            <a:ext cx="7051354" cy="338554"/>
          </a:xfrm>
          <a:prstGeom prst="rect">
            <a:avLst/>
          </a:prstGeom>
          <a:noFill/>
        </p:spPr>
        <p:txBody>
          <a:bodyPr wrap="none" lIns="91440" tIns="45720" rIns="91440" bIns="45720">
            <a:spAutoFit/>
            <a:scene3d>
              <a:camera prst="orthographicFront"/>
              <a:lightRig rig="threePt" dir="t"/>
            </a:scene3d>
            <a:sp3d extrusionH="57150">
              <a:bevelT w="38100" h="38100"/>
            </a:sp3d>
          </a:bodyPr>
          <a:lstStyle/>
          <a:p>
            <a:pPr algn="ctr"/>
            <a:r>
              <a:rPr lang="it-IT" sz="1600" b="1" dirty="0" err="1">
                <a:ln w="0"/>
                <a:effectLst>
                  <a:outerShdw blurRad="38100" dist="25400" dir="5400000" algn="ctr" rotWithShape="0">
                    <a:srgbClr val="6E747A">
                      <a:alpha val="43000"/>
                    </a:srgbClr>
                  </a:outerShdw>
                </a:effectLst>
              </a:rPr>
              <a:t>Scientists</a:t>
            </a:r>
            <a:r>
              <a:rPr lang="it-IT" sz="1600" b="1" dirty="0">
                <a:ln w="0"/>
                <a:effectLst>
                  <a:outerShdw blurRad="38100" dist="25400" dir="5400000" algn="ctr" rotWithShape="0">
                    <a:srgbClr val="6E747A">
                      <a:alpha val="43000"/>
                    </a:srgbClr>
                  </a:outerShdw>
                </a:effectLst>
              </a:rPr>
              <a:t> </a:t>
            </a:r>
            <a:r>
              <a:rPr lang="it-IT" sz="1600" b="1" dirty="0" err="1">
                <a:ln w="0"/>
                <a:effectLst>
                  <a:outerShdw blurRad="38100" dist="25400" dir="5400000" algn="ctr" rotWithShape="0">
                    <a:srgbClr val="6E747A">
                      <a:alpha val="43000"/>
                    </a:srgbClr>
                  </a:outerShdw>
                </a:effectLst>
              </a:rPr>
              <a:t>find</a:t>
            </a:r>
            <a:r>
              <a:rPr lang="it-IT" sz="1600" b="1" dirty="0">
                <a:ln w="0"/>
                <a:effectLst>
                  <a:outerShdw blurRad="38100" dist="25400" dir="5400000" algn="ctr" rotWithShape="0">
                    <a:srgbClr val="6E747A">
                      <a:alpha val="43000"/>
                    </a:srgbClr>
                  </a:outerShdw>
                </a:effectLst>
              </a:rPr>
              <a:t> </a:t>
            </a:r>
            <a:r>
              <a:rPr lang="it-IT" sz="1600" b="1" dirty="0" err="1">
                <a:ln w="0"/>
                <a:effectLst>
                  <a:outerShdw blurRad="38100" dist="25400" dir="5400000" algn="ctr" rotWithShape="0">
                    <a:srgbClr val="6E747A">
                      <a:alpha val="43000"/>
                    </a:srgbClr>
                  </a:outerShdw>
                </a:effectLst>
              </a:rPr>
              <a:t>evidence</a:t>
            </a:r>
            <a:r>
              <a:rPr lang="it-IT" sz="1600" b="1" dirty="0">
                <a:ln w="0"/>
                <a:effectLst>
                  <a:outerShdw blurRad="38100" dist="25400" dir="5400000" algn="ctr" rotWithShape="0">
                    <a:srgbClr val="6E747A">
                      <a:alpha val="43000"/>
                    </a:srgbClr>
                  </a:outerShdw>
                </a:effectLst>
              </a:rPr>
              <a:t> of a </a:t>
            </a:r>
            <a:r>
              <a:rPr lang="it-IT" sz="1600" b="1" dirty="0" err="1">
                <a:ln w="0"/>
                <a:effectLst>
                  <a:outerShdw blurRad="38100" dist="25400" dir="5400000" algn="ctr" rotWithShape="0">
                    <a:srgbClr val="6E747A">
                      <a:alpha val="43000"/>
                    </a:srgbClr>
                  </a:outerShdw>
                </a:effectLst>
              </a:rPr>
              <a:t>Multidimensional</a:t>
            </a:r>
            <a:r>
              <a:rPr lang="it-IT" sz="1600" b="1" dirty="0">
                <a:ln w="0"/>
                <a:effectLst>
                  <a:outerShdw blurRad="38100" dist="25400" dir="5400000" algn="ctr" rotWithShape="0">
                    <a:srgbClr val="6E747A">
                      <a:alpha val="43000"/>
                    </a:srgbClr>
                  </a:outerShdw>
                </a:effectLst>
              </a:rPr>
              <a:t> </a:t>
            </a:r>
            <a:r>
              <a:rPr lang="it-IT" sz="1600" b="1" dirty="0" err="1">
                <a:ln w="0"/>
                <a:effectLst>
                  <a:outerShdw blurRad="38100" dist="25400" dir="5400000" algn="ctr" rotWithShape="0">
                    <a:srgbClr val="6E747A">
                      <a:alpha val="43000"/>
                    </a:srgbClr>
                  </a:outerShdw>
                </a:effectLst>
              </a:rPr>
              <a:t>Universe</a:t>
            </a:r>
            <a:r>
              <a:rPr lang="it-IT" sz="1600" b="1" dirty="0">
                <a:ln w="0"/>
                <a:effectLst>
                  <a:outerShdw blurRad="38100" dist="25400" dir="5400000" algn="ctr" rotWithShape="0">
                    <a:srgbClr val="6E747A">
                      <a:alpha val="43000"/>
                    </a:srgbClr>
                  </a:outerShdw>
                </a:effectLst>
              </a:rPr>
              <a:t> </a:t>
            </a:r>
            <a:r>
              <a:rPr lang="it-IT" sz="1600" b="1" dirty="0" err="1">
                <a:ln w="0"/>
                <a:effectLst>
                  <a:outerShdw blurRad="38100" dist="25400" dir="5400000" algn="ctr" rotWithShape="0">
                    <a:srgbClr val="6E747A">
                      <a:alpha val="43000"/>
                    </a:srgbClr>
                  </a:outerShdw>
                </a:effectLst>
              </a:rPr>
              <a:t>within</a:t>
            </a:r>
            <a:r>
              <a:rPr lang="it-IT" sz="1600" b="1" dirty="0">
                <a:ln w="0"/>
                <a:effectLst>
                  <a:outerShdw blurRad="38100" dist="25400" dir="5400000" algn="ctr" rotWithShape="0">
                    <a:srgbClr val="6E747A">
                      <a:alpha val="43000"/>
                    </a:srgbClr>
                  </a:outerShdw>
                </a:effectLst>
              </a:rPr>
              <a:t> the Brain</a:t>
            </a:r>
            <a:endParaRPr lang="it-IT" sz="1600" b="1" dirty="0">
              <a:ln w="0"/>
              <a:effectLst>
                <a:outerShdw blurRad="38100" dist="19050" dir="2700000" algn="tl" rotWithShape="0">
                  <a:schemeClr val="dk1">
                    <a:alpha val="40000"/>
                  </a:schemeClr>
                </a:outerShdw>
              </a:effectLst>
            </a:endParaRPr>
          </a:p>
        </p:txBody>
      </p:sp>
      <p:pic>
        <p:nvPicPr>
          <p:cNvPr id="15" name="Immagine 14"/>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492444" y="4781252"/>
            <a:ext cx="4369668" cy="1600200"/>
          </a:xfrm>
          <a:prstGeom prst="rect">
            <a:avLst/>
          </a:prstGeom>
        </p:spPr>
      </p:pic>
      <p:sp>
        <p:nvSpPr>
          <p:cNvPr id="16" name="CasellaDiTesto 15"/>
          <p:cNvSpPr txBox="1"/>
          <p:nvPr/>
        </p:nvSpPr>
        <p:spPr>
          <a:xfrm>
            <a:off x="6103264" y="4669471"/>
            <a:ext cx="3728314" cy="2092879"/>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algn="l" rtl="0" latinLnBrk="1" hangingPunct="0"/>
            <a:r>
              <a:rPr lang="it-IT" sz="1600" b="1" dirty="0" err="1">
                <a:ln w="0"/>
                <a:effectLst>
                  <a:outerShdw blurRad="38100" dist="25400" dir="5400000" algn="ctr" rotWithShape="0">
                    <a:srgbClr val="6E747A">
                      <a:alpha val="43000"/>
                    </a:srgbClr>
                  </a:outerShdw>
                </a:effectLst>
              </a:rPr>
              <a:t>Reimann</a:t>
            </a:r>
            <a:r>
              <a:rPr lang="it-IT" sz="1600" b="1" dirty="0">
                <a:ln w="0"/>
                <a:effectLst>
                  <a:outerShdw blurRad="38100" dist="25400" dir="5400000" algn="ctr" rotWithShape="0">
                    <a:srgbClr val="6E747A">
                      <a:alpha val="43000"/>
                    </a:srgbClr>
                  </a:outerShdw>
                </a:effectLst>
              </a:rPr>
              <a:t>, M. W., Nolte, M., </a:t>
            </a:r>
            <a:r>
              <a:rPr lang="it-IT" sz="1600" b="1" dirty="0" err="1">
                <a:ln w="0"/>
                <a:effectLst>
                  <a:outerShdw blurRad="38100" dist="25400" dir="5400000" algn="ctr" rotWithShape="0">
                    <a:srgbClr val="6E747A">
                      <a:alpha val="43000"/>
                    </a:srgbClr>
                  </a:outerShdw>
                </a:effectLst>
              </a:rPr>
              <a:t>Scolamiero</a:t>
            </a:r>
            <a:r>
              <a:rPr lang="it-IT" sz="1600" b="1" dirty="0">
                <a:ln w="0"/>
                <a:effectLst>
                  <a:outerShdw blurRad="38100" dist="25400" dir="5400000" algn="ctr" rotWithShape="0">
                    <a:srgbClr val="6E747A">
                      <a:alpha val="43000"/>
                    </a:srgbClr>
                  </a:outerShdw>
                </a:effectLst>
              </a:rPr>
              <a:t>, M., Turner, K., Perin, R., Chindemi, G., ... &amp; </a:t>
            </a:r>
            <a:r>
              <a:rPr lang="it-IT" sz="1600" b="1" dirty="0" err="1">
                <a:ln w="0"/>
                <a:effectLst>
                  <a:outerShdw blurRad="38100" dist="25400" dir="5400000" algn="ctr" rotWithShape="0">
                    <a:srgbClr val="6E747A">
                      <a:alpha val="43000"/>
                    </a:srgbClr>
                  </a:outerShdw>
                </a:effectLst>
              </a:rPr>
              <a:t>Markram</a:t>
            </a:r>
            <a:r>
              <a:rPr lang="it-IT" sz="1600" b="1" dirty="0">
                <a:ln w="0"/>
                <a:effectLst>
                  <a:outerShdw blurRad="38100" dist="25400" dir="5400000" algn="ctr" rotWithShape="0">
                    <a:srgbClr val="6E747A">
                      <a:alpha val="43000"/>
                    </a:srgbClr>
                  </a:outerShdw>
                </a:effectLst>
              </a:rPr>
              <a:t>, H. (2017). </a:t>
            </a:r>
            <a:r>
              <a:rPr lang="it-IT" sz="1600" b="1" dirty="0" err="1">
                <a:ln w="0"/>
                <a:effectLst>
                  <a:outerShdw blurRad="38100" dist="25400" dir="5400000" algn="ctr" rotWithShape="0">
                    <a:srgbClr val="6E747A">
                      <a:alpha val="43000"/>
                    </a:srgbClr>
                  </a:outerShdw>
                </a:effectLst>
              </a:rPr>
              <a:t>Cliques</a:t>
            </a:r>
            <a:r>
              <a:rPr lang="it-IT" sz="1600" b="1" dirty="0">
                <a:ln w="0"/>
                <a:effectLst>
                  <a:outerShdw blurRad="38100" dist="25400" dir="5400000" algn="ctr" rotWithShape="0">
                    <a:srgbClr val="6E747A">
                      <a:alpha val="43000"/>
                    </a:srgbClr>
                  </a:outerShdw>
                </a:effectLst>
              </a:rPr>
              <a:t> of </a:t>
            </a:r>
            <a:r>
              <a:rPr lang="it-IT" sz="1600" b="1" dirty="0" err="1">
                <a:ln w="0"/>
                <a:effectLst>
                  <a:outerShdw blurRad="38100" dist="25400" dir="5400000" algn="ctr" rotWithShape="0">
                    <a:srgbClr val="6E747A">
                      <a:alpha val="43000"/>
                    </a:srgbClr>
                  </a:outerShdw>
                </a:effectLst>
              </a:rPr>
              <a:t>neurons</a:t>
            </a:r>
            <a:r>
              <a:rPr lang="it-IT" sz="1600" b="1" dirty="0">
                <a:ln w="0"/>
                <a:effectLst>
                  <a:outerShdw blurRad="38100" dist="25400" dir="5400000" algn="ctr" rotWithShape="0">
                    <a:srgbClr val="6E747A">
                      <a:alpha val="43000"/>
                    </a:srgbClr>
                  </a:outerShdw>
                </a:effectLst>
              </a:rPr>
              <a:t> </a:t>
            </a:r>
            <a:r>
              <a:rPr lang="it-IT" sz="1600" b="1" dirty="0" err="1">
                <a:ln w="0"/>
                <a:effectLst>
                  <a:outerShdw blurRad="38100" dist="25400" dir="5400000" algn="ctr" rotWithShape="0">
                    <a:srgbClr val="6E747A">
                      <a:alpha val="43000"/>
                    </a:srgbClr>
                  </a:outerShdw>
                </a:effectLst>
              </a:rPr>
              <a:t>bound</a:t>
            </a:r>
            <a:r>
              <a:rPr lang="it-IT" sz="1600" b="1" dirty="0">
                <a:ln w="0"/>
                <a:effectLst>
                  <a:outerShdw blurRad="38100" dist="25400" dir="5400000" algn="ctr" rotWithShape="0">
                    <a:srgbClr val="6E747A">
                      <a:alpha val="43000"/>
                    </a:srgbClr>
                  </a:outerShdw>
                </a:effectLst>
              </a:rPr>
              <a:t> </a:t>
            </a:r>
            <a:r>
              <a:rPr lang="it-IT" sz="1600" b="1" dirty="0" err="1">
                <a:ln w="0"/>
                <a:effectLst>
                  <a:outerShdw blurRad="38100" dist="25400" dir="5400000" algn="ctr" rotWithShape="0">
                    <a:srgbClr val="6E747A">
                      <a:alpha val="43000"/>
                    </a:srgbClr>
                  </a:outerShdw>
                </a:effectLst>
              </a:rPr>
              <a:t>into</a:t>
            </a:r>
            <a:r>
              <a:rPr lang="it-IT" sz="1600" b="1" dirty="0">
                <a:ln w="0"/>
                <a:effectLst>
                  <a:outerShdw blurRad="38100" dist="25400" dir="5400000" algn="ctr" rotWithShape="0">
                    <a:srgbClr val="6E747A">
                      <a:alpha val="43000"/>
                    </a:srgbClr>
                  </a:outerShdw>
                </a:effectLst>
              </a:rPr>
              <a:t> </a:t>
            </a:r>
            <a:r>
              <a:rPr lang="it-IT" sz="1600" b="1" dirty="0" err="1">
                <a:ln w="0"/>
                <a:effectLst>
                  <a:outerShdw blurRad="38100" dist="25400" dir="5400000" algn="ctr" rotWithShape="0">
                    <a:srgbClr val="6E747A">
                      <a:alpha val="43000"/>
                    </a:srgbClr>
                  </a:outerShdw>
                </a:effectLst>
              </a:rPr>
              <a:t>cavities</a:t>
            </a:r>
            <a:r>
              <a:rPr lang="it-IT" sz="1600" b="1" dirty="0">
                <a:ln w="0"/>
                <a:effectLst>
                  <a:outerShdw blurRad="38100" dist="25400" dir="5400000" algn="ctr" rotWithShape="0">
                    <a:srgbClr val="6E747A">
                      <a:alpha val="43000"/>
                    </a:srgbClr>
                  </a:outerShdw>
                </a:effectLst>
              </a:rPr>
              <a:t> </a:t>
            </a:r>
            <a:r>
              <a:rPr lang="it-IT" sz="1600" b="1" dirty="0" err="1">
                <a:ln w="0"/>
                <a:effectLst>
                  <a:outerShdw blurRad="38100" dist="25400" dir="5400000" algn="ctr" rotWithShape="0">
                    <a:srgbClr val="6E747A">
                      <a:alpha val="43000"/>
                    </a:srgbClr>
                  </a:outerShdw>
                </a:effectLst>
              </a:rPr>
              <a:t>provide</a:t>
            </a:r>
            <a:r>
              <a:rPr lang="it-IT" sz="1600" b="1" dirty="0">
                <a:ln w="0"/>
                <a:effectLst>
                  <a:outerShdw blurRad="38100" dist="25400" dir="5400000" algn="ctr" rotWithShape="0">
                    <a:srgbClr val="6E747A">
                      <a:alpha val="43000"/>
                    </a:srgbClr>
                  </a:outerShdw>
                </a:effectLst>
              </a:rPr>
              <a:t> a </a:t>
            </a:r>
            <a:r>
              <a:rPr lang="it-IT" sz="1600" b="1" dirty="0" err="1">
                <a:ln w="0"/>
                <a:effectLst>
                  <a:outerShdw blurRad="38100" dist="25400" dir="5400000" algn="ctr" rotWithShape="0">
                    <a:srgbClr val="6E747A">
                      <a:alpha val="43000"/>
                    </a:srgbClr>
                  </a:outerShdw>
                </a:effectLst>
              </a:rPr>
              <a:t>missing</a:t>
            </a:r>
            <a:r>
              <a:rPr lang="it-IT" sz="1600" b="1" dirty="0">
                <a:ln w="0"/>
                <a:effectLst>
                  <a:outerShdw blurRad="38100" dist="25400" dir="5400000" algn="ctr" rotWithShape="0">
                    <a:srgbClr val="6E747A">
                      <a:alpha val="43000"/>
                    </a:srgbClr>
                  </a:outerShdw>
                </a:effectLst>
              </a:rPr>
              <a:t> link </a:t>
            </a:r>
            <a:r>
              <a:rPr lang="it-IT" sz="1600" b="1" dirty="0" err="1">
                <a:ln w="0"/>
                <a:effectLst>
                  <a:outerShdw blurRad="38100" dist="25400" dir="5400000" algn="ctr" rotWithShape="0">
                    <a:srgbClr val="6E747A">
                      <a:alpha val="43000"/>
                    </a:srgbClr>
                  </a:outerShdw>
                </a:effectLst>
              </a:rPr>
              <a:t>between</a:t>
            </a:r>
            <a:r>
              <a:rPr lang="it-IT" sz="1600" b="1" dirty="0">
                <a:ln w="0"/>
                <a:effectLst>
                  <a:outerShdw blurRad="38100" dist="25400" dir="5400000" algn="ctr" rotWithShape="0">
                    <a:srgbClr val="6E747A">
                      <a:alpha val="43000"/>
                    </a:srgbClr>
                  </a:outerShdw>
                </a:effectLst>
              </a:rPr>
              <a:t> </a:t>
            </a:r>
            <a:r>
              <a:rPr lang="it-IT" sz="1600" b="1" dirty="0" err="1">
                <a:ln w="0"/>
                <a:effectLst>
                  <a:outerShdw blurRad="38100" dist="25400" dir="5400000" algn="ctr" rotWithShape="0">
                    <a:srgbClr val="6E747A">
                      <a:alpha val="43000"/>
                    </a:srgbClr>
                  </a:outerShdw>
                </a:effectLst>
              </a:rPr>
              <a:t>structure</a:t>
            </a:r>
            <a:r>
              <a:rPr lang="it-IT" sz="1600" b="1" dirty="0">
                <a:ln w="0"/>
                <a:effectLst>
                  <a:outerShdw blurRad="38100" dist="25400" dir="5400000" algn="ctr" rotWithShape="0">
                    <a:srgbClr val="6E747A">
                      <a:alpha val="43000"/>
                    </a:srgbClr>
                  </a:outerShdw>
                </a:effectLst>
              </a:rPr>
              <a:t> and </a:t>
            </a:r>
            <a:r>
              <a:rPr lang="it-IT" sz="1600" b="1" dirty="0" err="1">
                <a:ln w="0"/>
                <a:effectLst>
                  <a:outerShdw blurRad="38100" dist="25400" dir="5400000" algn="ctr" rotWithShape="0">
                    <a:srgbClr val="6E747A">
                      <a:alpha val="43000"/>
                    </a:srgbClr>
                  </a:outerShdw>
                </a:effectLst>
              </a:rPr>
              <a:t>function</a:t>
            </a:r>
            <a:r>
              <a:rPr lang="it-IT" sz="1600" b="1" dirty="0">
                <a:ln w="0"/>
                <a:effectLst>
                  <a:outerShdw blurRad="38100" dist="25400" dir="5400000" algn="ctr" rotWithShape="0">
                    <a:srgbClr val="6E747A">
                      <a:alpha val="43000"/>
                    </a:srgbClr>
                  </a:outerShdw>
                </a:effectLst>
              </a:rPr>
              <a:t>. </a:t>
            </a:r>
            <a:r>
              <a:rPr lang="it-IT" sz="1600" b="1" dirty="0" err="1">
                <a:ln w="0"/>
                <a:effectLst>
                  <a:outerShdw blurRad="38100" dist="25400" dir="5400000" algn="ctr" rotWithShape="0">
                    <a:srgbClr val="6E747A">
                      <a:alpha val="43000"/>
                    </a:srgbClr>
                  </a:outerShdw>
                </a:effectLst>
              </a:rPr>
              <a:t>Frontiers</a:t>
            </a:r>
            <a:r>
              <a:rPr lang="it-IT" sz="1600" b="1" dirty="0">
                <a:ln w="0"/>
                <a:effectLst>
                  <a:outerShdw blurRad="38100" dist="25400" dir="5400000" algn="ctr" rotWithShape="0">
                    <a:srgbClr val="6E747A">
                      <a:alpha val="43000"/>
                    </a:srgbClr>
                  </a:outerShdw>
                </a:effectLst>
              </a:rPr>
              <a:t> in </a:t>
            </a:r>
            <a:r>
              <a:rPr lang="it-IT" sz="1600" b="1" dirty="0" err="1">
                <a:ln w="0"/>
                <a:effectLst>
                  <a:outerShdw blurRad="38100" dist="25400" dir="5400000" algn="ctr" rotWithShape="0">
                    <a:srgbClr val="6E747A">
                      <a:alpha val="43000"/>
                    </a:srgbClr>
                  </a:outerShdw>
                </a:effectLst>
              </a:rPr>
              <a:t>computational</a:t>
            </a:r>
            <a:r>
              <a:rPr lang="it-IT" sz="1600" b="1" dirty="0">
                <a:ln w="0"/>
                <a:effectLst>
                  <a:outerShdw blurRad="38100" dist="25400" dir="5400000" algn="ctr" rotWithShape="0">
                    <a:srgbClr val="6E747A">
                      <a:alpha val="43000"/>
                    </a:srgbClr>
                  </a:outerShdw>
                </a:effectLst>
              </a:rPr>
              <a:t> </a:t>
            </a:r>
            <a:r>
              <a:rPr lang="it-IT" sz="1600" b="1" dirty="0" err="1">
                <a:ln w="0"/>
                <a:effectLst>
                  <a:outerShdw blurRad="38100" dist="25400" dir="5400000" algn="ctr" rotWithShape="0">
                    <a:srgbClr val="6E747A">
                      <a:alpha val="43000"/>
                    </a:srgbClr>
                  </a:outerShdw>
                </a:effectLst>
              </a:rPr>
              <a:t>neuroscience</a:t>
            </a:r>
            <a:r>
              <a:rPr lang="it-IT" sz="1600" b="1" dirty="0">
                <a:ln w="0"/>
                <a:effectLst>
                  <a:outerShdw blurRad="38100" dist="25400" dir="5400000" algn="ctr" rotWithShape="0">
                    <a:srgbClr val="6E747A">
                      <a:alpha val="43000"/>
                    </a:srgbClr>
                  </a:outerShdw>
                </a:effectLst>
              </a:rPr>
              <a:t>, 11, 48.</a:t>
            </a:r>
          </a:p>
          <a:p>
            <a:pPr defTabSz="914400" fontAlgn="auto" latinLnBrk="1">
              <a:spcBef>
                <a:spcPts val="0"/>
              </a:spcBef>
              <a:spcAft>
                <a:spcPts val="0"/>
              </a:spcAft>
            </a:pPr>
            <a:endParaRPr lang="it-IT" dirty="0">
              <a:latin typeface="Calibri"/>
              <a:ea typeface="Calibri"/>
              <a:cs typeface="Calibri"/>
              <a:sym typeface="Calibri"/>
            </a:endParaRPr>
          </a:p>
        </p:txBody>
      </p:sp>
      <p:sp>
        <p:nvSpPr>
          <p:cNvPr id="17" name="CasellaDiTesto 16"/>
          <p:cNvSpPr txBox="1"/>
          <p:nvPr/>
        </p:nvSpPr>
        <p:spPr>
          <a:xfrm>
            <a:off x="7388257" y="1547417"/>
            <a:ext cx="2504178" cy="2339100"/>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marL="285750" indent="-285750" latinLnBrk="1">
              <a:buFont typeface="Arial" panose="020B0604020202020204" pitchFamily="34" charset="0"/>
              <a:buChar char="•"/>
            </a:pPr>
            <a:r>
              <a:rPr lang="en-US" sz="1600" b="1" dirty="0"/>
              <a:t>The lack of a formal link between neural network structure and its emergent function has hampered our understanding of how the brain processes information. </a:t>
            </a:r>
          </a:p>
          <a:p>
            <a:pPr marL="285750" indent="-285750" latinLnBrk="1">
              <a:buFont typeface="Arial" panose="020B0604020202020204" pitchFamily="34" charset="0"/>
              <a:buChar char="•"/>
            </a:pPr>
            <a:endParaRPr lang="it-IT" b="1" dirty="0">
              <a:solidFill>
                <a:srgbClr val="000000"/>
              </a:solidFill>
              <a:sym typeface="Calibri"/>
            </a:endParaRPr>
          </a:p>
        </p:txBody>
      </p:sp>
    </p:spTree>
    <p:extLst>
      <p:ext uri="{BB962C8B-B14F-4D97-AF65-F5344CB8AC3E}">
        <p14:creationId xmlns:p14="http://schemas.microsoft.com/office/powerpoint/2010/main" val="33550227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9C634-5B2F-EB57-6082-5DC720B813A1}"/>
            </a:ext>
          </a:extLst>
        </p:cNvPr>
        <p:cNvGrpSpPr/>
        <p:nvPr/>
      </p:nvGrpSpPr>
      <p:grpSpPr>
        <a:xfrm>
          <a:off x="0" y="0"/>
          <a:ext cx="0" cy="0"/>
          <a:chOff x="0" y="0"/>
          <a:chExt cx="0" cy="0"/>
        </a:xfrm>
      </p:grpSpPr>
      <p:sp>
        <p:nvSpPr>
          <p:cNvPr id="5" name="Segnaposto numero diapositiva 4">
            <a:extLst>
              <a:ext uri="{FF2B5EF4-FFF2-40B4-BE49-F238E27FC236}">
                <a16:creationId xmlns:a16="http://schemas.microsoft.com/office/drawing/2014/main" id="{4A6D192E-D33F-A0D5-D38F-C60012962D91}"/>
              </a:ext>
            </a:extLst>
          </p:cNvPr>
          <p:cNvSpPr>
            <a:spLocks noGrp="1"/>
          </p:cNvSpPr>
          <p:nvPr>
            <p:ph type="sldNum" sz="quarter" idx="11"/>
          </p:nvPr>
        </p:nvSpPr>
        <p:spPr/>
        <p:txBody>
          <a:bodyPr/>
          <a:lstStyle/>
          <a:p>
            <a:pPr>
              <a:defRPr/>
            </a:pPr>
            <a:fld id="{48B4153A-D4C5-4CEF-8992-0D8815C829E3}" type="slidenum">
              <a:rPr lang="en-US" smtClean="0"/>
              <a:pPr>
                <a:defRPr/>
              </a:pPr>
              <a:t>7</a:t>
            </a:fld>
            <a:endParaRPr lang="en-US" dirty="0"/>
          </a:p>
        </p:txBody>
      </p:sp>
      <p:sp>
        <p:nvSpPr>
          <p:cNvPr id="28" name="Titolo 2">
            <a:extLst>
              <a:ext uri="{FF2B5EF4-FFF2-40B4-BE49-F238E27FC236}">
                <a16:creationId xmlns:a16="http://schemas.microsoft.com/office/drawing/2014/main" id="{F35675A1-3ADB-3EC0-A6D4-2D22CE6CB45C}"/>
              </a:ext>
            </a:extLst>
          </p:cNvPr>
          <p:cNvSpPr>
            <a:spLocks noGrp="1"/>
          </p:cNvSpPr>
          <p:nvPr>
            <p:ph type="title"/>
          </p:nvPr>
        </p:nvSpPr>
        <p:spPr>
          <a:xfrm>
            <a:off x="-1211976" y="410587"/>
            <a:ext cx="11269308" cy="1923604"/>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rtlCol="0" anchor="b" anchorCtr="0" compatLnSpc="1">
            <a:prstTxWarp prst="textNoShape">
              <a:avLst/>
            </a:prstTxWarp>
            <a:spAutoFit/>
          </a:bodyPr>
          <a:lstStyle/>
          <a:p>
            <a:pPr algn="ctr"/>
            <a:r>
              <a:rPr lang="it-IT"/>
              <a:t>MACHINE LEARNING VS CONSCIOUSNESS</a:t>
            </a:r>
            <a:br>
              <a:rPr lang="it-IT"/>
            </a:br>
            <a:br>
              <a:rPr lang="it-IT"/>
            </a:br>
            <a:br>
              <a:rPr lang="it-IT"/>
            </a:br>
            <a:r>
              <a:rPr lang="it-IT">
                <a:solidFill>
                  <a:srgbClr val="464646"/>
                </a:solidFill>
              </a:rPr>
              <a:t> </a:t>
            </a:r>
            <a:br>
              <a:rPr lang="it-IT">
                <a:solidFill>
                  <a:srgbClr val="464646"/>
                </a:solidFill>
              </a:rPr>
            </a:br>
            <a:endParaRPr lang="it-IT" dirty="0"/>
          </a:p>
        </p:txBody>
      </p:sp>
      <p:sp>
        <p:nvSpPr>
          <p:cNvPr id="10" name="Rettangolo 9"/>
          <p:cNvSpPr/>
          <p:nvPr/>
        </p:nvSpPr>
        <p:spPr>
          <a:xfrm>
            <a:off x="7198576" y="1421893"/>
            <a:ext cx="2434256" cy="338554"/>
          </a:xfrm>
          <a:prstGeom prst="rect">
            <a:avLst/>
          </a:prstGeom>
          <a:noFill/>
        </p:spPr>
        <p:txBody>
          <a:bodyPr wrap="none" lIns="91440" tIns="45720" rIns="91440" bIns="45720">
            <a:spAutoFit/>
            <a:scene3d>
              <a:camera prst="orthographicFront"/>
              <a:lightRig rig="threePt" dir="t"/>
            </a:scene3d>
            <a:sp3d extrusionH="57150">
              <a:bevelT w="38100" h="38100"/>
            </a:sp3d>
          </a:bodyPr>
          <a:lstStyle/>
          <a:p>
            <a:pPr algn="ctr"/>
            <a:r>
              <a:rPr lang="it-IT" sz="1600" b="1" dirty="0" err="1">
                <a:ln w="0"/>
                <a:effectLst>
                  <a:outerShdw blurRad="38100" dist="25400" dir="5400000" algn="ctr" rotWithShape="0">
                    <a:srgbClr val="6E747A">
                      <a:alpha val="43000"/>
                    </a:srgbClr>
                  </a:outerShdw>
                </a:effectLst>
              </a:rPr>
              <a:t>Is</a:t>
            </a:r>
            <a:r>
              <a:rPr lang="it-IT" sz="1600" b="1" dirty="0">
                <a:ln w="0"/>
                <a:effectLst>
                  <a:outerShdw blurRad="38100" dist="25400" dir="5400000" algn="ctr" rotWithShape="0">
                    <a:srgbClr val="6E747A">
                      <a:alpha val="43000"/>
                    </a:srgbClr>
                  </a:outerShdw>
                </a:effectLst>
              </a:rPr>
              <a:t> </a:t>
            </a:r>
            <a:r>
              <a:rPr lang="it-IT" sz="1600" b="1" dirty="0" err="1">
                <a:ln w="0"/>
                <a:effectLst>
                  <a:outerShdw blurRad="38100" dist="25400" dir="5400000" algn="ctr" rotWithShape="0">
                    <a:srgbClr val="6E747A">
                      <a:alpha val="43000"/>
                    </a:srgbClr>
                  </a:outerShdw>
                </a:effectLst>
              </a:rPr>
              <a:t>this</a:t>
            </a:r>
            <a:r>
              <a:rPr lang="it-IT" sz="1600" b="1" dirty="0">
                <a:ln w="0"/>
                <a:effectLst>
                  <a:outerShdw blurRad="38100" dist="25400" dir="5400000" algn="ctr" rotWithShape="0">
                    <a:srgbClr val="6E747A">
                      <a:alpha val="43000"/>
                    </a:srgbClr>
                  </a:outerShdw>
                </a:effectLst>
              </a:rPr>
              <a:t> a Glass or a </a:t>
            </a:r>
            <a:r>
              <a:rPr lang="it-IT" sz="1600" b="1" dirty="0" err="1">
                <a:ln w="0"/>
                <a:effectLst>
                  <a:outerShdw blurRad="38100" dist="25400" dir="5400000" algn="ctr" rotWithShape="0">
                    <a:srgbClr val="6E747A">
                      <a:alpha val="43000"/>
                    </a:srgbClr>
                  </a:outerShdw>
                </a:effectLst>
              </a:rPr>
              <a:t>Pot</a:t>
            </a:r>
            <a:r>
              <a:rPr lang="it-IT" sz="1600" b="1" dirty="0">
                <a:ln w="0"/>
                <a:effectLst>
                  <a:outerShdw blurRad="38100" dist="25400" dir="5400000" algn="ctr" rotWithShape="0">
                    <a:srgbClr val="6E747A">
                      <a:alpha val="43000"/>
                    </a:srgbClr>
                  </a:outerShdw>
                </a:effectLst>
              </a:rPr>
              <a:t>? </a:t>
            </a:r>
            <a:endParaRPr lang="it-IT" sz="1600" b="1" dirty="0">
              <a:ln w="0"/>
              <a:effectLst>
                <a:outerShdw blurRad="38100" dist="19050" dir="2700000" algn="tl" rotWithShape="0">
                  <a:schemeClr val="dk1">
                    <a:alpha val="40000"/>
                  </a:schemeClr>
                </a:outerShdw>
              </a:effectLst>
            </a:endParaRPr>
          </a:p>
        </p:txBody>
      </p:sp>
      <p:pic>
        <p:nvPicPr>
          <p:cNvPr id="11" name="Immagine 10"/>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88039" y="1372389"/>
            <a:ext cx="4608512" cy="2506577"/>
          </a:xfrm>
          <a:prstGeom prst="rect">
            <a:avLst/>
          </a:prstGeom>
        </p:spPr>
      </p:pic>
      <p:pic>
        <p:nvPicPr>
          <p:cNvPr id="18" name="Immagine 17"/>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011548" y="1870944"/>
            <a:ext cx="2808312" cy="1974570"/>
          </a:xfrm>
          <a:prstGeom prst="rect">
            <a:avLst/>
          </a:prstGeom>
        </p:spPr>
      </p:pic>
      <p:pic>
        <p:nvPicPr>
          <p:cNvPr id="19" name="Immagine 1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92629" y="4639821"/>
            <a:ext cx="3851920" cy="1848817"/>
          </a:xfrm>
          <a:prstGeom prst="rect">
            <a:avLst/>
          </a:prstGeom>
        </p:spPr>
      </p:pic>
      <p:sp>
        <p:nvSpPr>
          <p:cNvPr id="20" name="Rettangolo 19"/>
          <p:cNvSpPr/>
          <p:nvPr/>
        </p:nvSpPr>
        <p:spPr>
          <a:xfrm>
            <a:off x="1578825" y="4961837"/>
            <a:ext cx="4001405" cy="1569660"/>
          </a:xfrm>
          <a:prstGeom prst="rect">
            <a:avLst/>
          </a:prstGeom>
          <a:noFill/>
        </p:spPr>
        <p:txBody>
          <a:bodyPr wrap="square" lIns="91440" tIns="45720" rIns="91440" bIns="45720">
            <a:spAutoFit/>
            <a:scene3d>
              <a:camera prst="orthographicFront"/>
              <a:lightRig rig="threePt" dir="t"/>
            </a:scene3d>
            <a:sp3d extrusionH="57150">
              <a:bevelT w="38100" h="38100"/>
            </a:sp3d>
          </a:bodyPr>
          <a:lstStyle/>
          <a:p>
            <a:pPr algn="ctr"/>
            <a:r>
              <a:rPr lang="it-IT" sz="1600" b="1" dirty="0" err="1">
                <a:ln w="0"/>
                <a:effectLst>
                  <a:outerShdw blurRad="38100" dist="25400" dir="5400000" algn="ctr" rotWithShape="0">
                    <a:srgbClr val="6E747A">
                      <a:alpha val="43000"/>
                    </a:srgbClr>
                  </a:outerShdw>
                </a:effectLst>
              </a:rPr>
              <a:t>Why</a:t>
            </a:r>
            <a:r>
              <a:rPr lang="it-IT" sz="1600" b="1" dirty="0">
                <a:ln w="0"/>
                <a:effectLst>
                  <a:outerShdw blurRad="38100" dist="25400" dir="5400000" algn="ctr" rotWithShape="0">
                    <a:srgbClr val="6E747A">
                      <a:alpha val="43000"/>
                    </a:srgbClr>
                  </a:outerShdw>
                </a:effectLst>
              </a:rPr>
              <a:t> and How Lea </a:t>
            </a:r>
            <a:r>
              <a:rPr lang="it-IT" sz="1600" b="1" dirty="0" err="1">
                <a:ln w="0"/>
                <a:effectLst>
                  <a:outerShdw blurRad="38100" dist="25400" dir="5400000" algn="ctr" rotWithShape="0">
                    <a:srgbClr val="6E747A">
                      <a:alpha val="43000"/>
                    </a:srgbClr>
                  </a:outerShdw>
                </a:effectLst>
              </a:rPr>
              <a:t>Seadol</a:t>
            </a:r>
            <a:r>
              <a:rPr lang="it-IT" sz="1600" b="1" dirty="0">
                <a:ln w="0"/>
                <a:effectLst>
                  <a:outerShdw blurRad="38100" dist="25400" dir="5400000" algn="ctr" rotWithShape="0">
                    <a:srgbClr val="6E747A">
                      <a:alpha val="43000"/>
                    </a:srgbClr>
                  </a:outerShdw>
                </a:effectLst>
              </a:rPr>
              <a:t> </a:t>
            </a:r>
            <a:r>
              <a:rPr lang="it-IT" sz="1600" b="1" dirty="0" err="1">
                <a:ln w="0"/>
                <a:effectLst>
                  <a:outerShdw blurRad="38100" dist="25400" dir="5400000" algn="ctr" rotWithShape="0">
                    <a:srgbClr val="6E747A">
                      <a:alpha val="43000"/>
                    </a:srgbClr>
                  </a:outerShdw>
                </a:effectLst>
              </a:rPr>
              <a:t>beats</a:t>
            </a:r>
            <a:r>
              <a:rPr lang="it-IT" sz="1600" b="1" dirty="0">
                <a:ln w="0"/>
                <a:effectLst>
                  <a:outerShdw blurRad="38100" dist="25400" dir="5400000" algn="ctr" rotWithShape="0">
                    <a:srgbClr val="6E747A">
                      <a:alpha val="43000"/>
                    </a:srgbClr>
                  </a:outerShdw>
                </a:effectLst>
              </a:rPr>
              <a:t> Alpha Go Zero </a:t>
            </a:r>
          </a:p>
          <a:p>
            <a:pPr algn="ctr"/>
            <a:r>
              <a:rPr lang="it-IT" sz="1600" b="1" dirty="0">
                <a:ln w="0"/>
                <a:effectLst>
                  <a:outerShdw blurRad="38100" dist="25400" dir="5400000" algn="ctr" rotWithShape="0">
                    <a:srgbClr val="6E747A">
                      <a:alpha val="43000"/>
                    </a:srgbClr>
                  </a:outerShdw>
                </a:effectLst>
              </a:rPr>
              <a:t>once? </a:t>
            </a:r>
          </a:p>
          <a:p>
            <a:pPr algn="ctr"/>
            <a:endParaRPr lang="it-IT" sz="1600" b="1" dirty="0">
              <a:ln w="0"/>
              <a:effectLst>
                <a:outerShdw blurRad="38100" dist="25400" dir="5400000" algn="ctr" rotWithShape="0">
                  <a:srgbClr val="6E747A">
                    <a:alpha val="43000"/>
                  </a:srgbClr>
                </a:outerShdw>
              </a:effectLst>
            </a:endParaRPr>
          </a:p>
          <a:p>
            <a:pPr algn="ctr"/>
            <a:r>
              <a:rPr lang="it-IT" sz="1600" b="1" dirty="0" err="1">
                <a:ln w="0"/>
                <a:effectLst>
                  <a:outerShdw blurRad="38100" dist="25400" dir="5400000" algn="ctr" rotWithShape="0">
                    <a:srgbClr val="6E747A">
                      <a:alpha val="43000"/>
                    </a:srgbClr>
                  </a:outerShdw>
                </a:effectLst>
              </a:rPr>
              <a:t>Even</a:t>
            </a:r>
            <a:r>
              <a:rPr lang="it-IT" sz="1600" b="1" dirty="0">
                <a:ln w="0"/>
                <a:effectLst>
                  <a:outerShdw blurRad="38100" dist="25400" dir="5400000" algn="ctr" rotWithShape="0">
                    <a:srgbClr val="6E747A">
                      <a:alpha val="43000"/>
                    </a:srgbClr>
                  </a:outerShdw>
                </a:effectLst>
              </a:rPr>
              <a:t> </a:t>
            </a:r>
            <a:r>
              <a:rPr lang="it-IT" sz="1600" b="1" dirty="0" err="1">
                <a:ln w="0"/>
                <a:effectLst>
                  <a:outerShdw blurRad="38100" dist="25400" dir="5400000" algn="ctr" rotWithShape="0">
                    <a:srgbClr val="6E747A">
                      <a:alpha val="43000"/>
                    </a:srgbClr>
                  </a:outerShdw>
                </a:effectLst>
              </a:rPr>
              <a:t>though</a:t>
            </a:r>
            <a:r>
              <a:rPr lang="it-IT" sz="1600" b="1" dirty="0">
                <a:ln w="0"/>
                <a:effectLst>
                  <a:outerShdw blurRad="38100" dist="25400" dir="5400000" algn="ctr" rotWithShape="0">
                    <a:srgbClr val="6E747A">
                      <a:alpha val="43000"/>
                    </a:srgbClr>
                  </a:outerShdw>
                </a:effectLst>
              </a:rPr>
              <a:t> </a:t>
            </a:r>
            <a:r>
              <a:rPr lang="it-IT" sz="1600" b="1" dirty="0" err="1">
                <a:ln w="0"/>
                <a:effectLst>
                  <a:outerShdw blurRad="38100" dist="25400" dir="5400000" algn="ctr" rotWithShape="0">
                    <a:srgbClr val="6E747A">
                      <a:alpha val="43000"/>
                    </a:srgbClr>
                  </a:outerShdw>
                </a:effectLst>
              </a:rPr>
              <a:t>all</a:t>
            </a:r>
            <a:r>
              <a:rPr lang="it-IT" sz="1600" b="1" dirty="0">
                <a:ln w="0"/>
                <a:effectLst>
                  <a:outerShdw blurRad="38100" dist="25400" dir="5400000" algn="ctr" rotWithShape="0">
                    <a:srgbClr val="6E747A">
                      <a:alpha val="43000"/>
                    </a:srgbClr>
                  </a:outerShdw>
                </a:effectLst>
              </a:rPr>
              <a:t> </a:t>
            </a:r>
            <a:r>
              <a:rPr lang="it-IT" sz="1600" b="1" dirty="0" err="1">
                <a:ln w="0"/>
                <a:effectLst>
                  <a:outerShdw blurRad="38100" dist="25400" dir="5400000" algn="ctr" rotWithShape="0">
                    <a:srgbClr val="6E747A">
                      <a:alpha val="43000"/>
                    </a:srgbClr>
                  </a:outerShdw>
                </a:effectLst>
              </a:rPr>
              <a:t>metrics</a:t>
            </a:r>
            <a:r>
              <a:rPr lang="it-IT" sz="1600" b="1" dirty="0">
                <a:ln w="0"/>
                <a:effectLst>
                  <a:outerShdw blurRad="38100" dist="25400" dir="5400000" algn="ctr" rotWithShape="0">
                    <a:srgbClr val="6E747A">
                      <a:alpha val="43000"/>
                    </a:srgbClr>
                  </a:outerShdw>
                </a:effectLst>
              </a:rPr>
              <a:t> </a:t>
            </a:r>
            <a:r>
              <a:rPr lang="it-IT" sz="1600" b="1" dirty="0" err="1">
                <a:ln w="0"/>
                <a:effectLst>
                  <a:outerShdw blurRad="38100" dist="25400" dir="5400000" algn="ctr" rotWithShape="0">
                    <a:srgbClr val="6E747A">
                      <a:alpha val="43000"/>
                    </a:srgbClr>
                  </a:outerShdw>
                </a:effectLst>
              </a:rPr>
              <a:t>say</a:t>
            </a:r>
            <a:r>
              <a:rPr lang="it-IT" sz="1600" b="1" dirty="0">
                <a:ln w="0"/>
                <a:effectLst>
                  <a:outerShdw blurRad="38100" dist="25400" dir="5400000" algn="ctr" rotWithShape="0">
                    <a:srgbClr val="6E747A">
                      <a:alpha val="43000"/>
                    </a:srgbClr>
                  </a:outerShdw>
                </a:effectLst>
              </a:rPr>
              <a:t> </a:t>
            </a:r>
            <a:r>
              <a:rPr lang="it-IT" sz="1600" b="1" dirty="0" err="1">
                <a:ln w="0"/>
                <a:effectLst>
                  <a:outerShdw blurRad="38100" dist="25400" dir="5400000" algn="ctr" rotWithShape="0">
                    <a:srgbClr val="6E747A">
                      <a:alpha val="43000"/>
                    </a:srgbClr>
                  </a:outerShdw>
                </a:effectLst>
              </a:rPr>
              <a:t>it</a:t>
            </a:r>
            <a:r>
              <a:rPr lang="it-IT" sz="1600" b="1" dirty="0">
                <a:ln w="0"/>
                <a:effectLst>
                  <a:outerShdw blurRad="38100" dist="25400" dir="5400000" algn="ctr" rotWithShape="0">
                    <a:srgbClr val="6E747A">
                      <a:alpha val="43000"/>
                    </a:srgbClr>
                  </a:outerShdw>
                </a:effectLst>
              </a:rPr>
              <a:t> </a:t>
            </a:r>
            <a:r>
              <a:rPr lang="it-IT" sz="1600" b="1" dirty="0" err="1">
                <a:ln w="0"/>
                <a:effectLst>
                  <a:outerShdw blurRad="38100" dist="25400" dir="5400000" algn="ctr" rotWithShape="0">
                    <a:srgbClr val="6E747A">
                      <a:alpha val="43000"/>
                    </a:srgbClr>
                  </a:outerShdw>
                </a:effectLst>
              </a:rPr>
              <a:t>is</a:t>
            </a:r>
            <a:r>
              <a:rPr lang="it-IT" sz="1600" b="1" dirty="0">
                <a:ln w="0"/>
                <a:effectLst>
                  <a:outerShdw blurRad="38100" dist="25400" dir="5400000" algn="ctr" rotWithShape="0">
                    <a:srgbClr val="6E747A">
                      <a:alpha val="43000"/>
                    </a:srgbClr>
                  </a:outerShdw>
                </a:effectLst>
              </a:rPr>
              <a:t> </a:t>
            </a:r>
            <a:r>
              <a:rPr lang="it-IT" sz="1600" b="1" dirty="0" err="1">
                <a:ln w="0"/>
                <a:effectLst>
                  <a:outerShdw blurRad="38100" dist="25400" dir="5400000" algn="ctr" rotWithShape="0">
                    <a:srgbClr val="6E747A">
                      <a:alpha val="43000"/>
                    </a:srgbClr>
                  </a:outerShdw>
                </a:effectLst>
              </a:rPr>
              <a:t>impossible</a:t>
            </a:r>
            <a:r>
              <a:rPr lang="it-IT" sz="1600" b="1" dirty="0">
                <a:ln w="0"/>
                <a:effectLst>
                  <a:outerShdw blurRad="38100" dist="25400" dir="5400000" algn="ctr" rotWithShape="0">
                    <a:srgbClr val="6E747A">
                      <a:alpha val="43000"/>
                    </a:srgbClr>
                  </a:outerShdw>
                </a:effectLst>
              </a:rPr>
              <a:t>.</a:t>
            </a:r>
            <a:endParaRPr lang="it-IT" sz="1600" b="1" dirty="0">
              <a:ln w="0"/>
              <a:effectLst>
                <a:outerShdw blurRad="38100" dist="19050" dir="2700000" algn="tl" rotWithShape="0">
                  <a:schemeClr val="dk1">
                    <a:alpha val="40000"/>
                  </a:schemeClr>
                </a:outerShdw>
              </a:effectLst>
            </a:endParaRPr>
          </a:p>
        </p:txBody>
      </p:sp>
      <p:sp>
        <p:nvSpPr>
          <p:cNvPr id="21" name="Rettangolo 20"/>
          <p:cNvSpPr/>
          <p:nvPr/>
        </p:nvSpPr>
        <p:spPr>
          <a:xfrm>
            <a:off x="1254293" y="3934305"/>
            <a:ext cx="9520555" cy="646331"/>
          </a:xfrm>
          <a:prstGeom prst="rect">
            <a:avLst/>
          </a:prstGeom>
          <a:noFill/>
        </p:spPr>
        <p:txBody>
          <a:bodyPr wrap="none" lIns="91440" tIns="45720" rIns="91440" bIns="45720">
            <a:spAutoFit/>
            <a:scene3d>
              <a:camera prst="orthographicFront"/>
              <a:lightRig rig="threePt" dir="t"/>
            </a:scene3d>
            <a:sp3d extrusionH="57150">
              <a:bevelT w="38100" h="38100"/>
            </a:sp3d>
          </a:bodyPr>
          <a:lstStyle/>
          <a:p>
            <a:pPr algn="ctr"/>
            <a:r>
              <a:rPr lang="it-IT" sz="3600" b="1" dirty="0" err="1">
                <a:ln w="0"/>
                <a:effectLst>
                  <a:outerShdw blurRad="38100" dist="25400" dir="5400000" algn="ctr" rotWithShape="0">
                    <a:srgbClr val="6E747A">
                      <a:alpha val="43000"/>
                    </a:srgbClr>
                  </a:outerShdw>
                </a:effectLst>
              </a:rPr>
              <a:t>Where</a:t>
            </a:r>
            <a:r>
              <a:rPr lang="it-IT" sz="3600" b="1" dirty="0">
                <a:ln w="0"/>
                <a:effectLst>
                  <a:outerShdw blurRad="38100" dist="25400" dir="5400000" algn="ctr" rotWithShape="0">
                    <a:srgbClr val="6E747A">
                      <a:alpha val="43000"/>
                    </a:srgbClr>
                  </a:outerShdw>
                </a:effectLst>
              </a:rPr>
              <a:t> </a:t>
            </a:r>
            <a:r>
              <a:rPr lang="it-IT" sz="3600" b="1" dirty="0" err="1">
                <a:ln w="0"/>
                <a:effectLst>
                  <a:outerShdw blurRad="38100" dist="25400" dir="5400000" algn="ctr" rotWithShape="0">
                    <a:srgbClr val="6E747A">
                      <a:alpha val="43000"/>
                    </a:srgbClr>
                  </a:outerShdw>
                </a:effectLst>
              </a:rPr>
              <a:t>is</a:t>
            </a:r>
            <a:r>
              <a:rPr lang="it-IT" sz="3600" b="1" dirty="0">
                <a:ln w="0"/>
                <a:effectLst>
                  <a:outerShdw blurRad="38100" dist="25400" dir="5400000" algn="ctr" rotWithShape="0">
                    <a:srgbClr val="6E747A">
                      <a:alpha val="43000"/>
                    </a:srgbClr>
                  </a:outerShdw>
                </a:effectLst>
              </a:rPr>
              <a:t> the Human-Like </a:t>
            </a:r>
            <a:r>
              <a:rPr lang="it-IT" sz="3600" b="1" dirty="0" err="1">
                <a:ln w="0"/>
                <a:effectLst>
                  <a:outerShdw blurRad="38100" dist="25400" dir="5400000" algn="ctr" rotWithShape="0">
                    <a:srgbClr val="6E747A">
                      <a:alpha val="43000"/>
                    </a:srgbClr>
                  </a:outerShdw>
                </a:effectLst>
              </a:rPr>
              <a:t>Thoughts</a:t>
            </a:r>
            <a:r>
              <a:rPr lang="it-IT" sz="3600" b="1" dirty="0">
                <a:ln w="0"/>
                <a:effectLst>
                  <a:outerShdw blurRad="38100" dist="25400" dir="5400000" algn="ctr" rotWithShape="0">
                    <a:srgbClr val="6E747A">
                      <a:alpha val="43000"/>
                    </a:srgbClr>
                  </a:outerShdw>
                </a:effectLst>
              </a:rPr>
              <a:t> Flow? </a:t>
            </a:r>
            <a:endParaRPr lang="it-IT" sz="3600" b="1" dirty="0">
              <a:ln w="0"/>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2463972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anim calcmode="lin" valueType="num">
                                      <p:cBhvr>
                                        <p:cTn id="7" dur="500" fill="hold"/>
                                        <p:tgtEl>
                                          <p:spTgt spid="21"/>
                                        </p:tgtEl>
                                        <p:attrNameLst>
                                          <p:attrName>ppt_w</p:attrName>
                                        </p:attrNameLst>
                                      </p:cBhvr>
                                      <p:tavLst>
                                        <p:tav tm="0">
                                          <p:val>
                                            <p:fltVal val="0"/>
                                          </p:val>
                                        </p:tav>
                                        <p:tav tm="100000">
                                          <p:val>
                                            <p:strVal val="#ppt_w"/>
                                          </p:val>
                                        </p:tav>
                                      </p:tavLst>
                                    </p:anim>
                                    <p:anim calcmode="lin" valueType="num">
                                      <p:cBhvr>
                                        <p:cTn id="8" dur="500" fill="hold"/>
                                        <p:tgtEl>
                                          <p:spTgt spid="21"/>
                                        </p:tgtEl>
                                        <p:attrNameLst>
                                          <p:attrName>ppt_h</p:attrName>
                                        </p:attrNameLst>
                                      </p:cBhvr>
                                      <p:tavLst>
                                        <p:tav tm="0">
                                          <p:val>
                                            <p:fltVal val="0"/>
                                          </p:val>
                                        </p:tav>
                                        <p:tav tm="100000">
                                          <p:val>
                                            <p:strVal val="#ppt_h"/>
                                          </p:val>
                                        </p:tav>
                                      </p:tavLst>
                                    </p:anim>
                                    <p:animEffect transition="in" filter="fade">
                                      <p:cBhvr>
                                        <p:cTn id="9"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9C634-5B2F-EB57-6082-5DC720B813A1}"/>
            </a:ext>
          </a:extLst>
        </p:cNvPr>
        <p:cNvGrpSpPr/>
        <p:nvPr/>
      </p:nvGrpSpPr>
      <p:grpSpPr>
        <a:xfrm>
          <a:off x="0" y="0"/>
          <a:ext cx="0" cy="0"/>
          <a:chOff x="0" y="0"/>
          <a:chExt cx="0" cy="0"/>
        </a:xfrm>
      </p:grpSpPr>
      <p:sp>
        <p:nvSpPr>
          <p:cNvPr id="5" name="Segnaposto numero diapositiva 4">
            <a:extLst>
              <a:ext uri="{FF2B5EF4-FFF2-40B4-BE49-F238E27FC236}">
                <a16:creationId xmlns:a16="http://schemas.microsoft.com/office/drawing/2014/main" id="{4A6D192E-D33F-A0D5-D38F-C60012962D91}"/>
              </a:ext>
            </a:extLst>
          </p:cNvPr>
          <p:cNvSpPr>
            <a:spLocks noGrp="1"/>
          </p:cNvSpPr>
          <p:nvPr>
            <p:ph type="sldNum" sz="quarter" idx="11"/>
          </p:nvPr>
        </p:nvSpPr>
        <p:spPr/>
        <p:txBody>
          <a:bodyPr/>
          <a:lstStyle/>
          <a:p>
            <a:pPr>
              <a:defRPr/>
            </a:pPr>
            <a:fld id="{48B4153A-D4C5-4CEF-8992-0D8815C829E3}" type="slidenum">
              <a:rPr lang="en-US" smtClean="0"/>
              <a:pPr>
                <a:defRPr/>
              </a:pPr>
              <a:t>8</a:t>
            </a:fld>
            <a:endParaRPr lang="en-US" dirty="0"/>
          </a:p>
        </p:txBody>
      </p:sp>
      <p:sp>
        <p:nvSpPr>
          <p:cNvPr id="28" name="Titolo 2">
            <a:extLst>
              <a:ext uri="{FF2B5EF4-FFF2-40B4-BE49-F238E27FC236}">
                <a16:creationId xmlns:a16="http://schemas.microsoft.com/office/drawing/2014/main" id="{F35675A1-3ADB-3EC0-A6D4-2D22CE6CB45C}"/>
              </a:ext>
            </a:extLst>
          </p:cNvPr>
          <p:cNvSpPr>
            <a:spLocks noGrp="1"/>
          </p:cNvSpPr>
          <p:nvPr>
            <p:ph type="title"/>
          </p:nvPr>
        </p:nvSpPr>
        <p:spPr>
          <a:xfrm>
            <a:off x="574294" y="376429"/>
            <a:ext cx="11269308" cy="1538883"/>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rtlCol="0" anchor="b" anchorCtr="0" compatLnSpc="1">
            <a:prstTxWarp prst="textNoShape">
              <a:avLst/>
            </a:prstTxWarp>
            <a:spAutoFit/>
          </a:bodyPr>
          <a:lstStyle/>
          <a:p>
            <a:r>
              <a:rPr lang="it-IT"/>
              <a:t>MACHINE LEARNING LIMITS</a:t>
            </a:r>
            <a:br>
              <a:rPr lang="it-IT"/>
            </a:br>
            <a:br>
              <a:rPr lang="it-IT"/>
            </a:br>
            <a:r>
              <a:rPr lang="it-IT">
                <a:solidFill>
                  <a:srgbClr val="464646"/>
                </a:solidFill>
              </a:rPr>
              <a:t> </a:t>
            </a:r>
            <a:br>
              <a:rPr lang="it-IT">
                <a:solidFill>
                  <a:srgbClr val="464646"/>
                </a:solidFill>
              </a:rPr>
            </a:br>
            <a:endParaRPr lang="it-IT" dirty="0"/>
          </a:p>
        </p:txBody>
      </p:sp>
      <p:pic>
        <p:nvPicPr>
          <p:cNvPr id="4" name="Immagine 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85501" y="1927097"/>
            <a:ext cx="2834484" cy="1939966"/>
          </a:xfrm>
          <a:prstGeom prst="rect">
            <a:avLst/>
          </a:prstGeom>
        </p:spPr>
      </p:pic>
      <p:sp>
        <p:nvSpPr>
          <p:cNvPr id="6" name="Rettangolo 5"/>
          <p:cNvSpPr/>
          <p:nvPr/>
        </p:nvSpPr>
        <p:spPr>
          <a:xfrm>
            <a:off x="3716832" y="1429054"/>
            <a:ext cx="5323573" cy="338554"/>
          </a:xfrm>
          <a:prstGeom prst="rect">
            <a:avLst/>
          </a:prstGeom>
          <a:noFill/>
        </p:spPr>
        <p:txBody>
          <a:bodyPr wrap="none" lIns="91440" tIns="45720" rIns="91440" bIns="45720">
            <a:spAutoFit/>
            <a:scene3d>
              <a:camera prst="orthographicFront"/>
              <a:lightRig rig="threePt" dir="t"/>
            </a:scene3d>
            <a:sp3d extrusionH="57150">
              <a:bevelT w="38100" h="38100"/>
            </a:sp3d>
          </a:bodyPr>
          <a:lstStyle/>
          <a:p>
            <a:pPr algn="ctr"/>
            <a:r>
              <a:rPr lang="it-IT" sz="1600" b="1" dirty="0">
                <a:ln w="0"/>
                <a:effectLst>
                  <a:outerShdw blurRad="38100" dist="25400" dir="5400000" algn="ctr" rotWithShape="0">
                    <a:srgbClr val="6E747A">
                      <a:alpha val="43000"/>
                    </a:srgbClr>
                  </a:outerShdw>
                </a:effectLst>
              </a:rPr>
              <a:t>Will </a:t>
            </a:r>
            <a:r>
              <a:rPr lang="it-IT" sz="1600" b="1" dirty="0" err="1">
                <a:ln w="0"/>
                <a:effectLst>
                  <a:outerShdw blurRad="38100" dist="25400" dir="5400000" algn="ctr" rotWithShape="0">
                    <a:srgbClr val="6E747A">
                      <a:alpha val="43000"/>
                    </a:srgbClr>
                  </a:outerShdw>
                </a:effectLst>
              </a:rPr>
              <a:t>ever</a:t>
            </a:r>
            <a:r>
              <a:rPr lang="it-IT" sz="1600" b="1" dirty="0">
                <a:ln w="0"/>
                <a:effectLst>
                  <a:outerShdw blurRad="38100" dist="25400" dir="5400000" algn="ctr" rotWithShape="0">
                    <a:srgbClr val="6E747A">
                      <a:alpha val="43000"/>
                    </a:srgbClr>
                  </a:outerShdw>
                </a:effectLst>
              </a:rPr>
              <a:t> Self </a:t>
            </a:r>
            <a:r>
              <a:rPr lang="it-IT" sz="1600" b="1" dirty="0" err="1">
                <a:ln w="0"/>
                <a:effectLst>
                  <a:outerShdw blurRad="38100" dist="25400" dir="5400000" algn="ctr" rotWithShape="0">
                    <a:srgbClr val="6E747A">
                      <a:alpha val="43000"/>
                    </a:srgbClr>
                  </a:outerShdw>
                </a:effectLst>
              </a:rPr>
              <a:t>Driving</a:t>
            </a:r>
            <a:r>
              <a:rPr lang="it-IT" sz="1600" b="1" dirty="0">
                <a:ln w="0"/>
                <a:effectLst>
                  <a:outerShdw blurRad="38100" dist="25400" dir="5400000" algn="ctr" rotWithShape="0">
                    <a:srgbClr val="6E747A">
                      <a:alpha val="43000"/>
                    </a:srgbClr>
                  </a:outerShdw>
                </a:effectLst>
              </a:rPr>
              <a:t> Car </a:t>
            </a:r>
            <a:r>
              <a:rPr lang="it-IT" sz="1600" b="1" dirty="0" err="1">
                <a:ln w="0"/>
                <a:effectLst>
                  <a:outerShdw blurRad="38100" dist="25400" dir="5400000" algn="ctr" rotWithShape="0">
                    <a:srgbClr val="6E747A">
                      <a:alpha val="43000"/>
                    </a:srgbClr>
                  </a:outerShdw>
                </a:effectLst>
              </a:rPr>
              <a:t>cope</a:t>
            </a:r>
            <a:r>
              <a:rPr lang="it-IT" sz="1600" b="1" dirty="0">
                <a:ln w="0"/>
                <a:effectLst>
                  <a:outerShdw blurRad="38100" dist="25400" dir="5400000" algn="ctr" rotWithShape="0">
                    <a:srgbClr val="6E747A">
                      <a:alpha val="43000"/>
                    </a:srgbClr>
                  </a:outerShdw>
                </a:effectLst>
              </a:rPr>
              <a:t> with Mumbai </a:t>
            </a:r>
            <a:r>
              <a:rPr lang="it-IT" sz="1600" b="1" dirty="0" err="1">
                <a:ln w="0"/>
                <a:effectLst>
                  <a:outerShdw blurRad="38100" dist="25400" dir="5400000" algn="ctr" rotWithShape="0">
                    <a:srgbClr val="6E747A">
                      <a:alpha val="43000"/>
                    </a:srgbClr>
                  </a:outerShdw>
                </a:effectLst>
              </a:rPr>
              <a:t>Traffic</a:t>
            </a:r>
            <a:r>
              <a:rPr lang="it-IT" sz="1600" b="1" dirty="0">
                <a:ln w="0"/>
                <a:effectLst>
                  <a:outerShdw blurRad="38100" dist="25400" dir="5400000" algn="ctr" rotWithShape="0">
                    <a:srgbClr val="6E747A">
                      <a:alpha val="43000"/>
                    </a:srgbClr>
                  </a:outerShdw>
                </a:effectLst>
              </a:rPr>
              <a:t>? </a:t>
            </a:r>
            <a:endParaRPr lang="it-IT" sz="1600" b="1" dirty="0">
              <a:ln w="0"/>
              <a:effectLst>
                <a:outerShdw blurRad="38100" dist="19050" dir="2700000" algn="tl" rotWithShape="0">
                  <a:schemeClr val="dk1">
                    <a:alpha val="40000"/>
                  </a:schemeClr>
                </a:outerShdw>
              </a:effectLst>
            </a:endParaRPr>
          </a:p>
        </p:txBody>
      </p:sp>
      <p:pic>
        <p:nvPicPr>
          <p:cNvPr id="7" name="qtApzKnGU94"/>
          <p:cNvPicPr>
            <a:picLocks noRot="1" noChangeAspect="1"/>
          </p:cNvPicPr>
          <p:nvPr>
            <a:videoFile r:link="rId1"/>
          </p:nvPr>
        </p:nvPicPr>
        <p:blipFill>
          <a:blip r:embed="rId5"/>
          <a:stretch>
            <a:fillRect/>
          </a:stretch>
        </p:blipFill>
        <p:spPr>
          <a:xfrm>
            <a:off x="2193445" y="1927098"/>
            <a:ext cx="2622836" cy="2093439"/>
          </a:xfrm>
          <a:prstGeom prst="rect">
            <a:avLst/>
          </a:prstGeom>
        </p:spPr>
      </p:pic>
      <p:sp>
        <p:nvSpPr>
          <p:cNvPr id="8" name="Freccia a destra 7"/>
          <p:cNvSpPr/>
          <p:nvPr/>
        </p:nvSpPr>
        <p:spPr>
          <a:xfrm>
            <a:off x="5248329" y="2694104"/>
            <a:ext cx="1008112" cy="733659"/>
          </a:xfrm>
          <a:prstGeom prst="rightArrow">
            <a:avLst/>
          </a:prstGeom>
          <a:solidFill>
            <a:srgbClr val="FFFFFF"/>
          </a:solidFill>
          <a:ln w="25400" cap="flat">
            <a:solidFill>
              <a:srgbClr val="4F81BD"/>
            </a:solidFill>
            <a:prstDash val="solid"/>
            <a:bevel/>
          </a:ln>
          <a:effectLst>
            <a:outerShdw blurRad="38100" dist="23000" dir="5400000" rotWithShape="0">
              <a:srgbClr val="000000">
                <a:alpha val="35000"/>
              </a:srgbClr>
            </a:outerShdw>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defTabSz="914400" fontAlgn="auto" latinLnBrk="1">
              <a:spcBef>
                <a:spcPts val="0"/>
              </a:spcBef>
              <a:spcAft>
                <a:spcPts val="0"/>
              </a:spcAft>
            </a:pPr>
            <a:endParaRPr lang="it-IT">
              <a:latin typeface="Calibri"/>
              <a:ea typeface="Calibri"/>
              <a:cs typeface="Calibri"/>
              <a:sym typeface="Calibri"/>
            </a:endParaRPr>
          </a:p>
        </p:txBody>
      </p:sp>
      <p:pic>
        <p:nvPicPr>
          <p:cNvPr id="9" name="Immagine 8"/>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968410" y="4118318"/>
            <a:ext cx="3518845" cy="2147853"/>
          </a:xfrm>
          <a:prstGeom prst="rect">
            <a:avLst/>
          </a:prstGeom>
        </p:spPr>
      </p:pic>
      <p:sp>
        <p:nvSpPr>
          <p:cNvPr id="10" name="Rettangolo 9"/>
          <p:cNvSpPr/>
          <p:nvPr/>
        </p:nvSpPr>
        <p:spPr>
          <a:xfrm>
            <a:off x="2019185" y="4634738"/>
            <a:ext cx="3966342" cy="338554"/>
          </a:xfrm>
          <a:prstGeom prst="rect">
            <a:avLst/>
          </a:prstGeom>
          <a:noFill/>
        </p:spPr>
        <p:txBody>
          <a:bodyPr wrap="none" lIns="91440" tIns="45720" rIns="91440" bIns="45720">
            <a:spAutoFit/>
            <a:scene3d>
              <a:camera prst="orthographicFront"/>
              <a:lightRig rig="threePt" dir="t"/>
            </a:scene3d>
            <a:sp3d extrusionH="57150">
              <a:bevelT w="38100" h="38100"/>
            </a:sp3d>
          </a:bodyPr>
          <a:lstStyle/>
          <a:p>
            <a:pPr algn="ctr"/>
            <a:r>
              <a:rPr lang="it-IT" sz="1600" b="1" dirty="0">
                <a:ln w="0"/>
                <a:effectLst>
                  <a:outerShdw blurRad="38100" dist="25400" dir="5400000" algn="ctr" rotWithShape="0">
                    <a:srgbClr val="6E747A">
                      <a:alpha val="43000"/>
                    </a:srgbClr>
                  </a:outerShdw>
                </a:effectLst>
              </a:rPr>
              <a:t>Will </a:t>
            </a:r>
            <a:r>
              <a:rPr lang="it-IT" sz="1600" b="1" dirty="0" err="1">
                <a:ln w="0"/>
                <a:effectLst>
                  <a:outerShdw blurRad="38100" dist="25400" dir="5400000" algn="ctr" rotWithShape="0">
                    <a:srgbClr val="6E747A">
                      <a:alpha val="43000"/>
                    </a:srgbClr>
                  </a:outerShdw>
                </a:effectLst>
              </a:rPr>
              <a:t>ever</a:t>
            </a:r>
            <a:r>
              <a:rPr lang="it-IT" sz="1600" b="1" dirty="0">
                <a:ln w="0"/>
                <a:effectLst>
                  <a:outerShdw blurRad="38100" dist="25400" dir="5400000" algn="ctr" rotWithShape="0">
                    <a:srgbClr val="6E747A">
                      <a:alpha val="43000"/>
                    </a:srgbClr>
                  </a:outerShdw>
                </a:effectLst>
              </a:rPr>
              <a:t> AI </a:t>
            </a:r>
            <a:r>
              <a:rPr lang="it-IT" sz="1600" b="1" dirty="0" err="1">
                <a:ln w="0"/>
                <a:effectLst>
                  <a:outerShdw blurRad="38100" dist="25400" dir="5400000" algn="ctr" rotWithShape="0">
                    <a:srgbClr val="6E747A">
                      <a:alpha val="43000"/>
                    </a:srgbClr>
                  </a:outerShdw>
                </a:effectLst>
              </a:rPr>
              <a:t>have</a:t>
            </a:r>
            <a:r>
              <a:rPr lang="it-IT" sz="1600" b="1" dirty="0">
                <a:ln w="0"/>
                <a:effectLst>
                  <a:outerShdw blurRad="38100" dist="25400" dir="5400000" algn="ctr" rotWithShape="0">
                    <a:srgbClr val="6E747A">
                      <a:alpha val="43000"/>
                    </a:srgbClr>
                  </a:outerShdw>
                </a:effectLst>
              </a:rPr>
              <a:t> </a:t>
            </a:r>
            <a:r>
              <a:rPr lang="it-IT" sz="1600" b="1" dirty="0" err="1">
                <a:ln w="0"/>
                <a:effectLst>
                  <a:outerShdw blurRad="38100" dist="25400" dir="5400000" algn="ctr" rotWithShape="0">
                    <a:srgbClr val="6E747A">
                      <a:alpha val="43000"/>
                    </a:srgbClr>
                  </a:outerShdw>
                </a:effectLst>
              </a:rPr>
              <a:t>context</a:t>
            </a:r>
            <a:r>
              <a:rPr lang="it-IT" sz="1600" b="1" dirty="0">
                <a:ln w="0"/>
                <a:effectLst>
                  <a:outerShdw blurRad="38100" dist="25400" dir="5400000" algn="ctr" rotWithShape="0">
                    <a:srgbClr val="6E747A">
                      <a:alpha val="43000"/>
                    </a:srgbClr>
                  </a:outerShdw>
                </a:effectLst>
              </a:rPr>
              <a:t> information ?</a:t>
            </a:r>
            <a:endParaRPr lang="it-IT" sz="1600" b="1" dirty="0">
              <a:ln w="0"/>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2932282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9C634-5B2F-EB57-6082-5DC720B813A1}"/>
            </a:ext>
          </a:extLst>
        </p:cNvPr>
        <p:cNvGrpSpPr/>
        <p:nvPr/>
      </p:nvGrpSpPr>
      <p:grpSpPr>
        <a:xfrm>
          <a:off x="0" y="0"/>
          <a:ext cx="0" cy="0"/>
          <a:chOff x="0" y="0"/>
          <a:chExt cx="0" cy="0"/>
        </a:xfrm>
      </p:grpSpPr>
      <p:sp>
        <p:nvSpPr>
          <p:cNvPr id="5" name="Segnaposto numero diapositiva 4">
            <a:extLst>
              <a:ext uri="{FF2B5EF4-FFF2-40B4-BE49-F238E27FC236}">
                <a16:creationId xmlns:a16="http://schemas.microsoft.com/office/drawing/2014/main" id="{4A6D192E-D33F-A0D5-D38F-C60012962D91}"/>
              </a:ext>
            </a:extLst>
          </p:cNvPr>
          <p:cNvSpPr>
            <a:spLocks noGrp="1"/>
          </p:cNvSpPr>
          <p:nvPr>
            <p:ph type="sldNum" sz="quarter" idx="11"/>
          </p:nvPr>
        </p:nvSpPr>
        <p:spPr/>
        <p:txBody>
          <a:bodyPr/>
          <a:lstStyle/>
          <a:p>
            <a:pPr>
              <a:defRPr/>
            </a:pPr>
            <a:fld id="{48B4153A-D4C5-4CEF-8992-0D8815C829E3}" type="slidenum">
              <a:rPr lang="en-US" smtClean="0"/>
              <a:pPr>
                <a:defRPr/>
              </a:pPr>
              <a:t>9</a:t>
            </a:fld>
            <a:endParaRPr lang="en-US" dirty="0"/>
          </a:p>
        </p:txBody>
      </p:sp>
      <p:sp>
        <p:nvSpPr>
          <p:cNvPr id="28" name="Titolo 2">
            <a:extLst>
              <a:ext uri="{FF2B5EF4-FFF2-40B4-BE49-F238E27FC236}">
                <a16:creationId xmlns:a16="http://schemas.microsoft.com/office/drawing/2014/main" id="{F35675A1-3ADB-3EC0-A6D4-2D22CE6CB45C}"/>
              </a:ext>
            </a:extLst>
          </p:cNvPr>
          <p:cNvSpPr>
            <a:spLocks noGrp="1"/>
          </p:cNvSpPr>
          <p:nvPr>
            <p:ph type="title"/>
          </p:nvPr>
        </p:nvSpPr>
        <p:spPr>
          <a:xfrm>
            <a:off x="574294" y="435609"/>
            <a:ext cx="11269308" cy="1538883"/>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rtlCol="0" anchor="b" anchorCtr="0" compatLnSpc="1">
            <a:prstTxWarp prst="textNoShape">
              <a:avLst/>
            </a:prstTxWarp>
            <a:spAutoFit/>
          </a:bodyPr>
          <a:lstStyle/>
          <a:p>
            <a:r>
              <a:rPr lang="it-IT"/>
              <a:t>MACHINE LEARNING BREAKTHROUGHTS</a:t>
            </a:r>
            <a:br>
              <a:rPr lang="it-IT"/>
            </a:br>
            <a:br>
              <a:rPr lang="it-IT"/>
            </a:br>
            <a:r>
              <a:rPr lang="it-IT">
                <a:solidFill>
                  <a:srgbClr val="464646"/>
                </a:solidFill>
              </a:rPr>
              <a:t> </a:t>
            </a:r>
            <a:br>
              <a:rPr lang="it-IT">
                <a:solidFill>
                  <a:srgbClr val="464646"/>
                </a:solidFill>
              </a:rPr>
            </a:br>
            <a:endParaRPr lang="it-IT" dirty="0"/>
          </a:p>
        </p:txBody>
      </p:sp>
      <p:pic>
        <p:nvPicPr>
          <p:cNvPr id="14" name="dW4AR_V-ldE"/>
          <p:cNvPicPr>
            <a:picLocks noRot="1" noChangeAspect="1"/>
          </p:cNvPicPr>
          <p:nvPr>
            <a:videoFile r:link="rId1"/>
          </p:nvPr>
        </p:nvPicPr>
        <p:blipFill>
          <a:blip r:embed="rId7"/>
          <a:stretch>
            <a:fillRect/>
          </a:stretch>
        </p:blipFill>
        <p:spPr>
          <a:xfrm>
            <a:off x="1784436" y="1651149"/>
            <a:ext cx="3330556" cy="2159175"/>
          </a:xfrm>
          <a:prstGeom prst="rect">
            <a:avLst/>
          </a:prstGeom>
        </p:spPr>
      </p:pic>
      <p:sp>
        <p:nvSpPr>
          <p:cNvPr id="15" name="Rettangolo 14"/>
          <p:cNvSpPr/>
          <p:nvPr/>
        </p:nvSpPr>
        <p:spPr>
          <a:xfrm>
            <a:off x="2538504" y="1327109"/>
            <a:ext cx="1822422" cy="338554"/>
          </a:xfrm>
          <a:prstGeom prst="rect">
            <a:avLst/>
          </a:prstGeom>
          <a:noFill/>
        </p:spPr>
        <p:txBody>
          <a:bodyPr wrap="none" lIns="91440" tIns="45720" rIns="91440" bIns="45720">
            <a:spAutoFit/>
            <a:scene3d>
              <a:camera prst="orthographicFront"/>
              <a:lightRig rig="threePt" dir="t"/>
            </a:scene3d>
            <a:sp3d extrusionH="57150">
              <a:bevelT w="38100" h="38100"/>
            </a:sp3d>
          </a:bodyPr>
          <a:lstStyle/>
          <a:p>
            <a:pPr algn="ctr"/>
            <a:r>
              <a:rPr lang="it-IT" sz="1600" b="1" dirty="0">
                <a:ln w="0"/>
                <a:effectLst>
                  <a:outerShdw blurRad="38100" dist="25400" dir="5400000" algn="ctr" rotWithShape="0">
                    <a:srgbClr val="6E747A">
                      <a:alpha val="43000"/>
                    </a:srgbClr>
                  </a:outerShdw>
                </a:effectLst>
              </a:rPr>
              <a:t>Computer Vision</a:t>
            </a:r>
            <a:endParaRPr lang="it-IT" sz="1600" b="1" dirty="0">
              <a:ln w="0"/>
              <a:effectLst>
                <a:outerShdw blurRad="38100" dist="19050" dir="2700000" algn="tl" rotWithShape="0">
                  <a:schemeClr val="dk1">
                    <a:alpha val="40000"/>
                  </a:schemeClr>
                </a:outerShdw>
              </a:effectLst>
            </a:endParaRPr>
          </a:p>
        </p:txBody>
      </p:sp>
      <p:pic>
        <p:nvPicPr>
          <p:cNvPr id="16" name="lmKqmPoU2ec"/>
          <p:cNvPicPr>
            <a:picLocks noRot="1" noChangeAspect="1"/>
          </p:cNvPicPr>
          <p:nvPr>
            <a:videoFile r:link="rId2"/>
          </p:nvPr>
        </p:nvPicPr>
        <p:blipFill>
          <a:blip r:embed="rId8"/>
          <a:stretch>
            <a:fillRect/>
          </a:stretch>
        </p:blipFill>
        <p:spPr>
          <a:xfrm>
            <a:off x="6059022" y="1693049"/>
            <a:ext cx="4069656" cy="2117275"/>
          </a:xfrm>
          <a:prstGeom prst="rect">
            <a:avLst/>
          </a:prstGeom>
        </p:spPr>
      </p:pic>
      <p:sp>
        <p:nvSpPr>
          <p:cNvPr id="17" name="Rettangolo 16"/>
          <p:cNvSpPr/>
          <p:nvPr/>
        </p:nvSpPr>
        <p:spPr>
          <a:xfrm>
            <a:off x="6554815" y="1381919"/>
            <a:ext cx="3078087" cy="338554"/>
          </a:xfrm>
          <a:prstGeom prst="rect">
            <a:avLst/>
          </a:prstGeom>
          <a:noFill/>
        </p:spPr>
        <p:txBody>
          <a:bodyPr wrap="none" lIns="91440" tIns="45720" rIns="91440" bIns="45720">
            <a:spAutoFit/>
            <a:scene3d>
              <a:camera prst="orthographicFront"/>
              <a:lightRig rig="threePt" dir="t"/>
            </a:scene3d>
            <a:sp3d extrusionH="57150">
              <a:bevelT w="38100" h="38100"/>
            </a:sp3d>
          </a:bodyPr>
          <a:lstStyle/>
          <a:p>
            <a:pPr algn="ctr"/>
            <a:r>
              <a:rPr lang="it-IT" sz="1600" b="1" dirty="0">
                <a:ln w="0"/>
                <a:effectLst>
                  <a:outerShdw blurRad="38100" dist="25400" dir="5400000" algn="ctr" rotWithShape="0">
                    <a:srgbClr val="6E747A">
                      <a:alpha val="43000"/>
                    </a:srgbClr>
                  </a:outerShdw>
                </a:effectLst>
              </a:rPr>
              <a:t>Natural Language Processing</a:t>
            </a:r>
            <a:endParaRPr lang="it-IT" sz="1600" b="1" dirty="0">
              <a:ln w="0"/>
              <a:effectLst>
                <a:outerShdw blurRad="38100" dist="19050" dir="2700000" algn="tl" rotWithShape="0">
                  <a:schemeClr val="dk1">
                    <a:alpha val="40000"/>
                  </a:schemeClr>
                </a:outerShdw>
              </a:effectLst>
            </a:endParaRPr>
          </a:p>
        </p:txBody>
      </p:sp>
      <p:pic>
        <p:nvPicPr>
          <p:cNvPr id="18" name="Oiipoh0uCx4"/>
          <p:cNvPicPr>
            <a:picLocks noRot="1" noChangeAspect="1"/>
          </p:cNvPicPr>
          <p:nvPr>
            <a:videoFile r:link="rId3"/>
          </p:nvPr>
        </p:nvPicPr>
        <p:blipFill>
          <a:blip r:embed="rId9"/>
          <a:stretch>
            <a:fillRect/>
          </a:stretch>
        </p:blipFill>
        <p:spPr>
          <a:xfrm>
            <a:off x="1807262" y="4401968"/>
            <a:ext cx="3307730" cy="1914307"/>
          </a:xfrm>
          <a:prstGeom prst="rect">
            <a:avLst/>
          </a:prstGeom>
        </p:spPr>
      </p:pic>
      <p:sp>
        <p:nvSpPr>
          <p:cNvPr id="19" name="Rettangolo 18"/>
          <p:cNvSpPr/>
          <p:nvPr/>
        </p:nvSpPr>
        <p:spPr>
          <a:xfrm>
            <a:off x="1550520" y="4063413"/>
            <a:ext cx="3676777" cy="338554"/>
          </a:xfrm>
          <a:prstGeom prst="rect">
            <a:avLst/>
          </a:prstGeom>
          <a:noFill/>
        </p:spPr>
        <p:txBody>
          <a:bodyPr wrap="none" lIns="91440" tIns="45720" rIns="91440" bIns="45720">
            <a:spAutoFit/>
            <a:scene3d>
              <a:camera prst="orthographicFront"/>
              <a:lightRig rig="threePt" dir="t"/>
            </a:scene3d>
            <a:sp3d extrusionH="57150">
              <a:bevelT w="38100" h="38100"/>
            </a:sp3d>
          </a:bodyPr>
          <a:lstStyle/>
          <a:p>
            <a:pPr algn="ctr"/>
            <a:r>
              <a:rPr lang="it-IT" sz="1600" b="1" dirty="0">
                <a:ln w="0"/>
                <a:effectLst>
                  <a:outerShdw blurRad="38100" dist="25400" dir="5400000" algn="ctr" rotWithShape="0">
                    <a:srgbClr val="6E747A">
                      <a:alpha val="43000"/>
                    </a:srgbClr>
                  </a:outerShdw>
                </a:effectLst>
              </a:rPr>
              <a:t>A </a:t>
            </a:r>
            <a:r>
              <a:rPr lang="it-IT" sz="1600" b="1" dirty="0" err="1">
                <a:ln w="0"/>
                <a:effectLst>
                  <a:outerShdw blurRad="38100" dist="25400" dir="5400000" algn="ctr" rotWithShape="0">
                    <a:srgbClr val="6E747A">
                      <a:alpha val="43000"/>
                    </a:srgbClr>
                  </a:outerShdw>
                </a:effectLst>
              </a:rPr>
              <a:t>truly</a:t>
            </a:r>
            <a:r>
              <a:rPr lang="it-IT" sz="1600" b="1" dirty="0">
                <a:ln w="0"/>
                <a:effectLst>
                  <a:outerShdw blurRad="38100" dist="25400" dir="5400000" algn="ctr" rotWithShape="0">
                    <a:srgbClr val="6E747A">
                      <a:alpha val="43000"/>
                    </a:srgbClr>
                  </a:outerShdw>
                </a:effectLst>
              </a:rPr>
              <a:t> general </a:t>
            </a:r>
            <a:r>
              <a:rPr lang="it-IT" sz="1600" b="1" dirty="0" err="1">
                <a:ln w="0"/>
                <a:effectLst>
                  <a:outerShdw blurRad="38100" dist="25400" dir="5400000" algn="ctr" rotWithShape="0">
                    <a:srgbClr val="6E747A">
                      <a:alpha val="43000"/>
                    </a:srgbClr>
                  </a:outerShdw>
                </a:effectLst>
              </a:rPr>
              <a:t>Artificial</a:t>
            </a:r>
            <a:r>
              <a:rPr lang="it-IT" sz="1600" b="1" dirty="0">
                <a:ln w="0"/>
                <a:effectLst>
                  <a:outerShdw blurRad="38100" dist="25400" dir="5400000" algn="ctr" rotWithShape="0">
                    <a:srgbClr val="6E747A">
                      <a:alpha val="43000"/>
                    </a:srgbClr>
                  </a:outerShdw>
                </a:effectLst>
              </a:rPr>
              <a:t> Intelligence</a:t>
            </a:r>
            <a:endParaRPr lang="it-IT" sz="1600" b="1" dirty="0">
              <a:ln w="0"/>
              <a:effectLst>
                <a:outerShdw blurRad="38100" dist="19050" dir="2700000" algn="tl" rotWithShape="0">
                  <a:schemeClr val="dk1">
                    <a:alpha val="40000"/>
                  </a:schemeClr>
                </a:outerShdw>
              </a:effectLst>
            </a:endParaRPr>
          </a:p>
        </p:txBody>
      </p:sp>
      <p:sp>
        <p:nvSpPr>
          <p:cNvPr id="20" name="Rettangolo 19"/>
          <p:cNvSpPr/>
          <p:nvPr/>
        </p:nvSpPr>
        <p:spPr>
          <a:xfrm>
            <a:off x="6341233" y="4063413"/>
            <a:ext cx="3505255" cy="338554"/>
          </a:xfrm>
          <a:prstGeom prst="rect">
            <a:avLst/>
          </a:prstGeom>
          <a:noFill/>
        </p:spPr>
        <p:txBody>
          <a:bodyPr wrap="none" lIns="91440" tIns="45720" rIns="91440" bIns="45720">
            <a:spAutoFit/>
            <a:scene3d>
              <a:camera prst="orthographicFront"/>
              <a:lightRig rig="threePt" dir="t"/>
            </a:scene3d>
            <a:sp3d extrusionH="57150">
              <a:bevelT w="38100" h="38100"/>
            </a:sp3d>
          </a:bodyPr>
          <a:lstStyle/>
          <a:p>
            <a:pPr algn="ctr"/>
            <a:r>
              <a:rPr lang="it-IT" sz="1600" b="1" dirty="0">
                <a:ln w="0"/>
                <a:effectLst>
                  <a:outerShdw blurRad="38100" dist="25400" dir="5400000" algn="ctr" rotWithShape="0">
                    <a:srgbClr val="6E747A">
                      <a:alpha val="43000"/>
                    </a:srgbClr>
                  </a:outerShdw>
                </a:effectLst>
              </a:rPr>
              <a:t>A Generative </a:t>
            </a:r>
            <a:r>
              <a:rPr lang="it-IT" sz="1600" b="1" dirty="0" err="1">
                <a:ln w="0"/>
                <a:effectLst>
                  <a:outerShdw blurRad="38100" dist="25400" dir="5400000" algn="ctr" rotWithShape="0">
                    <a:srgbClr val="6E747A">
                      <a:alpha val="43000"/>
                    </a:srgbClr>
                  </a:outerShdw>
                </a:effectLst>
              </a:rPr>
              <a:t>Artificial</a:t>
            </a:r>
            <a:r>
              <a:rPr lang="it-IT" sz="1600" b="1" dirty="0">
                <a:ln w="0"/>
                <a:effectLst>
                  <a:outerShdw blurRad="38100" dist="25400" dir="5400000" algn="ctr" rotWithShape="0">
                    <a:srgbClr val="6E747A">
                      <a:alpha val="43000"/>
                    </a:srgbClr>
                  </a:outerShdw>
                </a:effectLst>
              </a:rPr>
              <a:t> Intelligence</a:t>
            </a:r>
            <a:endParaRPr lang="it-IT" sz="1600" b="1" dirty="0">
              <a:ln w="0"/>
              <a:effectLst>
                <a:outerShdw blurRad="38100" dist="19050" dir="2700000" algn="tl" rotWithShape="0">
                  <a:schemeClr val="dk1">
                    <a:alpha val="40000"/>
                  </a:schemeClr>
                </a:outerShdw>
              </a:effectLst>
            </a:endParaRPr>
          </a:p>
        </p:txBody>
      </p:sp>
      <p:pic>
        <p:nvPicPr>
          <p:cNvPr id="21" name="36lE9tV9vm0"/>
          <p:cNvPicPr>
            <a:picLocks noRot="1" noChangeAspect="1"/>
          </p:cNvPicPr>
          <p:nvPr>
            <a:videoFile r:link="rId4"/>
          </p:nvPr>
        </p:nvPicPr>
        <p:blipFill>
          <a:blip r:embed="rId10"/>
          <a:stretch>
            <a:fillRect/>
          </a:stretch>
        </p:blipFill>
        <p:spPr>
          <a:xfrm>
            <a:off x="6059022" y="4401968"/>
            <a:ext cx="4069656" cy="1914307"/>
          </a:xfrm>
          <a:prstGeom prst="rect">
            <a:avLst/>
          </a:prstGeom>
        </p:spPr>
      </p:pic>
    </p:spTree>
    <p:extLst>
      <p:ext uri="{BB962C8B-B14F-4D97-AF65-F5344CB8AC3E}">
        <p14:creationId xmlns:p14="http://schemas.microsoft.com/office/powerpoint/2010/main" val="28984355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9C634-5B2F-EB57-6082-5DC720B813A1}"/>
            </a:ext>
          </a:extLst>
        </p:cNvPr>
        <p:cNvGrpSpPr/>
        <p:nvPr/>
      </p:nvGrpSpPr>
      <p:grpSpPr>
        <a:xfrm>
          <a:off x="0" y="0"/>
          <a:ext cx="0" cy="0"/>
          <a:chOff x="0" y="0"/>
          <a:chExt cx="0" cy="0"/>
        </a:xfrm>
      </p:grpSpPr>
      <p:sp>
        <p:nvSpPr>
          <p:cNvPr id="5" name="Segnaposto numero diapositiva 4">
            <a:extLst>
              <a:ext uri="{FF2B5EF4-FFF2-40B4-BE49-F238E27FC236}">
                <a16:creationId xmlns:a16="http://schemas.microsoft.com/office/drawing/2014/main" id="{4A6D192E-D33F-A0D5-D38F-C60012962D91}"/>
              </a:ext>
            </a:extLst>
          </p:cNvPr>
          <p:cNvSpPr>
            <a:spLocks noGrp="1"/>
          </p:cNvSpPr>
          <p:nvPr>
            <p:ph type="sldNum" sz="quarter" idx="11"/>
          </p:nvPr>
        </p:nvSpPr>
        <p:spPr/>
        <p:txBody>
          <a:bodyPr/>
          <a:lstStyle/>
          <a:p>
            <a:pPr>
              <a:defRPr/>
            </a:pPr>
            <a:fld id="{48B4153A-D4C5-4CEF-8992-0D8815C829E3}" type="slidenum">
              <a:rPr lang="en-US" smtClean="0"/>
              <a:pPr>
                <a:defRPr/>
              </a:pPr>
              <a:t>10</a:t>
            </a:fld>
            <a:endParaRPr lang="en-US" dirty="0"/>
          </a:p>
        </p:txBody>
      </p:sp>
      <p:sp>
        <p:nvSpPr>
          <p:cNvPr id="28" name="Titolo 2">
            <a:extLst>
              <a:ext uri="{FF2B5EF4-FFF2-40B4-BE49-F238E27FC236}">
                <a16:creationId xmlns:a16="http://schemas.microsoft.com/office/drawing/2014/main" id="{F35675A1-3ADB-3EC0-A6D4-2D22CE6CB45C}"/>
              </a:ext>
            </a:extLst>
          </p:cNvPr>
          <p:cNvSpPr>
            <a:spLocks noGrp="1"/>
          </p:cNvSpPr>
          <p:nvPr>
            <p:ph type="title"/>
          </p:nvPr>
        </p:nvSpPr>
        <p:spPr>
          <a:xfrm>
            <a:off x="486179" y="373118"/>
            <a:ext cx="11269308" cy="2693045"/>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rtlCol="0" anchor="b" anchorCtr="0" compatLnSpc="1">
            <a:prstTxWarp prst="textNoShape">
              <a:avLst/>
            </a:prstTxWarp>
            <a:spAutoFit/>
          </a:bodyPr>
          <a:lstStyle/>
          <a:p>
            <a:r>
              <a:rPr lang="en-GB"/>
              <a:t>Traditional programming vs Machine Learning</a:t>
            </a:r>
            <a:br>
              <a:rPr lang="en-GB"/>
            </a:br>
            <a:br>
              <a:rPr lang="en-GB"/>
            </a:br>
            <a:br>
              <a:rPr lang="en-US">
                <a:solidFill>
                  <a:srgbClr val="464646"/>
                </a:solidFill>
              </a:rPr>
            </a:br>
            <a:br>
              <a:rPr lang="en-US"/>
            </a:br>
            <a:r>
              <a:rPr lang="en-US">
                <a:solidFill>
                  <a:srgbClr val="464646"/>
                </a:solidFill>
              </a:rPr>
              <a:t> </a:t>
            </a:r>
            <a:br>
              <a:rPr lang="en-US">
                <a:solidFill>
                  <a:srgbClr val="464646"/>
                </a:solidFill>
              </a:rPr>
            </a:br>
            <a:r>
              <a:rPr lang="it-IT">
                <a:solidFill>
                  <a:srgbClr val="464646"/>
                </a:solidFill>
              </a:rPr>
              <a:t> </a:t>
            </a:r>
            <a:br>
              <a:rPr lang="it-IT">
                <a:solidFill>
                  <a:srgbClr val="464646"/>
                </a:solidFill>
              </a:rPr>
            </a:br>
            <a:endParaRPr lang="it-IT" dirty="0"/>
          </a:p>
        </p:txBody>
      </p:sp>
      <p:sp>
        <p:nvSpPr>
          <p:cNvPr id="11" name="TextBox 2">
            <a:extLst>
              <a:ext uri="{FF2B5EF4-FFF2-40B4-BE49-F238E27FC236}">
                <a16:creationId xmlns:a16="http://schemas.microsoft.com/office/drawing/2014/main" id="{0380D1DD-8D7B-9E4C-A72A-083E008477B6}"/>
              </a:ext>
            </a:extLst>
          </p:cNvPr>
          <p:cNvSpPr txBox="1"/>
          <p:nvPr/>
        </p:nvSpPr>
        <p:spPr>
          <a:xfrm>
            <a:off x="975995" y="1212691"/>
            <a:ext cx="10938510" cy="2308324"/>
          </a:xfrm>
          <a:prstGeom prst="rect">
            <a:avLst/>
          </a:prstGeom>
          <a:noFill/>
        </p:spPr>
        <p:txBody>
          <a:bodyPr wrap="square" rtlCol="0">
            <a:spAutoFit/>
          </a:bodyPr>
          <a:lstStyle/>
          <a:p>
            <a:pPr marL="285750" indent="-285750">
              <a:buFont typeface="Wingdings" pitchFamily="2" charset="2"/>
              <a:buChar char="ü"/>
            </a:pPr>
            <a:r>
              <a:rPr lang="en-GB">
                <a:latin typeface="Tahoma" panose="020B0604030504040204" pitchFamily="34" charset="0"/>
                <a:ea typeface="Tahoma" panose="020B0604030504040204" pitchFamily="34" charset="0"/>
                <a:cs typeface="Tahoma" panose="020B0604030504040204" pitchFamily="34" charset="0"/>
              </a:rPr>
              <a:t>Machine learning is a subfield of computer science that is concerned with building algorithms which, to be useful, rely on a collection of examples of some phenomenon.</a:t>
            </a:r>
          </a:p>
          <a:p>
            <a:pPr marL="285750" indent="-285750">
              <a:buFont typeface="Wingdings" pitchFamily="2" charset="2"/>
              <a:buChar char="ü"/>
            </a:pPr>
            <a:endParaRPr lang="en-GB">
              <a:latin typeface="Tahoma" panose="020B0604030504040204" pitchFamily="34" charset="0"/>
              <a:ea typeface="Tahoma" panose="020B0604030504040204" pitchFamily="34" charset="0"/>
              <a:cs typeface="Tahoma" panose="020B0604030504040204" pitchFamily="34" charset="0"/>
            </a:endParaRPr>
          </a:p>
          <a:p>
            <a:pPr marL="285750" indent="-285750">
              <a:buFont typeface="Wingdings" pitchFamily="2" charset="2"/>
              <a:buChar char="ü"/>
            </a:pPr>
            <a:r>
              <a:rPr lang="en-GB">
                <a:latin typeface="Tahoma" panose="020B0604030504040204" pitchFamily="34" charset="0"/>
                <a:ea typeface="Tahoma" panose="020B0604030504040204" pitchFamily="34" charset="0"/>
                <a:cs typeface="Tahoma" panose="020B0604030504040204" pitchFamily="34" charset="0"/>
              </a:rPr>
              <a:t>Traditionally</a:t>
            </a:r>
            <a:r>
              <a:rPr lang="en-GB" dirty="0">
                <a:latin typeface="Tahoma" panose="020B0604030504040204" pitchFamily="34" charset="0"/>
                <a:ea typeface="Tahoma" panose="020B0604030504040204" pitchFamily="34" charset="0"/>
                <a:cs typeface="Tahoma" panose="020B0604030504040204" pitchFamily="34" charset="0"/>
              </a:rPr>
              <a:t>, software engineering combined human created rules with data to create answers to a problem. Instead, machine learning uses data and answers to discover the rules behind a problem.</a:t>
            </a:r>
          </a:p>
          <a:p>
            <a:pPr marL="285750" indent="-285750">
              <a:buFont typeface="Wingdings" pitchFamily="2" charset="2"/>
              <a:buChar char="ü"/>
            </a:pPr>
            <a:endParaRPr lang="en-GB" dirty="0">
              <a:latin typeface="Tahoma" panose="020B0604030504040204" pitchFamily="34" charset="0"/>
              <a:ea typeface="Tahoma" panose="020B0604030504040204" pitchFamily="34" charset="0"/>
              <a:cs typeface="Tahoma" panose="020B0604030504040204" pitchFamily="34" charset="0"/>
            </a:endParaRPr>
          </a:p>
          <a:p>
            <a:pPr marL="285750" indent="-285750">
              <a:buFont typeface="Wingdings" pitchFamily="2" charset="2"/>
              <a:buChar char="ü"/>
            </a:pPr>
            <a:r>
              <a:rPr lang="en-GB" dirty="0">
                <a:latin typeface="Tahoma" panose="020B0604030504040204" pitchFamily="34" charset="0"/>
                <a:ea typeface="Tahoma" panose="020B0604030504040204" pitchFamily="34" charset="0"/>
                <a:cs typeface="Tahoma" panose="020B0604030504040204" pitchFamily="34" charset="0"/>
              </a:rPr>
              <a:t>To learn the rules governing a phenomenon, machines have to go through a learning process, trying different rules and learning from how well they perform. Hence, why it’s known as Machine Learning.</a:t>
            </a:r>
          </a:p>
        </p:txBody>
      </p:sp>
      <p:pic>
        <p:nvPicPr>
          <p:cNvPr id="12" name="Picture 9">
            <a:extLst>
              <a:ext uri="{FF2B5EF4-FFF2-40B4-BE49-F238E27FC236}">
                <a16:creationId xmlns:a16="http://schemas.microsoft.com/office/drawing/2014/main" id="{88A20674-A876-B14F-A60C-F5C880F7D21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66905" y="3718796"/>
            <a:ext cx="3592174" cy="2768967"/>
          </a:xfrm>
          <a:prstGeom prst="rect">
            <a:avLst/>
          </a:prstGeom>
        </p:spPr>
      </p:pic>
      <p:pic>
        <p:nvPicPr>
          <p:cNvPr id="13" name="Picture 11">
            <a:extLst>
              <a:ext uri="{FF2B5EF4-FFF2-40B4-BE49-F238E27FC236}">
                <a16:creationId xmlns:a16="http://schemas.microsoft.com/office/drawing/2014/main" id="{6F405438-6DC9-E94E-BE3E-1D5E33871D2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801710" y="3718796"/>
            <a:ext cx="3648089" cy="2693047"/>
          </a:xfrm>
          <a:prstGeom prst="rect">
            <a:avLst/>
          </a:prstGeom>
        </p:spPr>
      </p:pic>
      <p:sp>
        <p:nvSpPr>
          <p:cNvPr id="14" name="TextBox 12">
            <a:extLst>
              <a:ext uri="{FF2B5EF4-FFF2-40B4-BE49-F238E27FC236}">
                <a16:creationId xmlns:a16="http://schemas.microsoft.com/office/drawing/2014/main" id="{0AE651D1-34EE-4743-B4C2-D016F65BDD07}"/>
              </a:ext>
            </a:extLst>
          </p:cNvPr>
          <p:cNvSpPr txBox="1"/>
          <p:nvPr/>
        </p:nvSpPr>
        <p:spPr>
          <a:xfrm>
            <a:off x="5536390" y="4826280"/>
            <a:ext cx="688009" cy="553998"/>
          </a:xfrm>
          <a:prstGeom prst="rect">
            <a:avLst/>
          </a:prstGeom>
          <a:noFill/>
        </p:spPr>
        <p:txBody>
          <a:bodyPr wrap="none" rtlCol="0">
            <a:spAutoFit/>
          </a:bodyPr>
          <a:lstStyle/>
          <a:p>
            <a:r>
              <a:rPr lang="en-GB" sz="3000" b="1" dirty="0">
                <a:latin typeface="Tahoma" panose="020B0604030504040204" pitchFamily="34" charset="0"/>
                <a:ea typeface="Tahoma" panose="020B0604030504040204" pitchFamily="34" charset="0"/>
                <a:cs typeface="Tahoma" panose="020B0604030504040204" pitchFamily="34" charset="0"/>
              </a:rPr>
              <a:t>VS</a:t>
            </a:r>
          </a:p>
        </p:txBody>
      </p:sp>
    </p:spTree>
    <p:extLst>
      <p:ext uri="{BB962C8B-B14F-4D97-AF65-F5344CB8AC3E}">
        <p14:creationId xmlns:p14="http://schemas.microsoft.com/office/powerpoint/2010/main" val="22281424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9C634-5B2F-EB57-6082-5DC720B813A1}"/>
            </a:ext>
          </a:extLst>
        </p:cNvPr>
        <p:cNvGrpSpPr/>
        <p:nvPr/>
      </p:nvGrpSpPr>
      <p:grpSpPr>
        <a:xfrm>
          <a:off x="0" y="0"/>
          <a:ext cx="0" cy="0"/>
          <a:chOff x="0" y="0"/>
          <a:chExt cx="0" cy="0"/>
        </a:xfrm>
      </p:grpSpPr>
      <p:sp>
        <p:nvSpPr>
          <p:cNvPr id="5" name="Segnaposto numero diapositiva 4">
            <a:extLst>
              <a:ext uri="{FF2B5EF4-FFF2-40B4-BE49-F238E27FC236}">
                <a16:creationId xmlns:a16="http://schemas.microsoft.com/office/drawing/2014/main" id="{4A6D192E-D33F-A0D5-D38F-C60012962D91}"/>
              </a:ext>
            </a:extLst>
          </p:cNvPr>
          <p:cNvSpPr>
            <a:spLocks noGrp="1"/>
          </p:cNvSpPr>
          <p:nvPr>
            <p:ph type="sldNum" sz="quarter" idx="11"/>
          </p:nvPr>
        </p:nvSpPr>
        <p:spPr/>
        <p:txBody>
          <a:bodyPr/>
          <a:lstStyle/>
          <a:p>
            <a:pPr>
              <a:defRPr/>
            </a:pPr>
            <a:fld id="{48B4153A-D4C5-4CEF-8992-0D8815C829E3}" type="slidenum">
              <a:rPr lang="en-US" smtClean="0"/>
              <a:pPr>
                <a:defRPr/>
              </a:pPr>
              <a:t>11</a:t>
            </a:fld>
            <a:endParaRPr lang="en-US" dirty="0"/>
          </a:p>
        </p:txBody>
      </p:sp>
      <p:sp>
        <p:nvSpPr>
          <p:cNvPr id="28" name="Titolo 2">
            <a:extLst>
              <a:ext uri="{FF2B5EF4-FFF2-40B4-BE49-F238E27FC236}">
                <a16:creationId xmlns:a16="http://schemas.microsoft.com/office/drawing/2014/main" id="{F35675A1-3ADB-3EC0-A6D4-2D22CE6CB45C}"/>
              </a:ext>
            </a:extLst>
          </p:cNvPr>
          <p:cNvSpPr>
            <a:spLocks noGrp="1"/>
          </p:cNvSpPr>
          <p:nvPr>
            <p:ph type="title"/>
          </p:nvPr>
        </p:nvSpPr>
        <p:spPr>
          <a:xfrm>
            <a:off x="422383" y="0"/>
            <a:ext cx="11269308" cy="3462486"/>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rtlCol="0" anchor="b" anchorCtr="0" compatLnSpc="1">
            <a:prstTxWarp prst="textNoShape">
              <a:avLst/>
            </a:prstTxWarp>
            <a:spAutoFit/>
          </a:bodyPr>
          <a:lstStyle/>
          <a:p>
            <a:br>
              <a:rPr lang="en-GB"/>
            </a:br>
            <a:r>
              <a:rPr lang="en-GB"/>
              <a:t>Types of Machine Learning</a:t>
            </a:r>
            <a:br>
              <a:rPr lang="en-GB"/>
            </a:br>
            <a:br>
              <a:rPr lang="en-GB"/>
            </a:br>
            <a:br>
              <a:rPr lang="en-GB"/>
            </a:br>
            <a:br>
              <a:rPr lang="en-US">
                <a:solidFill>
                  <a:srgbClr val="464646"/>
                </a:solidFill>
              </a:rPr>
            </a:br>
            <a:br>
              <a:rPr lang="en-US"/>
            </a:br>
            <a:r>
              <a:rPr lang="en-US">
                <a:solidFill>
                  <a:srgbClr val="464646"/>
                </a:solidFill>
              </a:rPr>
              <a:t> </a:t>
            </a:r>
            <a:br>
              <a:rPr lang="en-US">
                <a:solidFill>
                  <a:srgbClr val="464646"/>
                </a:solidFill>
              </a:rPr>
            </a:br>
            <a:r>
              <a:rPr lang="it-IT">
                <a:solidFill>
                  <a:srgbClr val="464646"/>
                </a:solidFill>
              </a:rPr>
              <a:t> </a:t>
            </a:r>
            <a:br>
              <a:rPr lang="it-IT">
                <a:solidFill>
                  <a:srgbClr val="464646"/>
                </a:solidFill>
              </a:rPr>
            </a:br>
            <a:endParaRPr lang="it-IT" dirty="0"/>
          </a:p>
        </p:txBody>
      </p:sp>
      <p:sp>
        <p:nvSpPr>
          <p:cNvPr id="8" name="TextBox 2">
            <a:extLst>
              <a:ext uri="{FF2B5EF4-FFF2-40B4-BE49-F238E27FC236}">
                <a16:creationId xmlns:a16="http://schemas.microsoft.com/office/drawing/2014/main" id="{0380D1DD-8D7B-9E4C-A72A-083E008477B6}"/>
              </a:ext>
            </a:extLst>
          </p:cNvPr>
          <p:cNvSpPr txBox="1"/>
          <p:nvPr/>
        </p:nvSpPr>
        <p:spPr>
          <a:xfrm>
            <a:off x="678283" y="1148896"/>
            <a:ext cx="10938510" cy="6740307"/>
          </a:xfrm>
          <a:prstGeom prst="rect">
            <a:avLst/>
          </a:prstGeom>
          <a:noFill/>
        </p:spPr>
        <p:txBody>
          <a:bodyPr wrap="square" rtlCol="0">
            <a:spAutoFit/>
          </a:bodyPr>
          <a:lstStyle/>
          <a:p>
            <a:pPr marL="285750" indent="-285750">
              <a:lnSpc>
                <a:spcPct val="150000"/>
              </a:lnSpc>
              <a:buFont typeface="Wingdings" pitchFamily="2" charset="2"/>
              <a:buChar char="ü"/>
            </a:pPr>
            <a:r>
              <a:rPr lang="en-GB" dirty="0">
                <a:latin typeface="Tahoma" panose="020B0604030504040204" pitchFamily="34" charset="0"/>
                <a:ea typeface="Tahoma" panose="020B0604030504040204" pitchFamily="34" charset="0"/>
                <a:cs typeface="Tahoma" panose="020B0604030504040204" pitchFamily="34" charset="0"/>
              </a:rPr>
              <a:t>There are broadly 4 types of Machine Learning namely,</a:t>
            </a:r>
          </a:p>
          <a:p>
            <a:pPr marL="742950" lvl="1" indent="-285750">
              <a:lnSpc>
                <a:spcPct val="150000"/>
              </a:lnSpc>
              <a:buFont typeface="Wingdings" pitchFamily="2" charset="2"/>
              <a:buChar char="ü"/>
            </a:pPr>
            <a:r>
              <a:rPr lang="en-GB" dirty="0">
                <a:latin typeface="Tahoma" panose="020B0604030504040204" pitchFamily="34" charset="0"/>
                <a:ea typeface="Tahoma" panose="020B0604030504040204" pitchFamily="34" charset="0"/>
                <a:cs typeface="Tahoma" panose="020B0604030504040204" pitchFamily="34" charset="0"/>
              </a:rPr>
              <a:t>Supervised learning</a:t>
            </a:r>
          </a:p>
          <a:p>
            <a:pPr marL="742950" lvl="1" indent="-285750">
              <a:lnSpc>
                <a:spcPct val="150000"/>
              </a:lnSpc>
              <a:buFont typeface="Wingdings" pitchFamily="2" charset="2"/>
              <a:buChar char="ü"/>
            </a:pPr>
            <a:r>
              <a:rPr lang="en-GB" dirty="0">
                <a:latin typeface="Tahoma" panose="020B0604030504040204" pitchFamily="34" charset="0"/>
                <a:ea typeface="Tahoma" panose="020B0604030504040204" pitchFamily="34" charset="0"/>
                <a:cs typeface="Tahoma" panose="020B0604030504040204" pitchFamily="34" charset="0"/>
              </a:rPr>
              <a:t>Unsupervised learning</a:t>
            </a:r>
          </a:p>
          <a:p>
            <a:pPr marL="742950" lvl="1" indent="-285750">
              <a:lnSpc>
                <a:spcPct val="150000"/>
              </a:lnSpc>
              <a:buFont typeface="Wingdings" pitchFamily="2" charset="2"/>
              <a:buChar char="ü"/>
            </a:pPr>
            <a:r>
              <a:rPr lang="en-GB">
                <a:latin typeface="Tahoma" panose="020B0604030504040204" pitchFamily="34" charset="0"/>
                <a:ea typeface="Tahoma" panose="020B0604030504040204" pitchFamily="34" charset="0"/>
                <a:cs typeface="Tahoma" panose="020B0604030504040204" pitchFamily="34" charset="0"/>
              </a:rPr>
              <a:t>Semi-supervised learning</a:t>
            </a:r>
          </a:p>
          <a:p>
            <a:pPr marL="742950" lvl="1" indent="-285750">
              <a:lnSpc>
                <a:spcPct val="150000"/>
              </a:lnSpc>
              <a:buFont typeface="Wingdings" pitchFamily="2" charset="2"/>
              <a:buChar char="ü"/>
            </a:pPr>
            <a:r>
              <a:rPr lang="en-GB">
                <a:latin typeface="Tahoma" panose="020B0604030504040204" pitchFamily="34" charset="0"/>
                <a:ea typeface="Tahoma" panose="020B0604030504040204" pitchFamily="34" charset="0"/>
                <a:cs typeface="Tahoma" panose="020B0604030504040204" pitchFamily="34" charset="0"/>
              </a:rPr>
              <a:t>Self-supervised learning </a:t>
            </a:r>
            <a:endParaRPr lang="en-GB" dirty="0">
              <a:latin typeface="Tahoma" panose="020B0604030504040204" pitchFamily="34" charset="0"/>
              <a:ea typeface="Tahoma" panose="020B0604030504040204" pitchFamily="34" charset="0"/>
              <a:cs typeface="Tahoma" panose="020B0604030504040204" pitchFamily="34" charset="0"/>
            </a:endParaRPr>
          </a:p>
          <a:p>
            <a:pPr marL="742950" lvl="1" indent="-285750">
              <a:lnSpc>
                <a:spcPct val="150000"/>
              </a:lnSpc>
              <a:buFont typeface="Wingdings" pitchFamily="2" charset="2"/>
              <a:buChar char="ü"/>
            </a:pPr>
            <a:r>
              <a:rPr lang="en-GB" dirty="0">
                <a:latin typeface="Tahoma" panose="020B0604030504040204" pitchFamily="34" charset="0"/>
                <a:ea typeface="Tahoma" panose="020B0604030504040204" pitchFamily="34" charset="0"/>
                <a:cs typeface="Tahoma" panose="020B0604030504040204" pitchFamily="34" charset="0"/>
              </a:rPr>
              <a:t>Reinforcement learning</a:t>
            </a:r>
          </a:p>
          <a:p>
            <a:pPr marL="285750" indent="-285750">
              <a:lnSpc>
                <a:spcPct val="150000"/>
              </a:lnSpc>
              <a:buFont typeface="Wingdings" pitchFamily="2" charset="2"/>
              <a:buChar char="ü"/>
            </a:pPr>
            <a:r>
              <a:rPr lang="en-GB" dirty="0">
                <a:latin typeface="Tahoma" panose="020B0604030504040204" pitchFamily="34" charset="0"/>
                <a:ea typeface="Tahoma" panose="020B0604030504040204" pitchFamily="34" charset="0"/>
                <a:cs typeface="Tahoma" panose="020B0604030504040204" pitchFamily="34" charset="0"/>
              </a:rPr>
              <a:t>Each form of Machine Learning has differing approaches, but they all follow the same underlying process and theory.</a:t>
            </a:r>
          </a:p>
          <a:p>
            <a:pPr marL="285750" indent="-285750">
              <a:lnSpc>
                <a:spcPct val="150000"/>
              </a:lnSpc>
              <a:buFont typeface="Wingdings" pitchFamily="2" charset="2"/>
              <a:buChar char="ü"/>
            </a:pPr>
            <a:r>
              <a:rPr lang="en-US" dirty="0">
                <a:latin typeface="Tahoma" panose="020B0604030504040204" pitchFamily="34" charset="0"/>
                <a:ea typeface="Tahoma" panose="020B0604030504040204" pitchFamily="34" charset="0"/>
                <a:cs typeface="Tahoma" panose="020B0604030504040204" pitchFamily="34" charset="0"/>
              </a:rPr>
              <a:t>The </a:t>
            </a:r>
            <a:r>
              <a:rPr lang="en-US" b="1" dirty="0">
                <a:latin typeface="Tahoma" panose="020B0604030504040204" pitchFamily="34" charset="0"/>
                <a:ea typeface="Tahoma" panose="020B0604030504040204" pitchFamily="34" charset="0"/>
                <a:cs typeface="Tahoma" panose="020B0604030504040204" pitchFamily="34" charset="0"/>
              </a:rPr>
              <a:t>No Free Lunch theorem </a:t>
            </a:r>
            <a:r>
              <a:rPr lang="en-US" dirty="0">
                <a:latin typeface="Tahoma" panose="020B0604030504040204" pitchFamily="34" charset="0"/>
                <a:ea typeface="Tahoma" panose="020B0604030504040204" pitchFamily="34" charset="0"/>
                <a:cs typeface="Tahoma" panose="020B0604030504040204" pitchFamily="34" charset="0"/>
              </a:rPr>
              <a:t>is famous in Machine Learning. This theorem states that there is no single algorithm that works well for all types of tasks. Each task you attempt to solve has its own idiosyncrasies, meaning its own specificities and adversities to certain Machine Learning models. Therefore, there are many algorithms and approaches that adapt to each specificity and peculiarity of an individual problem.</a:t>
            </a:r>
          </a:p>
          <a:p>
            <a:pPr marL="285750" indent="-285750">
              <a:lnSpc>
                <a:spcPct val="150000"/>
              </a:lnSpc>
              <a:buFont typeface="Wingdings" pitchFamily="2" charset="2"/>
              <a:buChar char="ü"/>
            </a:pPr>
            <a:endParaRPr lang="en-GB" dirty="0">
              <a:latin typeface="Tahoma" panose="020B0604030504040204" pitchFamily="34" charset="0"/>
              <a:ea typeface="Tahoma" panose="020B0604030504040204" pitchFamily="34" charset="0"/>
              <a:cs typeface="Tahoma" panose="020B0604030504040204" pitchFamily="34" charset="0"/>
            </a:endParaRPr>
          </a:p>
          <a:p>
            <a:pPr marL="742950" lvl="1" indent="-285750">
              <a:lnSpc>
                <a:spcPct val="150000"/>
              </a:lnSpc>
              <a:buFont typeface="Wingdings" pitchFamily="2" charset="2"/>
              <a:buChar char="ü"/>
            </a:pPr>
            <a:endParaRPr lang="en-GB" dirty="0">
              <a:latin typeface="Tahoma" panose="020B0604030504040204" pitchFamily="34" charset="0"/>
              <a:ea typeface="Tahoma" panose="020B0604030504040204" pitchFamily="34" charset="0"/>
              <a:cs typeface="Tahoma" panose="020B0604030504040204" pitchFamily="34" charset="0"/>
            </a:endParaRPr>
          </a:p>
          <a:p>
            <a:pPr>
              <a:lnSpc>
                <a:spcPct val="150000"/>
              </a:lnSpc>
            </a:pPr>
            <a:r>
              <a:rPr lang="en-GB" dirty="0">
                <a:latin typeface="Tahoma" panose="020B0604030504040204" pitchFamily="34" charset="0"/>
                <a:ea typeface="Tahoma" panose="020B0604030504040204" pitchFamily="34" charset="0"/>
                <a:cs typeface="Tahoma" panose="020B0604030504040204" pitchFamily="34" charset="0"/>
              </a:rPr>
              <a:t> </a:t>
            </a:r>
          </a:p>
        </p:txBody>
      </p:sp>
      <p:pic>
        <p:nvPicPr>
          <p:cNvPr id="9" name="Picture 4">
            <a:extLst>
              <a:ext uri="{FF2B5EF4-FFF2-40B4-BE49-F238E27FC236}">
                <a16:creationId xmlns:a16="http://schemas.microsoft.com/office/drawing/2014/main" id="{30166FF1-767A-C94D-89C8-38B4E2C32D7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08604" y="1265274"/>
            <a:ext cx="3190634" cy="2232838"/>
          </a:xfrm>
          <a:prstGeom prst="rect">
            <a:avLst/>
          </a:prstGeom>
        </p:spPr>
      </p:pic>
    </p:spTree>
    <p:extLst>
      <p:ext uri="{BB962C8B-B14F-4D97-AF65-F5344CB8AC3E}">
        <p14:creationId xmlns:p14="http://schemas.microsoft.com/office/powerpoint/2010/main" val="42453211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9C634-5B2F-EB57-6082-5DC720B813A1}"/>
            </a:ext>
          </a:extLst>
        </p:cNvPr>
        <p:cNvGrpSpPr/>
        <p:nvPr/>
      </p:nvGrpSpPr>
      <p:grpSpPr>
        <a:xfrm>
          <a:off x="0" y="0"/>
          <a:ext cx="0" cy="0"/>
          <a:chOff x="0" y="0"/>
          <a:chExt cx="0" cy="0"/>
        </a:xfrm>
      </p:grpSpPr>
      <p:sp>
        <p:nvSpPr>
          <p:cNvPr id="5" name="Segnaposto numero diapositiva 4">
            <a:extLst>
              <a:ext uri="{FF2B5EF4-FFF2-40B4-BE49-F238E27FC236}">
                <a16:creationId xmlns:a16="http://schemas.microsoft.com/office/drawing/2014/main" id="{4A6D192E-D33F-A0D5-D38F-C60012962D91}"/>
              </a:ext>
            </a:extLst>
          </p:cNvPr>
          <p:cNvSpPr>
            <a:spLocks noGrp="1"/>
          </p:cNvSpPr>
          <p:nvPr>
            <p:ph type="sldNum" sz="quarter" idx="11"/>
          </p:nvPr>
        </p:nvSpPr>
        <p:spPr/>
        <p:txBody>
          <a:bodyPr/>
          <a:lstStyle/>
          <a:p>
            <a:pPr>
              <a:defRPr/>
            </a:pPr>
            <a:fld id="{48B4153A-D4C5-4CEF-8992-0D8815C829E3}" type="slidenum">
              <a:rPr lang="en-US" smtClean="0"/>
              <a:pPr>
                <a:defRPr/>
              </a:pPr>
              <a:t>12</a:t>
            </a:fld>
            <a:endParaRPr lang="en-US" dirty="0"/>
          </a:p>
        </p:txBody>
      </p:sp>
      <p:sp>
        <p:nvSpPr>
          <p:cNvPr id="28" name="Titolo 2">
            <a:extLst>
              <a:ext uri="{FF2B5EF4-FFF2-40B4-BE49-F238E27FC236}">
                <a16:creationId xmlns:a16="http://schemas.microsoft.com/office/drawing/2014/main" id="{F35675A1-3ADB-3EC0-A6D4-2D22CE6CB45C}"/>
              </a:ext>
            </a:extLst>
          </p:cNvPr>
          <p:cNvSpPr>
            <a:spLocks noGrp="1"/>
          </p:cNvSpPr>
          <p:nvPr>
            <p:ph type="title"/>
          </p:nvPr>
        </p:nvSpPr>
        <p:spPr>
          <a:xfrm>
            <a:off x="574294" y="383083"/>
            <a:ext cx="11269308" cy="2693045"/>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rtlCol="0" anchor="b" anchorCtr="0" compatLnSpc="1">
            <a:prstTxWarp prst="textNoShape">
              <a:avLst/>
            </a:prstTxWarp>
            <a:spAutoFit/>
          </a:bodyPr>
          <a:lstStyle/>
          <a:p>
            <a:r>
              <a:rPr lang="en-GB"/>
              <a:t>A quick history of Machine Learning</a:t>
            </a:r>
            <a:br>
              <a:rPr lang="en-GB"/>
            </a:br>
            <a:br>
              <a:rPr lang="en-GB"/>
            </a:br>
            <a:br>
              <a:rPr lang="en-US">
                <a:solidFill>
                  <a:srgbClr val="464646"/>
                </a:solidFill>
              </a:rPr>
            </a:br>
            <a:br>
              <a:rPr lang="en-US"/>
            </a:br>
            <a:r>
              <a:rPr lang="en-US">
                <a:solidFill>
                  <a:srgbClr val="464646"/>
                </a:solidFill>
              </a:rPr>
              <a:t> </a:t>
            </a:r>
            <a:br>
              <a:rPr lang="en-US">
                <a:solidFill>
                  <a:srgbClr val="464646"/>
                </a:solidFill>
              </a:rPr>
            </a:br>
            <a:r>
              <a:rPr lang="it-IT">
                <a:solidFill>
                  <a:srgbClr val="464646"/>
                </a:solidFill>
              </a:rPr>
              <a:t> </a:t>
            </a:r>
            <a:br>
              <a:rPr lang="it-IT">
                <a:solidFill>
                  <a:srgbClr val="464646"/>
                </a:solidFill>
              </a:rPr>
            </a:br>
            <a:endParaRPr lang="it-IT" dirty="0"/>
          </a:p>
        </p:txBody>
      </p:sp>
      <p:pic>
        <p:nvPicPr>
          <p:cNvPr id="31" name="Picture 4">
            <a:extLst>
              <a:ext uri="{FF2B5EF4-FFF2-40B4-BE49-F238E27FC236}">
                <a16:creationId xmlns:a16="http://schemas.microsoft.com/office/drawing/2014/main" id="{69F928EB-4403-CF4B-A975-89DA5D66F9B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09548" y="1539194"/>
            <a:ext cx="8551140" cy="5359690"/>
          </a:xfrm>
          <a:prstGeom prst="rect">
            <a:avLst/>
          </a:prstGeom>
        </p:spPr>
      </p:pic>
    </p:spTree>
    <p:extLst>
      <p:ext uri="{BB962C8B-B14F-4D97-AF65-F5344CB8AC3E}">
        <p14:creationId xmlns:p14="http://schemas.microsoft.com/office/powerpoint/2010/main" val="19868997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9C634-5B2F-EB57-6082-5DC720B813A1}"/>
            </a:ext>
          </a:extLst>
        </p:cNvPr>
        <p:cNvGrpSpPr/>
        <p:nvPr/>
      </p:nvGrpSpPr>
      <p:grpSpPr>
        <a:xfrm>
          <a:off x="0" y="0"/>
          <a:ext cx="0" cy="0"/>
          <a:chOff x="0" y="0"/>
          <a:chExt cx="0" cy="0"/>
        </a:xfrm>
      </p:grpSpPr>
      <p:sp>
        <p:nvSpPr>
          <p:cNvPr id="5" name="Segnaposto numero diapositiva 4">
            <a:extLst>
              <a:ext uri="{FF2B5EF4-FFF2-40B4-BE49-F238E27FC236}">
                <a16:creationId xmlns:a16="http://schemas.microsoft.com/office/drawing/2014/main" id="{4A6D192E-D33F-A0D5-D38F-C60012962D91}"/>
              </a:ext>
            </a:extLst>
          </p:cNvPr>
          <p:cNvSpPr>
            <a:spLocks noGrp="1"/>
          </p:cNvSpPr>
          <p:nvPr>
            <p:ph type="sldNum" sz="quarter" idx="11"/>
          </p:nvPr>
        </p:nvSpPr>
        <p:spPr/>
        <p:txBody>
          <a:bodyPr/>
          <a:lstStyle/>
          <a:p>
            <a:pPr>
              <a:defRPr/>
            </a:pPr>
            <a:fld id="{48B4153A-D4C5-4CEF-8992-0D8815C829E3}" type="slidenum">
              <a:rPr lang="en-US" smtClean="0"/>
              <a:pPr>
                <a:defRPr/>
              </a:pPr>
              <a:t>13</a:t>
            </a:fld>
            <a:endParaRPr lang="en-US" dirty="0"/>
          </a:p>
        </p:txBody>
      </p:sp>
      <p:sp>
        <p:nvSpPr>
          <p:cNvPr id="28" name="Titolo 2">
            <a:extLst>
              <a:ext uri="{FF2B5EF4-FFF2-40B4-BE49-F238E27FC236}">
                <a16:creationId xmlns:a16="http://schemas.microsoft.com/office/drawing/2014/main" id="{F35675A1-3ADB-3EC0-A6D4-2D22CE6CB45C}"/>
              </a:ext>
            </a:extLst>
          </p:cNvPr>
          <p:cNvSpPr>
            <a:spLocks noGrp="1"/>
          </p:cNvSpPr>
          <p:nvPr>
            <p:ph type="title"/>
          </p:nvPr>
        </p:nvSpPr>
        <p:spPr>
          <a:xfrm>
            <a:off x="574294" y="420968"/>
            <a:ext cx="11269308" cy="1538883"/>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rtlCol="0" anchor="b" anchorCtr="0" compatLnSpc="1">
            <a:prstTxWarp prst="textNoShape">
              <a:avLst/>
            </a:prstTxWarp>
            <a:spAutoFit/>
          </a:bodyPr>
          <a:lstStyle/>
          <a:p>
            <a:r>
              <a:rPr lang="it-IT"/>
              <a:t>ARTIFICIAL NEURAL NETWORKS</a:t>
            </a:r>
            <a:br>
              <a:rPr lang="it-IT"/>
            </a:br>
            <a:br>
              <a:rPr lang="it-IT"/>
            </a:br>
            <a:r>
              <a:rPr lang="it-IT">
                <a:solidFill>
                  <a:srgbClr val="464646"/>
                </a:solidFill>
              </a:rPr>
              <a:t> </a:t>
            </a:r>
            <a:br>
              <a:rPr lang="it-IT">
                <a:solidFill>
                  <a:srgbClr val="464646"/>
                </a:solidFill>
              </a:rPr>
            </a:br>
            <a:endParaRPr lang="it-IT" dirty="0"/>
          </a:p>
        </p:txBody>
      </p:sp>
      <mc:AlternateContent xmlns:mc="http://schemas.openxmlformats.org/markup-compatibility/2006" xmlns:a14="http://schemas.microsoft.com/office/drawing/2010/main">
        <mc:Choice Requires="a14">
          <p:sp>
            <p:nvSpPr>
              <p:cNvPr id="10" name="Rettangolo arrotondato 9"/>
              <p:cNvSpPr/>
              <p:nvPr/>
            </p:nvSpPr>
            <p:spPr>
              <a:xfrm>
                <a:off x="1749415" y="5402272"/>
                <a:ext cx="3049268" cy="766023"/>
              </a:xfrm>
              <a:prstGeom prst="roundRect">
                <a:avLst/>
              </a:prstGeom>
              <a:solidFill>
                <a:srgbClr val="EDEDED"/>
              </a:solidFill>
              <a:ln w="25400" cap="flat">
                <a:noFill/>
                <a:prstDash val="solid"/>
                <a:beve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sp3d extrusionH="57150">
                  <a:bevelT w="38100" h="38100"/>
                </a:sp3d>
              </a:bodyPr>
              <a:lstStyle/>
              <a:p>
                <a:pPr algn="ctr" defTabSz="914400" fontAlgn="auto" latinLnBrk="1">
                  <a:spcBef>
                    <a:spcPts val="0"/>
                  </a:spcBef>
                  <a:spcAft>
                    <a:spcPts val="0"/>
                  </a:spcAft>
                </a:pPr>
                <a:r>
                  <a:rPr lang="it-IT" dirty="0" err="1">
                    <a:ln>
                      <a:noFill/>
                    </a:ln>
                    <a:solidFill>
                      <a:srgbClr val="C13E29"/>
                    </a:solidFill>
                    <a:latin typeface="AcmeFont" pitchFamily="2" charset="0"/>
                  </a:rPr>
                  <a:t>Neuron</a:t>
                </a:r>
                <a:r>
                  <a:rPr lang="it-IT" dirty="0">
                    <a:ln>
                      <a:noFill/>
                    </a:ln>
                    <a:solidFill>
                      <a:srgbClr val="C13E29"/>
                    </a:solidFill>
                    <a:latin typeface="AcmeFont" pitchFamily="2" charset="0"/>
                  </a:rPr>
                  <a:t> </a:t>
                </a:r>
                <a:r>
                  <a:rPr lang="it-IT" dirty="0" err="1">
                    <a:ln>
                      <a:noFill/>
                    </a:ln>
                    <a:solidFill>
                      <a:srgbClr val="C13E29"/>
                    </a:solidFill>
                    <a:latin typeface="AcmeFont" pitchFamily="2" charset="0"/>
                  </a:rPr>
                  <a:t>Activation</a:t>
                </a:r>
                <a:r>
                  <a:rPr lang="it-IT" dirty="0">
                    <a:ln>
                      <a:noFill/>
                    </a:ln>
                    <a:solidFill>
                      <a:srgbClr val="C13E29"/>
                    </a:solidFill>
                    <a:latin typeface="AcmeFont" pitchFamily="2" charset="0"/>
                  </a:rPr>
                  <a:t> </a:t>
                </a:r>
              </a:p>
              <a:p>
                <a:pPr algn="ctr" defTabSz="914400" fontAlgn="auto" latinLnBrk="1">
                  <a:spcBef>
                    <a:spcPts val="0"/>
                  </a:spcBef>
                  <a:spcAft>
                    <a:spcPts val="0"/>
                  </a:spcAft>
                </a:pPr>
                <a:r>
                  <a:rPr lang="it-IT" b="1" dirty="0">
                    <a:noFill/>
                  </a:rPr>
                  <a:t>i</a:t>
                </a:r>
                <a14:m>
                  <m:oMath xmlns:m="http://schemas.openxmlformats.org/officeDocument/2006/math">
                    <m:sSub>
                      <m:sSubPr>
                        <m:ctrlPr>
                          <a:rPr lang="it-IT" b="1" i="1" smtClean="0">
                            <a:ln>
                              <a:noFill/>
                            </a:ln>
                            <a:solidFill>
                              <a:srgbClr val="C13E29"/>
                            </a:solidFill>
                            <a:latin typeface="Cambria Math" panose="02040503050406030204" pitchFamily="18" charset="0"/>
                          </a:rPr>
                        </m:ctrlPr>
                      </m:sSubPr>
                      <m:e>
                        <m:r>
                          <a:rPr lang="it-IT" b="1" i="1" smtClean="0">
                            <a:ln>
                              <a:noFill/>
                            </a:ln>
                            <a:solidFill>
                              <a:srgbClr val="C13E29"/>
                            </a:solidFill>
                            <a:latin typeface="Cambria Math" panose="02040503050406030204" pitchFamily="18" charset="0"/>
                          </a:rPr>
                          <m:t>𝒚</m:t>
                        </m:r>
                      </m:e>
                      <m:sub>
                        <m:r>
                          <a:rPr lang="it-IT" b="1" i="1" smtClean="0">
                            <a:ln>
                              <a:noFill/>
                            </a:ln>
                            <a:solidFill>
                              <a:srgbClr val="C13E29"/>
                            </a:solidFill>
                            <a:latin typeface="Cambria Math" panose="02040503050406030204" pitchFamily="18" charset="0"/>
                          </a:rPr>
                          <m:t>𝒋</m:t>
                        </m:r>
                      </m:sub>
                    </m:sSub>
                    <m:r>
                      <a:rPr lang="it-IT" b="1" i="1" smtClean="0">
                        <a:ln>
                          <a:noFill/>
                        </a:ln>
                        <a:solidFill>
                          <a:srgbClr val="C13E29"/>
                        </a:solidFill>
                        <a:latin typeface="Cambria Math" panose="02040503050406030204" pitchFamily="18" charset="0"/>
                      </a:rPr>
                      <m:t>=</m:t>
                    </m:r>
                    <m:r>
                      <a:rPr lang="it-IT" b="1" i="0" smtClean="0">
                        <a:ln>
                          <a:noFill/>
                        </a:ln>
                        <a:solidFill>
                          <a:srgbClr val="C13E29"/>
                        </a:solidFill>
                        <a:latin typeface="Cambria Math" panose="02040503050406030204" pitchFamily="18" charset="0"/>
                        <a:ea typeface="Cambria Math" panose="02040503050406030204" pitchFamily="18" charset="0"/>
                      </a:rPr>
                      <m:t>𝚽</m:t>
                    </m:r>
                    <m:d>
                      <m:dPr>
                        <m:ctrlPr>
                          <a:rPr lang="it-IT" b="1" i="1" smtClean="0">
                            <a:ln>
                              <a:noFill/>
                            </a:ln>
                            <a:solidFill>
                              <a:srgbClr val="C13E29"/>
                            </a:solidFill>
                            <a:latin typeface="Cambria Math" panose="02040503050406030204" pitchFamily="18" charset="0"/>
                            <a:ea typeface="Cambria Math" panose="02040503050406030204" pitchFamily="18" charset="0"/>
                          </a:rPr>
                        </m:ctrlPr>
                      </m:dPr>
                      <m:e>
                        <m:nary>
                          <m:naryPr>
                            <m:chr m:val="∑"/>
                            <m:ctrlPr>
                              <a:rPr lang="it-IT" b="1" i="1" smtClean="0">
                                <a:ln>
                                  <a:noFill/>
                                </a:ln>
                                <a:solidFill>
                                  <a:srgbClr val="C13E29"/>
                                </a:solidFill>
                                <a:latin typeface="Cambria Math" panose="02040503050406030204" pitchFamily="18" charset="0"/>
                                <a:ea typeface="Cambria Math" panose="02040503050406030204" pitchFamily="18" charset="0"/>
                              </a:rPr>
                            </m:ctrlPr>
                          </m:naryPr>
                          <m:sub>
                            <m:r>
                              <m:rPr>
                                <m:brk m:alnAt="23"/>
                              </m:rPr>
                              <a:rPr lang="it-IT" b="1" i="1">
                                <a:solidFill>
                                  <a:srgbClr val="C13E29"/>
                                </a:solidFill>
                                <a:latin typeface="Cambria Math" panose="02040503050406030204" pitchFamily="18" charset="0"/>
                              </a:rPr>
                              <m:t>𝒊</m:t>
                            </m:r>
                            <m:r>
                              <a:rPr lang="it-IT" b="1" i="1">
                                <a:solidFill>
                                  <a:srgbClr val="C13E29"/>
                                </a:solidFill>
                                <a:latin typeface="Cambria Math" panose="02040503050406030204" pitchFamily="18" charset="0"/>
                              </a:rPr>
                              <m:t>=</m:t>
                            </m:r>
                            <m:r>
                              <a:rPr lang="it-IT" b="1" i="1">
                                <a:solidFill>
                                  <a:srgbClr val="C13E29"/>
                                </a:solidFill>
                                <a:latin typeface="Cambria Math" panose="02040503050406030204" pitchFamily="18" charset="0"/>
                              </a:rPr>
                              <m:t>𝟏</m:t>
                            </m:r>
                          </m:sub>
                          <m:sup>
                            <m:r>
                              <a:rPr lang="it-IT" b="1" i="1">
                                <a:solidFill>
                                  <a:srgbClr val="C13E29"/>
                                </a:solidFill>
                                <a:latin typeface="Cambria Math" panose="02040503050406030204" pitchFamily="18" charset="0"/>
                              </a:rPr>
                              <m:t>𝑵</m:t>
                            </m:r>
                          </m:sup>
                          <m:e>
                            <m:sSub>
                              <m:sSubPr>
                                <m:ctrlPr>
                                  <a:rPr lang="it-IT" b="1" i="1">
                                    <a:solidFill>
                                      <a:srgbClr val="C13E29"/>
                                    </a:solidFill>
                                    <a:latin typeface="Cambria Math" panose="02040503050406030204" pitchFamily="18" charset="0"/>
                                  </a:rPr>
                                </m:ctrlPr>
                              </m:sSubPr>
                              <m:e>
                                <m:r>
                                  <a:rPr lang="it-IT" b="1" i="1">
                                    <a:solidFill>
                                      <a:srgbClr val="C13E29"/>
                                    </a:solidFill>
                                    <a:latin typeface="Cambria Math" panose="02040503050406030204" pitchFamily="18" charset="0"/>
                                  </a:rPr>
                                  <m:t>𝒘</m:t>
                                </m:r>
                              </m:e>
                              <m:sub>
                                <m:r>
                                  <a:rPr lang="it-IT" b="1" i="1">
                                    <a:solidFill>
                                      <a:srgbClr val="C13E29"/>
                                    </a:solidFill>
                                    <a:latin typeface="Cambria Math" panose="02040503050406030204" pitchFamily="18" charset="0"/>
                                  </a:rPr>
                                  <m:t>𝒊𝒋</m:t>
                                </m:r>
                              </m:sub>
                            </m:sSub>
                            <m:sSub>
                              <m:sSubPr>
                                <m:ctrlPr>
                                  <a:rPr lang="it-IT" b="1" i="1">
                                    <a:solidFill>
                                      <a:srgbClr val="C13E29"/>
                                    </a:solidFill>
                                    <a:latin typeface="Cambria Math" panose="02040503050406030204" pitchFamily="18" charset="0"/>
                                  </a:rPr>
                                </m:ctrlPr>
                              </m:sSubPr>
                              <m:e>
                                <m:r>
                                  <a:rPr lang="it-IT" b="1" i="1">
                                    <a:solidFill>
                                      <a:srgbClr val="C13E29"/>
                                    </a:solidFill>
                                    <a:latin typeface="Cambria Math" panose="02040503050406030204" pitchFamily="18" charset="0"/>
                                  </a:rPr>
                                  <m:t>𝑿</m:t>
                                </m:r>
                              </m:e>
                              <m:sub>
                                <m:r>
                                  <a:rPr lang="it-IT" b="1" i="1">
                                    <a:solidFill>
                                      <a:srgbClr val="C13E29"/>
                                    </a:solidFill>
                                    <a:latin typeface="Cambria Math" panose="02040503050406030204" pitchFamily="18" charset="0"/>
                                  </a:rPr>
                                  <m:t>𝒊</m:t>
                                </m:r>
                              </m:sub>
                            </m:sSub>
                            <m:r>
                              <a:rPr lang="it-IT" b="1" i="1">
                                <a:solidFill>
                                  <a:srgbClr val="C13E29"/>
                                </a:solidFill>
                                <a:latin typeface="Cambria Math" panose="02040503050406030204" pitchFamily="18" charset="0"/>
                              </a:rPr>
                              <m:t>−</m:t>
                            </m:r>
                            <m:sSub>
                              <m:sSubPr>
                                <m:ctrlPr>
                                  <a:rPr lang="it-IT" b="1" i="1">
                                    <a:solidFill>
                                      <a:srgbClr val="C13E29"/>
                                    </a:solidFill>
                                    <a:latin typeface="Cambria Math" panose="02040503050406030204" pitchFamily="18" charset="0"/>
                                  </a:rPr>
                                </m:ctrlPr>
                              </m:sSubPr>
                              <m:e>
                                <m:r>
                                  <a:rPr lang="it-IT" b="1" i="1">
                                    <a:solidFill>
                                      <a:srgbClr val="C13E29"/>
                                    </a:solidFill>
                                    <a:latin typeface="Cambria Math" panose="02040503050406030204" pitchFamily="18" charset="0"/>
                                  </a:rPr>
                                  <m:t>𝜽</m:t>
                                </m:r>
                              </m:e>
                              <m:sub>
                                <m:r>
                                  <a:rPr lang="it-IT" b="1" i="1">
                                    <a:solidFill>
                                      <a:srgbClr val="C13E29"/>
                                    </a:solidFill>
                                    <a:latin typeface="Cambria Math" panose="02040503050406030204" pitchFamily="18" charset="0"/>
                                  </a:rPr>
                                  <m:t>𝒊</m:t>
                                </m:r>
                              </m:sub>
                            </m:sSub>
                          </m:e>
                        </m:nary>
                      </m:e>
                    </m:d>
                  </m:oMath>
                </a14:m>
                <a:endParaRPr lang="it-IT" dirty="0">
                  <a:ln>
                    <a:noFill/>
                  </a:ln>
                  <a:solidFill>
                    <a:srgbClr val="C00000"/>
                  </a:solidFill>
                  <a:latin typeface="AcmeFont" pitchFamily="2" charset="0"/>
                </a:endParaRPr>
              </a:p>
            </p:txBody>
          </p:sp>
        </mc:Choice>
        <mc:Fallback xmlns="">
          <p:sp>
            <p:nvSpPr>
              <p:cNvPr id="10" name="Rettangolo arrotondato 9"/>
              <p:cNvSpPr>
                <a:spLocks noRot="1" noChangeAspect="1" noMove="1" noResize="1" noEditPoints="1" noAdjustHandles="1" noChangeArrowheads="1" noChangeShapeType="1" noTextEdit="1"/>
              </p:cNvSpPr>
              <p:nvPr/>
            </p:nvSpPr>
            <p:spPr>
              <a:xfrm>
                <a:off x="1749415" y="5402272"/>
                <a:ext cx="3049268" cy="766023"/>
              </a:xfrm>
              <a:prstGeom prst="roundRect">
                <a:avLst/>
              </a:prstGeom>
              <a:blipFill>
                <a:blip r:embed="rId4"/>
                <a:stretch>
                  <a:fillRect/>
                </a:stretch>
              </a:blipFill>
              <a:ln w="25400" cap="flat">
                <a:noFill/>
                <a:prstDash val="solid"/>
                <a:bevel/>
              </a:ln>
              <a:effectLst>
                <a:outerShdw blurRad="44450" dist="27940" dir="5400000" algn="ctr">
                  <a:srgbClr val="000000">
                    <a:alpha val="32000"/>
                  </a:srgbClr>
                </a:outerShdw>
              </a:effectLst>
            </p:spPr>
            <p:txBody>
              <a:bodyPr/>
              <a:lstStyle/>
              <a:p>
                <a:r>
                  <a:rPr lang="it-IT">
                    <a:noFill/>
                  </a:rPr>
                  <a:t> </a:t>
                </a:r>
              </a:p>
            </p:txBody>
          </p:sp>
        </mc:Fallback>
      </mc:AlternateContent>
      <p:pic>
        <p:nvPicPr>
          <p:cNvPr id="11" name="3JQ3hYko51Y"/>
          <p:cNvPicPr>
            <a:picLocks noRot="1" noChangeAspect="1"/>
          </p:cNvPicPr>
          <p:nvPr>
            <a:videoFile r:link="rId1"/>
          </p:nvPr>
        </p:nvPicPr>
        <p:blipFill>
          <a:blip r:embed="rId5"/>
          <a:stretch>
            <a:fillRect/>
          </a:stretch>
        </p:blipFill>
        <p:spPr>
          <a:xfrm>
            <a:off x="5378369" y="2485137"/>
            <a:ext cx="4905198" cy="3912088"/>
          </a:xfrm>
          <a:prstGeom prst="rect">
            <a:avLst/>
          </a:prstGeom>
        </p:spPr>
      </p:pic>
      <p:sp>
        <p:nvSpPr>
          <p:cNvPr id="18" name="Rettangolo 17"/>
          <p:cNvSpPr/>
          <p:nvPr/>
        </p:nvSpPr>
        <p:spPr>
          <a:xfrm>
            <a:off x="1718336" y="1364635"/>
            <a:ext cx="8565231" cy="830997"/>
          </a:xfrm>
          <a:prstGeom prst="rect">
            <a:avLst/>
          </a:prstGeom>
        </p:spPr>
        <p:txBody>
          <a:bodyPr wrap="square">
            <a:spAutoFit/>
          </a:bodyPr>
          <a:lstStyle/>
          <a:p>
            <a:pPr marL="285750" indent="-285750" fontAlgn="auto">
              <a:spcBef>
                <a:spcPts val="0"/>
              </a:spcBef>
              <a:spcAft>
                <a:spcPts val="0"/>
              </a:spcAft>
              <a:buFont typeface="Arial" panose="020B0604020202020204" pitchFamily="34" charset="0"/>
              <a:buChar char="•"/>
              <a:defRPr/>
            </a:pPr>
            <a:r>
              <a:rPr lang="en-US" sz="1600" b="1" dirty="0">
                <a:ln w="0"/>
                <a:effectLst>
                  <a:outerShdw blurRad="38100" dist="25400" dir="5400000" algn="ctr" rotWithShape="0">
                    <a:srgbClr val="6E747A">
                      <a:alpha val="43000"/>
                    </a:srgbClr>
                  </a:outerShdw>
                </a:effectLst>
              </a:rPr>
              <a:t>Artificial neural networks (ANN) or Connectionist Systems are computing systems vaguely inspired by the biological neural networks that constitute animal brains  (van </a:t>
            </a:r>
            <a:r>
              <a:rPr lang="en-US" sz="1600" b="1" dirty="0" err="1">
                <a:ln w="0"/>
                <a:effectLst>
                  <a:outerShdw blurRad="38100" dist="25400" dir="5400000" algn="ctr" rotWithShape="0">
                    <a:srgbClr val="6E747A">
                      <a:alpha val="43000"/>
                    </a:srgbClr>
                  </a:outerShdw>
                </a:effectLst>
              </a:rPr>
              <a:t>Gerven</a:t>
            </a:r>
            <a:r>
              <a:rPr lang="en-US" sz="1600" b="1" dirty="0">
                <a:ln w="0"/>
                <a:effectLst>
                  <a:outerShdw blurRad="38100" dist="25400" dir="5400000" algn="ctr" rotWithShape="0">
                    <a:srgbClr val="6E747A">
                      <a:alpha val="43000"/>
                    </a:srgbClr>
                  </a:outerShdw>
                </a:effectLst>
              </a:rPr>
              <a:t> &amp; </a:t>
            </a:r>
            <a:r>
              <a:rPr lang="en-US" sz="1600" b="1" dirty="0" err="1">
                <a:ln w="0"/>
                <a:effectLst>
                  <a:outerShdw blurRad="38100" dist="25400" dir="5400000" algn="ctr" rotWithShape="0">
                    <a:srgbClr val="6E747A">
                      <a:alpha val="43000"/>
                    </a:srgbClr>
                  </a:outerShdw>
                </a:effectLst>
              </a:rPr>
              <a:t>Bohte</a:t>
            </a:r>
            <a:r>
              <a:rPr lang="en-US" sz="1600" b="1" dirty="0">
                <a:ln w="0"/>
                <a:effectLst>
                  <a:outerShdw blurRad="38100" dist="25400" dir="5400000" algn="ctr" rotWithShape="0">
                    <a:srgbClr val="6E747A">
                      <a:alpha val="43000"/>
                    </a:srgbClr>
                  </a:outerShdw>
                </a:effectLst>
              </a:rPr>
              <a:t>, 2018)</a:t>
            </a:r>
            <a:endParaRPr lang="it-IT" sz="1600" b="1" dirty="0">
              <a:ln w="0"/>
              <a:effectLst>
                <a:outerShdw blurRad="38100" dist="25400" dir="5400000" algn="ctr" rotWithShape="0">
                  <a:srgbClr val="6E747A">
                    <a:alpha val="43000"/>
                  </a:srgbClr>
                </a:outerShdw>
              </a:effectLst>
            </a:endParaRPr>
          </a:p>
        </p:txBody>
      </p:sp>
      <p:pic>
        <p:nvPicPr>
          <p:cNvPr id="19" name="Immagine 18"/>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700660" y="2691225"/>
            <a:ext cx="3362164" cy="2422336"/>
          </a:xfrm>
          <a:prstGeom prst="rect">
            <a:avLst/>
          </a:prstGeom>
        </p:spPr>
      </p:pic>
      <p:sp>
        <p:nvSpPr>
          <p:cNvPr id="20" name="Rettangolo 19"/>
          <p:cNvSpPr/>
          <p:nvPr/>
        </p:nvSpPr>
        <p:spPr>
          <a:xfrm>
            <a:off x="1433741" y="2248562"/>
            <a:ext cx="3896003" cy="338554"/>
          </a:xfrm>
          <a:prstGeom prst="rect">
            <a:avLst/>
          </a:prstGeom>
          <a:noFill/>
        </p:spPr>
        <p:txBody>
          <a:bodyPr wrap="none" lIns="91440" tIns="45720" rIns="91440" bIns="45720">
            <a:spAutoFit/>
            <a:scene3d>
              <a:camera prst="orthographicFront"/>
              <a:lightRig rig="threePt" dir="t"/>
            </a:scene3d>
            <a:sp3d extrusionH="57150">
              <a:bevelT w="38100" h="38100"/>
            </a:sp3d>
          </a:bodyPr>
          <a:lstStyle/>
          <a:p>
            <a:pPr algn="ctr"/>
            <a:r>
              <a:rPr lang="it-IT" sz="1600" b="1" dirty="0" err="1">
                <a:ln w="0"/>
                <a:effectLst>
                  <a:outerShdw blurRad="38100" dist="25400" dir="5400000" algn="ctr" rotWithShape="0">
                    <a:srgbClr val="6E747A">
                      <a:alpha val="43000"/>
                    </a:srgbClr>
                  </a:outerShdw>
                </a:effectLst>
              </a:rPr>
              <a:t>Biological</a:t>
            </a:r>
            <a:r>
              <a:rPr lang="it-IT" sz="1600" b="1" dirty="0">
                <a:ln w="0"/>
                <a:effectLst>
                  <a:outerShdw blurRad="38100" dist="25400" dir="5400000" algn="ctr" rotWithShape="0">
                    <a:srgbClr val="6E747A">
                      <a:alpha val="43000"/>
                    </a:srgbClr>
                  </a:outerShdw>
                </a:effectLst>
              </a:rPr>
              <a:t> </a:t>
            </a:r>
            <a:r>
              <a:rPr lang="it-IT" sz="1600" b="1" dirty="0" err="1">
                <a:ln w="0"/>
                <a:effectLst>
                  <a:outerShdw blurRad="38100" dist="25400" dir="5400000" algn="ctr" rotWithShape="0">
                    <a:srgbClr val="6E747A">
                      <a:alpha val="43000"/>
                    </a:srgbClr>
                  </a:outerShdw>
                </a:effectLst>
              </a:rPr>
              <a:t>Neuron</a:t>
            </a:r>
            <a:r>
              <a:rPr lang="it-IT" sz="1600" b="1" dirty="0">
                <a:ln w="0"/>
                <a:effectLst>
                  <a:outerShdw blurRad="38100" dist="25400" dir="5400000" algn="ctr" rotWithShape="0">
                    <a:srgbClr val="6E747A">
                      <a:alpha val="43000"/>
                    </a:srgbClr>
                  </a:outerShdw>
                </a:effectLst>
              </a:rPr>
              <a:t> Vs </a:t>
            </a:r>
            <a:r>
              <a:rPr lang="it-IT" sz="1600" b="1" dirty="0" err="1">
                <a:ln w="0"/>
                <a:effectLst>
                  <a:outerShdw blurRad="38100" dist="25400" dir="5400000" algn="ctr" rotWithShape="0">
                    <a:srgbClr val="6E747A">
                      <a:alpha val="43000"/>
                    </a:srgbClr>
                  </a:outerShdw>
                </a:effectLst>
              </a:rPr>
              <a:t>Artificial</a:t>
            </a:r>
            <a:r>
              <a:rPr lang="it-IT" sz="1600" b="1" dirty="0">
                <a:ln w="0"/>
                <a:effectLst>
                  <a:outerShdw blurRad="38100" dist="25400" dir="5400000" algn="ctr" rotWithShape="0">
                    <a:srgbClr val="6E747A">
                      <a:alpha val="43000"/>
                    </a:srgbClr>
                  </a:outerShdw>
                </a:effectLst>
              </a:rPr>
              <a:t> </a:t>
            </a:r>
            <a:r>
              <a:rPr lang="it-IT" sz="1600" b="1" dirty="0" err="1">
                <a:ln w="0"/>
                <a:effectLst>
                  <a:outerShdw blurRad="38100" dist="25400" dir="5400000" algn="ctr" rotWithShape="0">
                    <a:srgbClr val="6E747A">
                      <a:alpha val="43000"/>
                    </a:srgbClr>
                  </a:outerShdw>
                </a:effectLst>
              </a:rPr>
              <a:t>Neuron</a:t>
            </a:r>
            <a:endParaRPr lang="it-IT" sz="1600" b="1" dirty="0">
              <a:ln w="0"/>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1893648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9C634-5B2F-EB57-6082-5DC720B813A1}"/>
            </a:ext>
          </a:extLst>
        </p:cNvPr>
        <p:cNvGrpSpPr/>
        <p:nvPr/>
      </p:nvGrpSpPr>
      <p:grpSpPr>
        <a:xfrm>
          <a:off x="0" y="0"/>
          <a:ext cx="0" cy="0"/>
          <a:chOff x="0" y="0"/>
          <a:chExt cx="0" cy="0"/>
        </a:xfrm>
      </p:grpSpPr>
      <p:sp>
        <p:nvSpPr>
          <p:cNvPr id="5" name="Segnaposto numero diapositiva 4">
            <a:extLst>
              <a:ext uri="{FF2B5EF4-FFF2-40B4-BE49-F238E27FC236}">
                <a16:creationId xmlns:a16="http://schemas.microsoft.com/office/drawing/2014/main" id="{4A6D192E-D33F-A0D5-D38F-C60012962D91}"/>
              </a:ext>
            </a:extLst>
          </p:cNvPr>
          <p:cNvSpPr>
            <a:spLocks noGrp="1"/>
          </p:cNvSpPr>
          <p:nvPr>
            <p:ph type="sldNum" sz="quarter" idx="11"/>
          </p:nvPr>
        </p:nvSpPr>
        <p:spPr/>
        <p:txBody>
          <a:bodyPr/>
          <a:lstStyle/>
          <a:p>
            <a:pPr>
              <a:defRPr/>
            </a:pPr>
            <a:fld id="{48B4153A-D4C5-4CEF-8992-0D8815C829E3}" type="slidenum">
              <a:rPr lang="en-US" smtClean="0"/>
              <a:pPr>
                <a:defRPr/>
              </a:pPr>
              <a:t>14</a:t>
            </a:fld>
            <a:endParaRPr lang="en-US" dirty="0"/>
          </a:p>
        </p:txBody>
      </p:sp>
      <p:sp>
        <p:nvSpPr>
          <p:cNvPr id="28" name="Titolo 2">
            <a:extLst>
              <a:ext uri="{FF2B5EF4-FFF2-40B4-BE49-F238E27FC236}">
                <a16:creationId xmlns:a16="http://schemas.microsoft.com/office/drawing/2014/main" id="{F35675A1-3ADB-3EC0-A6D4-2D22CE6CB45C}"/>
              </a:ext>
            </a:extLst>
          </p:cNvPr>
          <p:cNvSpPr>
            <a:spLocks noGrp="1"/>
          </p:cNvSpPr>
          <p:nvPr>
            <p:ph type="title"/>
          </p:nvPr>
        </p:nvSpPr>
        <p:spPr>
          <a:xfrm>
            <a:off x="584926" y="351199"/>
            <a:ext cx="11269308" cy="1923604"/>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rtlCol="0" anchor="b" anchorCtr="0" compatLnSpc="1">
            <a:prstTxWarp prst="textNoShape">
              <a:avLst/>
            </a:prstTxWarp>
            <a:spAutoFit/>
          </a:bodyPr>
          <a:lstStyle/>
          <a:p>
            <a:r>
              <a:rPr lang="en-US"/>
              <a:t>One traditional application ANN: Evolutionary robotics</a:t>
            </a:r>
            <a:br>
              <a:rPr lang="en-US"/>
            </a:br>
            <a:br>
              <a:rPr lang="it-IT"/>
            </a:br>
            <a:br>
              <a:rPr lang="it-IT"/>
            </a:br>
            <a:r>
              <a:rPr lang="it-IT">
                <a:solidFill>
                  <a:srgbClr val="464646"/>
                </a:solidFill>
              </a:rPr>
              <a:t> </a:t>
            </a:r>
            <a:br>
              <a:rPr lang="it-IT">
                <a:solidFill>
                  <a:srgbClr val="464646"/>
                </a:solidFill>
              </a:rPr>
            </a:br>
            <a:endParaRPr lang="it-IT" dirty="0"/>
          </a:p>
        </p:txBody>
      </p:sp>
      <p:sp>
        <p:nvSpPr>
          <p:cNvPr id="9" name="Sottotitolo 14"/>
          <p:cNvSpPr txBox="1">
            <a:spLocks/>
          </p:cNvSpPr>
          <p:nvPr/>
        </p:nvSpPr>
        <p:spPr>
          <a:xfrm>
            <a:off x="1711966" y="1338972"/>
            <a:ext cx="8534152" cy="1871662"/>
          </a:xfrm>
          <a:prstGeom prst="rect">
            <a:avLst/>
          </a:prstGeom>
          <a:solidFill>
            <a:schemeClr val="bg1">
              <a:alpha val="50000"/>
            </a:schemeClr>
          </a:solidFill>
        </p:spPr>
        <p:txBody>
          <a:bodyPr anchor="ctr"/>
          <a:lstStyle/>
          <a:p>
            <a:pPr algn="ctr" fontAlgn="auto">
              <a:spcBef>
                <a:spcPts val="0"/>
              </a:spcBef>
              <a:spcAft>
                <a:spcPts val="0"/>
              </a:spcAft>
              <a:defRPr/>
            </a:pPr>
            <a:r>
              <a:rPr lang="it-IT" sz="2200" b="1" cap="small" dirty="0">
                <a:latin typeface="Arial" panose="020B0604020202020204" pitchFamily="34" charset="0"/>
                <a:cs typeface="Arial" panose="020B0604020202020204" pitchFamily="34" charset="0"/>
              </a:rPr>
              <a:t>In </a:t>
            </a:r>
            <a:r>
              <a:rPr lang="it-IT" sz="2200" b="1" cap="small" dirty="0" err="1">
                <a:latin typeface="Arial" panose="020B0604020202020204" pitchFamily="34" charset="0"/>
                <a:cs typeface="Arial" panose="020B0604020202020204" pitchFamily="34" charset="0"/>
              </a:rPr>
              <a:t>order</a:t>
            </a:r>
            <a:r>
              <a:rPr lang="it-IT" sz="2200" b="1" cap="small" dirty="0">
                <a:latin typeface="Arial" panose="020B0604020202020204" pitchFamily="34" charset="0"/>
                <a:cs typeface="Arial" panose="020B0604020202020204" pitchFamily="34" charset="0"/>
              </a:rPr>
              <a:t> to </a:t>
            </a:r>
            <a:r>
              <a:rPr lang="it-IT" sz="2200" b="1" cap="small" dirty="0" err="1">
                <a:latin typeface="Arial" panose="020B0604020202020204" pitchFamily="34" charset="0"/>
                <a:cs typeface="Arial" panose="020B0604020202020204" pitchFamily="34" charset="0"/>
              </a:rPr>
              <a:t>overcome</a:t>
            </a:r>
            <a:r>
              <a:rPr lang="it-IT" sz="2200" b="1" cap="small" dirty="0">
                <a:latin typeface="Arial" panose="020B0604020202020204" pitchFamily="34" charset="0"/>
                <a:cs typeface="Arial" panose="020B0604020202020204" pitchFamily="34" charset="0"/>
              </a:rPr>
              <a:t> the </a:t>
            </a:r>
            <a:r>
              <a:rPr lang="it-IT" sz="2200" b="1" cap="small" dirty="0" err="1">
                <a:latin typeface="Arial" panose="020B0604020202020204" pitchFamily="34" charset="0"/>
                <a:cs typeface="Arial" panose="020B0604020202020204" pitchFamily="34" charset="0"/>
              </a:rPr>
              <a:t>problems</a:t>
            </a:r>
            <a:r>
              <a:rPr lang="it-IT" sz="2200" b="1" cap="small" dirty="0">
                <a:latin typeface="Arial" panose="020B0604020202020204" pitchFamily="34" charset="0"/>
                <a:cs typeface="Arial" panose="020B0604020202020204" pitchFamily="34" charset="0"/>
              </a:rPr>
              <a:t> </a:t>
            </a:r>
            <a:r>
              <a:rPr lang="it-IT" sz="2200" b="1" cap="small" dirty="0" err="1">
                <a:latin typeface="Arial" panose="020B0604020202020204" pitchFamily="34" charset="0"/>
                <a:cs typeface="Arial" panose="020B0604020202020204" pitchFamily="34" charset="0"/>
              </a:rPr>
              <a:t>associated</a:t>
            </a:r>
            <a:r>
              <a:rPr lang="it-IT" sz="2200" b="1" cap="small" dirty="0">
                <a:latin typeface="Arial" panose="020B0604020202020204" pitchFamily="34" charset="0"/>
                <a:cs typeface="Arial" panose="020B0604020202020204" pitchFamily="34" charset="0"/>
              </a:rPr>
              <a:t> with the </a:t>
            </a:r>
            <a:r>
              <a:rPr lang="it-IT" sz="2200" b="1" cap="small" dirty="0" err="1">
                <a:latin typeface="Arial" panose="020B0604020202020204" pitchFamily="34" charset="0"/>
                <a:cs typeface="Arial" panose="020B0604020202020204" pitchFamily="34" charset="0"/>
              </a:rPr>
              <a:t>robotic</a:t>
            </a:r>
            <a:r>
              <a:rPr lang="it-IT" sz="2200" b="1" cap="small" dirty="0">
                <a:latin typeface="Arial" panose="020B0604020202020204" pitchFamily="34" charset="0"/>
                <a:cs typeface="Arial" panose="020B0604020202020204" pitchFamily="34" charset="0"/>
              </a:rPr>
              <a:t> system </a:t>
            </a:r>
            <a:r>
              <a:rPr lang="it-IT" sz="2200" b="1" cap="small" dirty="0" err="1">
                <a:latin typeface="Arial" panose="020B0604020202020204" pitchFamily="34" charset="0"/>
                <a:cs typeface="Arial" panose="020B0604020202020204" pitchFamily="34" charset="0"/>
              </a:rPr>
              <a:t>decomposition</a:t>
            </a:r>
            <a:r>
              <a:rPr lang="it-IT" sz="2200" b="1" cap="small" dirty="0">
                <a:latin typeface="Arial" panose="020B0604020202020204" pitchFamily="34" charset="0"/>
                <a:cs typeface="Arial" panose="020B0604020202020204" pitchFamily="34" charset="0"/>
              </a:rPr>
              <a:t> of </a:t>
            </a:r>
            <a:r>
              <a:rPr lang="it-IT" sz="2200" b="1" cap="small" dirty="0" err="1">
                <a:latin typeface="Arial" panose="020B0604020202020204" pitchFamily="34" charset="0"/>
                <a:cs typeface="Arial" panose="020B0604020202020204" pitchFamily="34" charset="0"/>
              </a:rPr>
              <a:t>traditional</a:t>
            </a:r>
            <a:r>
              <a:rPr lang="it-IT" sz="2200" b="1" cap="small" dirty="0">
                <a:latin typeface="Arial" panose="020B0604020202020204" pitchFamily="34" charset="0"/>
                <a:cs typeface="Arial" panose="020B0604020202020204" pitchFamily="34" charset="0"/>
              </a:rPr>
              <a:t> </a:t>
            </a:r>
            <a:r>
              <a:rPr lang="it-IT" sz="2200" b="1" cap="small" dirty="0" err="1">
                <a:latin typeface="Arial" panose="020B0604020202020204" pitchFamily="34" charset="0"/>
                <a:cs typeface="Arial" panose="020B0604020202020204" pitchFamily="34" charset="0"/>
              </a:rPr>
              <a:t>approaches</a:t>
            </a:r>
            <a:r>
              <a:rPr lang="it-IT" sz="2200" b="1" cap="small" dirty="0">
                <a:latin typeface="Arial" panose="020B0604020202020204" pitchFamily="34" charset="0"/>
                <a:cs typeface="Arial" panose="020B0604020202020204" pitchFamily="34" charset="0"/>
              </a:rPr>
              <a:t> (i.e. </a:t>
            </a:r>
            <a:r>
              <a:rPr lang="it-IT" sz="2200" b="1" cap="small" dirty="0" err="1">
                <a:latin typeface="Arial" panose="020B0604020202020204" pitchFamily="34" charset="0"/>
                <a:cs typeface="Arial" panose="020B0604020202020204" pitchFamily="34" charset="0"/>
              </a:rPr>
              <a:t>behavior-based</a:t>
            </a:r>
            <a:r>
              <a:rPr lang="it-IT" sz="2200" b="1" cap="small" dirty="0">
                <a:latin typeface="Arial" panose="020B0604020202020204" pitchFamily="34" charset="0"/>
                <a:cs typeface="Arial" panose="020B0604020202020204" pitchFamily="34" charset="0"/>
              </a:rPr>
              <a:t> </a:t>
            </a:r>
            <a:r>
              <a:rPr lang="it-IT" sz="2200" b="1" cap="small" dirty="0" err="1">
                <a:latin typeface="Arial" panose="020B0604020202020204" pitchFamily="34" charset="0"/>
                <a:cs typeface="Arial" panose="020B0604020202020204" pitchFamily="34" charset="0"/>
              </a:rPr>
              <a:t>robotics</a:t>
            </a:r>
            <a:r>
              <a:rPr lang="it-IT" sz="2200" b="1" cap="small" dirty="0">
                <a:latin typeface="Arial" panose="020B0604020202020204" pitchFamily="34" charset="0"/>
                <a:cs typeface="Arial" panose="020B0604020202020204" pitchFamily="34" charset="0"/>
              </a:rPr>
              <a:t>), </a:t>
            </a:r>
            <a:r>
              <a:rPr lang="it-IT" sz="2200" b="1" cap="small" dirty="0" err="1">
                <a:latin typeface="Arial" panose="020B0604020202020204" pitchFamily="34" charset="0"/>
                <a:cs typeface="Arial" panose="020B0604020202020204" pitchFamily="34" charset="0"/>
              </a:rPr>
              <a:t>evolutionary</a:t>
            </a:r>
            <a:r>
              <a:rPr lang="it-IT" sz="2200" b="1" cap="small" dirty="0">
                <a:latin typeface="Arial" panose="020B0604020202020204" pitchFamily="34" charset="0"/>
                <a:cs typeface="Arial" panose="020B0604020202020204" pitchFamily="34" charset="0"/>
              </a:rPr>
              <a:t> </a:t>
            </a:r>
            <a:r>
              <a:rPr lang="it-IT" sz="2200" b="1" cap="small" dirty="0" err="1">
                <a:latin typeface="Arial" panose="020B0604020202020204" pitchFamily="34" charset="0"/>
                <a:cs typeface="Arial" panose="020B0604020202020204" pitchFamily="34" charset="0"/>
              </a:rPr>
              <a:t>robotics</a:t>
            </a:r>
            <a:r>
              <a:rPr lang="it-IT" sz="2200" b="1" cap="small" dirty="0">
                <a:latin typeface="Arial" panose="020B0604020202020204" pitchFamily="34" charset="0"/>
                <a:cs typeface="Arial" panose="020B0604020202020204" pitchFamily="34" charset="0"/>
              </a:rPr>
              <a:t> can be </a:t>
            </a:r>
            <a:r>
              <a:rPr lang="it-IT" sz="2200" b="1" cap="small" dirty="0" err="1">
                <a:latin typeface="Arial" panose="020B0604020202020204" pitchFamily="34" charset="0"/>
                <a:cs typeface="Arial" panose="020B0604020202020204" pitchFamily="34" charset="0"/>
              </a:rPr>
              <a:t>used</a:t>
            </a:r>
            <a:r>
              <a:rPr lang="it-IT" sz="2200" b="1" cap="small" dirty="0">
                <a:latin typeface="Arial" panose="020B0604020202020204" pitchFamily="34" charset="0"/>
                <a:cs typeface="Arial" panose="020B0604020202020204" pitchFamily="34" charset="0"/>
              </a:rPr>
              <a:t>, </a:t>
            </a:r>
            <a:r>
              <a:rPr lang="it-IT" sz="2200" b="1" cap="small" dirty="0" err="1">
                <a:latin typeface="Arial" panose="020B0604020202020204" pitchFamily="34" charset="0"/>
                <a:cs typeface="Arial" panose="020B0604020202020204" pitchFamily="34" charset="0"/>
              </a:rPr>
              <a:t>where</a:t>
            </a:r>
            <a:r>
              <a:rPr lang="it-IT" sz="2200" b="1" cap="small" dirty="0">
                <a:latin typeface="Arial" panose="020B0604020202020204" pitchFamily="34" charset="0"/>
                <a:cs typeface="Arial" panose="020B0604020202020204" pitchFamily="34" charset="0"/>
              </a:rPr>
              <a:t> the </a:t>
            </a:r>
            <a:r>
              <a:rPr lang="it-IT" sz="2200" b="1" cap="small" dirty="0" err="1">
                <a:latin typeface="Arial" panose="020B0604020202020204" pitchFamily="34" charset="0"/>
                <a:cs typeface="Arial" panose="020B0604020202020204" pitchFamily="34" charset="0"/>
              </a:rPr>
              <a:t>robotic</a:t>
            </a:r>
            <a:r>
              <a:rPr lang="it-IT" sz="2200" b="1" cap="small" dirty="0">
                <a:latin typeface="Arial" panose="020B0604020202020204" pitchFamily="34" charset="0"/>
                <a:cs typeface="Arial" panose="020B0604020202020204" pitchFamily="34" charset="0"/>
              </a:rPr>
              <a:t> system </a:t>
            </a:r>
            <a:r>
              <a:rPr lang="it-IT" sz="2200" b="1" cap="small" dirty="0" err="1">
                <a:latin typeface="Arial" panose="020B0604020202020204" pitchFamily="34" charset="0"/>
                <a:cs typeface="Arial" panose="020B0604020202020204" pitchFamily="34" charset="0"/>
              </a:rPr>
              <a:t>is</a:t>
            </a:r>
            <a:r>
              <a:rPr lang="it-IT" sz="2200" b="1" cap="small" dirty="0">
                <a:latin typeface="Arial" panose="020B0604020202020204" pitchFamily="34" charset="0"/>
                <a:cs typeface="Arial" panose="020B0604020202020204" pitchFamily="34" charset="0"/>
              </a:rPr>
              <a:t> </a:t>
            </a:r>
            <a:r>
              <a:rPr lang="it-IT" sz="2200" b="1" cap="small" dirty="0" err="1">
                <a:latin typeface="Arial" panose="020B0604020202020204" pitchFamily="34" charset="0"/>
                <a:cs typeface="Arial" panose="020B0604020202020204" pitchFamily="34" charset="0"/>
              </a:rPr>
              <a:t>able</a:t>
            </a:r>
            <a:r>
              <a:rPr lang="it-IT" sz="2200" b="1" cap="small" dirty="0">
                <a:latin typeface="Arial" panose="020B0604020202020204" pitchFamily="34" charset="0"/>
                <a:cs typeface="Arial" panose="020B0604020202020204" pitchFamily="34" charset="0"/>
              </a:rPr>
              <a:t> to self-</a:t>
            </a:r>
            <a:r>
              <a:rPr lang="it-IT" sz="2200" b="1" cap="small" dirty="0" err="1">
                <a:latin typeface="Arial" panose="020B0604020202020204" pitchFamily="34" charset="0"/>
                <a:cs typeface="Arial" panose="020B0604020202020204" pitchFamily="34" charset="0"/>
              </a:rPr>
              <a:t>organize</a:t>
            </a:r>
            <a:endParaRPr lang="en-US" sz="2200" b="1" dirty="0">
              <a:latin typeface="Arial" panose="020B0604020202020204" pitchFamily="34" charset="0"/>
              <a:cs typeface="Arial" panose="020B0604020202020204" pitchFamily="34" charset="0"/>
            </a:endParaRPr>
          </a:p>
          <a:p>
            <a:pPr algn="ctr" fontAlgn="auto">
              <a:spcBef>
                <a:spcPts val="0"/>
              </a:spcBef>
              <a:spcAft>
                <a:spcPts val="0"/>
              </a:spcAft>
              <a:defRPr/>
            </a:pPr>
            <a:r>
              <a:rPr lang="en-US" sz="2200" cap="small" dirty="0">
                <a:latin typeface="Arial" panose="020B0604020202020204" pitchFamily="34" charset="0"/>
                <a:cs typeface="Arial" panose="020B0604020202020204" pitchFamily="34" charset="0"/>
              </a:rPr>
              <a:t>[</a:t>
            </a:r>
            <a:r>
              <a:rPr lang="en-US" sz="2200" i="1" cap="small" dirty="0" err="1">
                <a:latin typeface="Arial" panose="020B0604020202020204" pitchFamily="34" charset="0"/>
                <a:cs typeface="Arial" panose="020B0604020202020204" pitchFamily="34" charset="0"/>
              </a:rPr>
              <a:t>Nolfi</a:t>
            </a:r>
            <a:r>
              <a:rPr lang="en-US" sz="2200" i="1" cap="small" dirty="0">
                <a:latin typeface="Arial" panose="020B0604020202020204" pitchFamily="34" charset="0"/>
                <a:cs typeface="Arial" panose="020B0604020202020204" pitchFamily="34" charset="0"/>
              </a:rPr>
              <a:t>, S., </a:t>
            </a:r>
            <a:r>
              <a:rPr lang="en-US" sz="2200" i="1" cap="small" dirty="0" err="1">
                <a:latin typeface="Arial" panose="020B0604020202020204" pitchFamily="34" charset="0"/>
                <a:cs typeface="Arial" panose="020B0604020202020204" pitchFamily="34" charset="0"/>
              </a:rPr>
              <a:t>Floreano</a:t>
            </a:r>
            <a:r>
              <a:rPr lang="en-US" sz="2200" i="1" cap="small" dirty="0">
                <a:latin typeface="Arial" panose="020B0604020202020204" pitchFamily="34" charset="0"/>
                <a:cs typeface="Arial" panose="020B0604020202020204" pitchFamily="34" charset="0"/>
              </a:rPr>
              <a:t>, D </a:t>
            </a:r>
            <a:r>
              <a:rPr lang="en-US" sz="2200" i="1" cap="small">
                <a:latin typeface="Arial" panose="020B0604020202020204" pitchFamily="34" charset="0"/>
                <a:cs typeface="Arial" panose="020B0604020202020204" pitchFamily="34" charset="0"/>
              </a:rPr>
              <a:t>., 2002</a:t>
            </a:r>
            <a:r>
              <a:rPr lang="en-US" sz="2200" cap="small">
                <a:latin typeface="Arial" panose="020B0604020202020204" pitchFamily="34" charset="0"/>
                <a:cs typeface="Arial" panose="020B0604020202020204" pitchFamily="34" charset="0"/>
              </a:rPr>
              <a:t>].</a:t>
            </a:r>
            <a:endParaRPr lang="it-IT" sz="2200" cap="small" dirty="0">
              <a:latin typeface="Arial" panose="020B0604020202020204" pitchFamily="34" charset="0"/>
              <a:cs typeface="Arial" panose="020B0604020202020204" pitchFamily="34" charset="0"/>
            </a:endParaRPr>
          </a:p>
        </p:txBody>
      </p:sp>
      <p:grpSp>
        <p:nvGrpSpPr>
          <p:cNvPr id="13" name="Gruppo 12"/>
          <p:cNvGrpSpPr/>
          <p:nvPr/>
        </p:nvGrpSpPr>
        <p:grpSpPr>
          <a:xfrm>
            <a:off x="2954707" y="3607836"/>
            <a:ext cx="2921479" cy="2436048"/>
            <a:chOff x="1344844" y="3794927"/>
            <a:chExt cx="2921479" cy="2436048"/>
          </a:xfrm>
        </p:grpSpPr>
        <p:pic>
          <p:nvPicPr>
            <p:cNvPr id="14" name="Picture 2" descr="Risultati immagini per Genetic Algorithm"/>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13185" r="1246" b="10878"/>
            <a:stretch/>
          </p:blipFill>
          <p:spPr bwMode="auto">
            <a:xfrm>
              <a:off x="1403648" y="3794927"/>
              <a:ext cx="2803872" cy="2025544"/>
            </a:xfrm>
            <a:prstGeom prst="rect">
              <a:avLst/>
            </a:prstGeom>
            <a:noFill/>
            <a:extLst>
              <a:ext uri="{909E8E84-426E-40DD-AFC4-6F175D3DCCD1}">
                <a14:hiddenFill xmlns:a14="http://schemas.microsoft.com/office/drawing/2010/main">
                  <a:solidFill>
                    <a:srgbClr val="FFFFFF"/>
                  </a:solidFill>
                </a14:hiddenFill>
              </a:ext>
            </a:extLst>
          </p:spPr>
        </p:pic>
        <p:sp>
          <p:nvSpPr>
            <p:cNvPr id="15" name="Rettangolo arrotondato 14"/>
            <p:cNvSpPr/>
            <p:nvPr/>
          </p:nvSpPr>
          <p:spPr>
            <a:xfrm>
              <a:off x="1344844" y="5822355"/>
              <a:ext cx="2921479" cy="408620"/>
            </a:xfrm>
            <a:prstGeom prst="roundRect">
              <a:avLst/>
            </a:prstGeom>
            <a:solidFill>
              <a:srgbClr val="EDEDED"/>
            </a:solidFill>
            <a:ln w="25400" cap="flat">
              <a:noFill/>
              <a:prstDash val="solid"/>
              <a:beve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sp3d extrusionH="57150">
                <a:bevelT w="38100" h="38100"/>
              </a:sp3d>
            </a:bodyPr>
            <a:lstStyle/>
            <a:p>
              <a:pPr algn="ctr" defTabSz="914400" fontAlgn="auto" latinLnBrk="1">
                <a:spcBef>
                  <a:spcPts val="0"/>
                </a:spcBef>
                <a:spcAft>
                  <a:spcPts val="0"/>
                </a:spcAft>
              </a:pPr>
              <a:r>
                <a:rPr lang="it-IT" dirty="0" err="1">
                  <a:solidFill>
                    <a:srgbClr val="C13E29"/>
                  </a:solidFill>
                  <a:latin typeface="AcmeFont" pitchFamily="2" charset="0"/>
                </a:rPr>
                <a:t>NeuroGenetic</a:t>
              </a:r>
              <a:r>
                <a:rPr lang="it-IT" dirty="0">
                  <a:solidFill>
                    <a:srgbClr val="C13E29"/>
                  </a:solidFill>
                  <a:latin typeface="AcmeFont" pitchFamily="2" charset="0"/>
                </a:rPr>
                <a:t> </a:t>
              </a:r>
              <a:r>
                <a:rPr lang="it-IT" dirty="0" err="1">
                  <a:solidFill>
                    <a:srgbClr val="C13E29"/>
                  </a:solidFill>
                  <a:latin typeface="AcmeFont" pitchFamily="2" charset="0"/>
                </a:rPr>
                <a:t>Algorithm</a:t>
              </a:r>
              <a:r>
                <a:rPr lang="it-IT" dirty="0">
                  <a:ln>
                    <a:noFill/>
                  </a:ln>
                  <a:solidFill>
                    <a:srgbClr val="C00000"/>
                  </a:solidFill>
                  <a:latin typeface="AcmeFont" pitchFamily="2" charset="0"/>
                </a:rPr>
                <a:t> </a:t>
              </a:r>
            </a:p>
          </p:txBody>
        </p:sp>
      </p:grpSp>
      <p:grpSp>
        <p:nvGrpSpPr>
          <p:cNvPr id="16" name="Gruppo 15"/>
          <p:cNvGrpSpPr/>
          <p:nvPr/>
        </p:nvGrpSpPr>
        <p:grpSpPr>
          <a:xfrm>
            <a:off x="6059083" y="3505460"/>
            <a:ext cx="2921479" cy="2531076"/>
            <a:chOff x="4860032" y="3698015"/>
            <a:chExt cx="2921479" cy="2531076"/>
          </a:xfrm>
        </p:grpSpPr>
        <p:sp>
          <p:nvSpPr>
            <p:cNvPr id="17" name="Rettangolo arrotondato 16"/>
            <p:cNvSpPr/>
            <p:nvPr/>
          </p:nvSpPr>
          <p:spPr>
            <a:xfrm>
              <a:off x="5060630" y="3698015"/>
              <a:ext cx="2520281" cy="2136290"/>
            </a:xfrm>
            <a:prstGeom prst="roundRect">
              <a:avLst>
                <a:gd name="adj" fmla="val 10000"/>
              </a:avLst>
            </a:prstGeom>
            <a:blipFill rotWithShape="0">
              <a:blip r:embed="rId4" cstate="print"/>
              <a:srcRect/>
              <a:stretch>
                <a:fillRect l="-17858" r="-10704" b="-6042"/>
              </a:stretch>
            </a:blipFill>
          </p:spPr>
          <p:style>
            <a:lnRef idx="2">
              <a:schemeClr val="lt1">
                <a:hueOff val="0"/>
                <a:satOff val="0"/>
                <a:lumOff val="0"/>
                <a:alphaOff val="0"/>
              </a:schemeClr>
            </a:lnRef>
            <a:fillRef idx="1">
              <a:scrgbClr r="0" g="0" b="0"/>
            </a:fillRef>
            <a:effectRef idx="0">
              <a:schemeClr val="accent1">
                <a:tint val="50000"/>
                <a:hueOff val="0"/>
                <a:satOff val="0"/>
                <a:lumOff val="0"/>
                <a:alphaOff val="0"/>
              </a:schemeClr>
            </a:effectRef>
            <a:fontRef idx="minor">
              <a:schemeClr val="lt1">
                <a:hueOff val="0"/>
                <a:satOff val="0"/>
                <a:lumOff val="0"/>
                <a:alphaOff val="0"/>
              </a:schemeClr>
            </a:fontRef>
          </p:style>
        </p:sp>
        <p:sp>
          <p:nvSpPr>
            <p:cNvPr id="21" name="Rettangolo arrotondato 20"/>
            <p:cNvSpPr/>
            <p:nvPr/>
          </p:nvSpPr>
          <p:spPr>
            <a:xfrm>
              <a:off x="4860032" y="5820471"/>
              <a:ext cx="2921479" cy="408620"/>
            </a:xfrm>
            <a:prstGeom prst="roundRect">
              <a:avLst/>
            </a:prstGeom>
            <a:solidFill>
              <a:srgbClr val="EDEDED"/>
            </a:solidFill>
            <a:ln w="25400" cap="flat">
              <a:noFill/>
              <a:prstDash val="solid"/>
              <a:beve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sp3d extrusionH="57150">
                <a:bevelT w="38100" h="38100"/>
              </a:sp3d>
            </a:bodyPr>
            <a:lstStyle/>
            <a:p>
              <a:pPr algn="ctr" defTabSz="914400" fontAlgn="auto" latinLnBrk="1">
                <a:spcBef>
                  <a:spcPts val="0"/>
                </a:spcBef>
                <a:spcAft>
                  <a:spcPts val="0"/>
                </a:spcAft>
              </a:pPr>
              <a:r>
                <a:rPr lang="it-IT" dirty="0">
                  <a:solidFill>
                    <a:srgbClr val="C00000"/>
                  </a:solidFill>
                  <a:latin typeface="AcmeFont" pitchFamily="2" charset="0"/>
                </a:rPr>
                <a:t>Control </a:t>
              </a:r>
              <a:r>
                <a:rPr lang="it-IT" dirty="0" err="1">
                  <a:solidFill>
                    <a:srgbClr val="C00000"/>
                  </a:solidFill>
                  <a:latin typeface="AcmeFont" pitchFamily="2" charset="0"/>
                </a:rPr>
                <a:t>Neural</a:t>
              </a:r>
              <a:r>
                <a:rPr lang="it-IT" dirty="0">
                  <a:solidFill>
                    <a:srgbClr val="C00000"/>
                  </a:solidFill>
                  <a:latin typeface="AcmeFont" pitchFamily="2" charset="0"/>
                </a:rPr>
                <a:t> Network</a:t>
              </a:r>
            </a:p>
          </p:txBody>
        </p:sp>
      </p:grpSp>
    </p:spTree>
    <p:extLst>
      <p:ext uri="{BB962C8B-B14F-4D97-AF65-F5344CB8AC3E}">
        <p14:creationId xmlns:p14="http://schemas.microsoft.com/office/powerpoint/2010/main" val="19158980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9C634-5B2F-EB57-6082-5DC720B813A1}"/>
            </a:ext>
          </a:extLst>
        </p:cNvPr>
        <p:cNvGrpSpPr/>
        <p:nvPr/>
      </p:nvGrpSpPr>
      <p:grpSpPr>
        <a:xfrm>
          <a:off x="0" y="0"/>
          <a:ext cx="0" cy="0"/>
          <a:chOff x="0" y="0"/>
          <a:chExt cx="0" cy="0"/>
        </a:xfrm>
      </p:grpSpPr>
      <p:sp>
        <p:nvSpPr>
          <p:cNvPr id="5" name="Segnaposto numero diapositiva 4">
            <a:extLst>
              <a:ext uri="{FF2B5EF4-FFF2-40B4-BE49-F238E27FC236}">
                <a16:creationId xmlns:a16="http://schemas.microsoft.com/office/drawing/2014/main" id="{4A6D192E-D33F-A0D5-D38F-C60012962D91}"/>
              </a:ext>
            </a:extLst>
          </p:cNvPr>
          <p:cNvSpPr>
            <a:spLocks noGrp="1"/>
          </p:cNvSpPr>
          <p:nvPr>
            <p:ph type="sldNum" sz="quarter" idx="11"/>
          </p:nvPr>
        </p:nvSpPr>
        <p:spPr/>
        <p:txBody>
          <a:bodyPr/>
          <a:lstStyle/>
          <a:p>
            <a:pPr>
              <a:defRPr/>
            </a:pPr>
            <a:fld id="{48B4153A-D4C5-4CEF-8992-0D8815C829E3}" type="slidenum">
              <a:rPr lang="en-US" smtClean="0"/>
              <a:pPr>
                <a:defRPr/>
              </a:pPr>
              <a:t>15</a:t>
            </a:fld>
            <a:endParaRPr lang="en-US" dirty="0"/>
          </a:p>
        </p:txBody>
      </p:sp>
      <p:sp>
        <p:nvSpPr>
          <p:cNvPr id="28" name="Titolo 2">
            <a:extLst>
              <a:ext uri="{FF2B5EF4-FFF2-40B4-BE49-F238E27FC236}">
                <a16:creationId xmlns:a16="http://schemas.microsoft.com/office/drawing/2014/main" id="{F35675A1-3ADB-3EC0-A6D4-2D22CE6CB45C}"/>
              </a:ext>
            </a:extLst>
          </p:cNvPr>
          <p:cNvSpPr>
            <a:spLocks noGrp="1"/>
          </p:cNvSpPr>
          <p:nvPr>
            <p:ph type="title"/>
          </p:nvPr>
        </p:nvSpPr>
        <p:spPr>
          <a:xfrm>
            <a:off x="574294" y="371924"/>
            <a:ext cx="11269308" cy="2308324"/>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rtlCol="0" anchor="b" anchorCtr="0" compatLnSpc="1">
            <a:prstTxWarp prst="textNoShape">
              <a:avLst/>
            </a:prstTxWarp>
            <a:spAutoFit/>
          </a:bodyPr>
          <a:lstStyle/>
          <a:p>
            <a:r>
              <a:rPr lang="en-US"/>
              <a:t>EXPERIMENTAL  SETUP</a:t>
            </a:r>
            <a:br>
              <a:rPr lang="en-US"/>
            </a:br>
            <a:br>
              <a:rPr lang="en-US"/>
            </a:br>
            <a:br>
              <a:rPr lang="it-IT"/>
            </a:br>
            <a:br>
              <a:rPr lang="it-IT"/>
            </a:br>
            <a:r>
              <a:rPr lang="it-IT">
                <a:solidFill>
                  <a:srgbClr val="464646"/>
                </a:solidFill>
              </a:rPr>
              <a:t> </a:t>
            </a:r>
            <a:br>
              <a:rPr lang="it-IT">
                <a:solidFill>
                  <a:srgbClr val="464646"/>
                </a:solidFill>
              </a:rPr>
            </a:br>
            <a:endParaRPr lang="it-IT" dirty="0"/>
          </a:p>
        </p:txBody>
      </p:sp>
      <p:grpSp>
        <p:nvGrpSpPr>
          <p:cNvPr id="11" name="Gruppo 10"/>
          <p:cNvGrpSpPr/>
          <p:nvPr/>
        </p:nvGrpSpPr>
        <p:grpSpPr>
          <a:xfrm>
            <a:off x="5879976" y="1744540"/>
            <a:ext cx="4135058" cy="3637403"/>
            <a:chOff x="4279618" y="2131356"/>
            <a:chExt cx="4135058" cy="3637403"/>
          </a:xfrm>
        </p:grpSpPr>
        <p:pic>
          <p:nvPicPr>
            <p:cNvPr id="12" name="Immagine 13" descr="neural_net1.jpg"/>
            <p:cNvPicPr>
              <a:picLocks noChangeAspect="1"/>
            </p:cNvPicPr>
            <p:nvPr/>
          </p:nvPicPr>
          <p:blipFill rotWithShape="1">
            <a:blip r:embed="rId3">
              <a:extLst>
                <a:ext uri="{28A0092B-C50C-407E-A947-70E740481C1C}">
                  <a14:useLocalDpi xmlns:a14="http://schemas.microsoft.com/office/drawing/2010/main" val="0"/>
                </a:ext>
              </a:extLst>
            </a:blip>
            <a:srcRect b="2518"/>
            <a:stretch/>
          </p:blipFill>
          <p:spPr bwMode="auto">
            <a:xfrm>
              <a:off x="4279618" y="2539976"/>
              <a:ext cx="4135058" cy="32287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 name="Rettangolo arrotondato 17"/>
            <p:cNvSpPr/>
            <p:nvPr/>
          </p:nvSpPr>
          <p:spPr>
            <a:xfrm>
              <a:off x="4886408" y="2131356"/>
              <a:ext cx="2921479" cy="408620"/>
            </a:xfrm>
            <a:prstGeom prst="roundRect">
              <a:avLst/>
            </a:prstGeom>
            <a:solidFill>
              <a:srgbClr val="EDEDED"/>
            </a:solidFill>
            <a:ln w="25400" cap="flat">
              <a:noFill/>
              <a:prstDash val="solid"/>
              <a:beve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sp3d extrusionH="57150">
                <a:bevelT w="38100" h="38100"/>
              </a:sp3d>
            </a:bodyPr>
            <a:lstStyle/>
            <a:p>
              <a:pPr algn="ctr" defTabSz="914400" fontAlgn="auto" latinLnBrk="1">
                <a:spcBef>
                  <a:spcPts val="0"/>
                </a:spcBef>
                <a:spcAft>
                  <a:spcPts val="0"/>
                </a:spcAft>
              </a:pPr>
              <a:r>
                <a:rPr lang="it-IT" dirty="0">
                  <a:solidFill>
                    <a:srgbClr val="C00000"/>
                  </a:solidFill>
                  <a:latin typeface="AcmeFont" pitchFamily="2" charset="0"/>
                </a:rPr>
                <a:t>NEURAL NETWORK</a:t>
              </a:r>
            </a:p>
          </p:txBody>
        </p:sp>
      </p:grpSp>
      <p:sp>
        <p:nvSpPr>
          <p:cNvPr id="19" name="CasellaDiTesto 23"/>
          <p:cNvSpPr txBox="1">
            <a:spLocks noChangeArrowheads="1"/>
          </p:cNvSpPr>
          <p:nvPr/>
        </p:nvSpPr>
        <p:spPr bwMode="auto">
          <a:xfrm>
            <a:off x="2024064" y="1428750"/>
            <a:ext cx="8072437"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endParaRPr lang="it-IT" altLang="it-IT">
              <a:latin typeface="Calibri" pitchFamily="34" charset="0"/>
            </a:endParaRPr>
          </a:p>
        </p:txBody>
      </p:sp>
      <mc:AlternateContent xmlns:mc="http://schemas.openxmlformats.org/markup-compatibility/2006" xmlns:a14="http://schemas.microsoft.com/office/drawing/2010/main">
        <mc:Choice Requires="a14">
          <p:sp>
            <p:nvSpPr>
              <p:cNvPr id="20" name="Rettangolo arrotondato 19"/>
              <p:cNvSpPr/>
              <p:nvPr/>
            </p:nvSpPr>
            <p:spPr>
              <a:xfrm>
                <a:off x="1919537" y="5384619"/>
                <a:ext cx="8534151" cy="888042"/>
              </a:xfrm>
              <a:prstGeom prst="roundRect">
                <a:avLst/>
              </a:prstGeom>
              <a:solidFill>
                <a:srgbClr val="EDEDED"/>
              </a:solidFill>
              <a:ln w="25400" cap="flat">
                <a:noFill/>
                <a:prstDash val="solid"/>
                <a:beve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sp3d extrusionH="57150">
                  <a:bevelT w="38100" h="38100"/>
                </a:sp3d>
              </a:bodyPr>
              <a:lstStyle/>
              <a:p>
                <a:pPr algn="ctr" defTabSz="914400" fontAlgn="auto" latinLnBrk="1">
                  <a:spcBef>
                    <a:spcPts val="0"/>
                  </a:spcBef>
                  <a:spcAft>
                    <a:spcPts val="0"/>
                  </a:spcAft>
                </a:pPr>
                <a:r>
                  <a:rPr lang="it-IT" dirty="0">
                    <a:ln>
                      <a:noFill/>
                    </a:ln>
                    <a:solidFill>
                      <a:srgbClr val="C13E29"/>
                    </a:solidFill>
                    <a:latin typeface="AcmeFont" pitchFamily="2" charset="0"/>
                  </a:rPr>
                  <a:t>LEAKY </a:t>
                </a:r>
                <a:r>
                  <a:rPr lang="it-IT" dirty="0" err="1">
                    <a:ln>
                      <a:noFill/>
                    </a:ln>
                    <a:solidFill>
                      <a:srgbClr val="C13E29"/>
                    </a:solidFill>
                    <a:latin typeface="AcmeFont" pitchFamily="2" charset="0"/>
                  </a:rPr>
                  <a:t>Activation</a:t>
                </a:r>
                <a:endParaRPr lang="it-IT" dirty="0">
                  <a:ln>
                    <a:noFill/>
                  </a:ln>
                  <a:solidFill>
                    <a:srgbClr val="C13E29"/>
                  </a:solidFill>
                  <a:latin typeface="AcmeFont" pitchFamily="2" charset="0"/>
                </a:endParaRPr>
              </a:p>
              <a:p>
                <a:pPr algn="ctr" defTabSz="914400" fontAlgn="auto" latinLnBrk="1">
                  <a:spcBef>
                    <a:spcPts val="0"/>
                  </a:spcBef>
                  <a:spcAft>
                    <a:spcPts val="0"/>
                  </a:spcAft>
                </a:pPr>
                <a14:m>
                  <m:oMath xmlns:m="http://schemas.openxmlformats.org/officeDocument/2006/math">
                    <m:sSub>
                      <m:sSubPr>
                        <m:ctrlPr>
                          <a:rPr lang="it-IT" b="1" i="1">
                            <a:ln>
                              <a:noFill/>
                            </a:ln>
                            <a:solidFill>
                              <a:srgbClr val="C13E29"/>
                            </a:solidFill>
                            <a:latin typeface="Cambria Math" panose="02040503050406030204" pitchFamily="18" charset="0"/>
                          </a:rPr>
                        </m:ctrlPr>
                      </m:sSubPr>
                      <m:e>
                        <m:r>
                          <a:rPr lang="it-IT" b="1" i="1">
                            <a:ln>
                              <a:noFill/>
                            </a:ln>
                            <a:solidFill>
                              <a:srgbClr val="C13E29"/>
                            </a:solidFill>
                            <a:latin typeface="Cambria Math" panose="02040503050406030204" pitchFamily="18" charset="0"/>
                          </a:rPr>
                          <m:t>𝑨</m:t>
                        </m:r>
                      </m:e>
                      <m:sub>
                        <m:r>
                          <a:rPr lang="it-IT" b="1" i="1">
                            <a:ln>
                              <a:noFill/>
                            </a:ln>
                            <a:solidFill>
                              <a:srgbClr val="C13E29"/>
                            </a:solidFill>
                            <a:latin typeface="Cambria Math" panose="02040503050406030204" pitchFamily="18" charset="0"/>
                          </a:rPr>
                          <m:t>𝒋</m:t>
                        </m:r>
                      </m:sub>
                    </m:sSub>
                    <m:r>
                      <a:rPr lang="it-IT" b="1" i="1">
                        <a:ln>
                          <a:noFill/>
                        </a:ln>
                        <a:solidFill>
                          <a:srgbClr val="C13E29"/>
                        </a:solidFill>
                        <a:latin typeface="Cambria Math" panose="02040503050406030204" pitchFamily="18" charset="0"/>
                      </a:rPr>
                      <m:t>=</m:t>
                    </m:r>
                    <m:sSub>
                      <m:sSubPr>
                        <m:ctrlPr>
                          <a:rPr lang="it-IT" b="1" i="1" smtClean="0">
                            <a:ln>
                              <a:noFill/>
                            </a:ln>
                            <a:solidFill>
                              <a:srgbClr val="C13E29"/>
                            </a:solidFill>
                            <a:latin typeface="Cambria Math" panose="02040503050406030204" pitchFamily="18" charset="0"/>
                          </a:rPr>
                        </m:ctrlPr>
                      </m:sSubPr>
                      <m:e>
                        <m:r>
                          <a:rPr lang="it-IT" b="1" i="1" smtClean="0">
                            <a:ln>
                              <a:noFill/>
                            </a:ln>
                            <a:solidFill>
                              <a:srgbClr val="C13E29"/>
                            </a:solidFill>
                            <a:latin typeface="Cambria Math" panose="02040503050406030204" pitchFamily="18" charset="0"/>
                          </a:rPr>
                          <m:t>𝒕</m:t>
                        </m:r>
                      </m:e>
                      <m:sub>
                        <m:r>
                          <a:rPr lang="it-IT" b="1" i="1" smtClean="0">
                            <a:ln>
                              <a:noFill/>
                            </a:ln>
                            <a:solidFill>
                              <a:srgbClr val="C13E29"/>
                            </a:solidFill>
                            <a:latin typeface="Cambria Math" panose="02040503050406030204" pitchFamily="18" charset="0"/>
                          </a:rPr>
                          <m:t>𝒋</m:t>
                        </m:r>
                      </m:sub>
                    </m:sSub>
                    <m:r>
                      <a:rPr lang="it-IT" b="1" i="1" smtClean="0">
                        <a:ln>
                          <a:noFill/>
                        </a:ln>
                        <a:solidFill>
                          <a:srgbClr val="C13E29"/>
                        </a:solidFill>
                        <a:latin typeface="Cambria Math" panose="02040503050406030204" pitchFamily="18" charset="0"/>
                      </a:rPr>
                      <m:t>+</m:t>
                    </m:r>
                    <m:nary>
                      <m:naryPr>
                        <m:chr m:val="∑"/>
                        <m:subHide m:val="on"/>
                        <m:supHide m:val="on"/>
                        <m:ctrlPr>
                          <a:rPr lang="it-IT" b="1" i="1" smtClean="0">
                            <a:ln>
                              <a:noFill/>
                            </a:ln>
                            <a:solidFill>
                              <a:srgbClr val="C13E29"/>
                            </a:solidFill>
                            <a:latin typeface="Cambria Math" panose="02040503050406030204" pitchFamily="18" charset="0"/>
                          </a:rPr>
                        </m:ctrlPr>
                      </m:naryPr>
                      <m:sub/>
                      <m:sup/>
                      <m:e>
                        <m:sSub>
                          <m:sSubPr>
                            <m:ctrlPr>
                              <a:rPr lang="it-IT" b="1" i="1">
                                <a:solidFill>
                                  <a:srgbClr val="C13E29"/>
                                </a:solidFill>
                                <a:latin typeface="Cambria Math" panose="02040503050406030204" pitchFamily="18" charset="0"/>
                              </a:rPr>
                            </m:ctrlPr>
                          </m:sSubPr>
                          <m:e>
                            <m:r>
                              <a:rPr lang="it-IT" b="1">
                                <a:solidFill>
                                  <a:srgbClr val="C13E29"/>
                                </a:solidFill>
                                <a:latin typeface="Cambria Math" panose="02040503050406030204" pitchFamily="18" charset="0"/>
                              </a:rPr>
                              <m:t>𝐰</m:t>
                            </m:r>
                          </m:e>
                          <m:sub>
                            <m:r>
                              <a:rPr lang="it-IT" b="1">
                                <a:solidFill>
                                  <a:srgbClr val="C13E29"/>
                                </a:solidFill>
                                <a:latin typeface="Cambria Math" panose="02040503050406030204" pitchFamily="18" charset="0"/>
                              </a:rPr>
                              <m:t>𝐢𝐣</m:t>
                            </m:r>
                          </m:sub>
                        </m:sSub>
                        <m:sSub>
                          <m:sSubPr>
                            <m:ctrlPr>
                              <a:rPr lang="it-IT" b="1" i="1">
                                <a:solidFill>
                                  <a:srgbClr val="C13E29"/>
                                </a:solidFill>
                                <a:latin typeface="Cambria Math" panose="02040503050406030204" pitchFamily="18" charset="0"/>
                              </a:rPr>
                            </m:ctrlPr>
                          </m:sSubPr>
                          <m:e>
                            <m:r>
                              <a:rPr lang="it-IT" b="1">
                                <a:solidFill>
                                  <a:srgbClr val="C13E29"/>
                                </a:solidFill>
                                <a:latin typeface="Cambria Math" panose="02040503050406030204" pitchFamily="18" charset="0"/>
                              </a:rPr>
                              <m:t>𝐎</m:t>
                            </m:r>
                          </m:e>
                          <m:sub>
                            <m:r>
                              <a:rPr lang="it-IT" b="1">
                                <a:solidFill>
                                  <a:srgbClr val="C13E29"/>
                                </a:solidFill>
                                <a:latin typeface="Cambria Math" panose="02040503050406030204" pitchFamily="18" charset="0"/>
                              </a:rPr>
                              <m:t>𝐢</m:t>
                            </m:r>
                          </m:sub>
                        </m:sSub>
                      </m:e>
                    </m:nary>
                  </m:oMath>
                </a14:m>
                <a:r>
                  <a:rPr lang="it-IT" i="0" dirty="0">
                    <a:solidFill>
                      <a:srgbClr val="C13E29"/>
                    </a:solidFill>
                    <a:latin typeface="+mj-lt"/>
                  </a:rPr>
                  <a:t> , </a:t>
                </a:r>
                <a14:m>
                  <m:oMath xmlns:m="http://schemas.openxmlformats.org/officeDocument/2006/math">
                    <m:sSub>
                      <m:sSubPr>
                        <m:ctrlPr>
                          <a:rPr lang="it-IT" b="1" i="1" smtClean="0">
                            <a:ln>
                              <a:noFill/>
                            </a:ln>
                            <a:solidFill>
                              <a:srgbClr val="C13E29"/>
                            </a:solidFill>
                            <a:latin typeface="Cambria Math" panose="02040503050406030204" pitchFamily="18" charset="0"/>
                          </a:rPr>
                        </m:ctrlPr>
                      </m:sSubPr>
                      <m:e>
                        <m:r>
                          <a:rPr lang="it-IT" b="1" i="1" smtClean="0">
                            <a:ln>
                              <a:noFill/>
                            </a:ln>
                            <a:solidFill>
                              <a:srgbClr val="C13E29"/>
                            </a:solidFill>
                            <a:latin typeface="Cambria Math" panose="02040503050406030204" pitchFamily="18" charset="0"/>
                          </a:rPr>
                          <m:t>𝑶</m:t>
                        </m:r>
                      </m:e>
                      <m:sub>
                        <m:r>
                          <a:rPr lang="it-IT" b="1" i="1" smtClean="0">
                            <a:ln>
                              <a:noFill/>
                            </a:ln>
                            <a:solidFill>
                              <a:srgbClr val="C13E29"/>
                            </a:solidFill>
                            <a:latin typeface="Cambria Math" panose="02040503050406030204" pitchFamily="18" charset="0"/>
                          </a:rPr>
                          <m:t>𝒋</m:t>
                        </m:r>
                      </m:sub>
                    </m:sSub>
                    <m:r>
                      <a:rPr lang="it-IT" b="1" i="1" smtClean="0">
                        <a:ln>
                          <a:noFill/>
                        </a:ln>
                        <a:solidFill>
                          <a:srgbClr val="C13E29"/>
                        </a:solidFill>
                        <a:latin typeface="Cambria Math" panose="02040503050406030204" pitchFamily="18" charset="0"/>
                      </a:rPr>
                      <m:t>=</m:t>
                    </m:r>
                    <m:sSub>
                      <m:sSubPr>
                        <m:ctrlPr>
                          <a:rPr lang="it-IT" b="1" i="1" smtClean="0">
                            <a:ln>
                              <a:noFill/>
                            </a:ln>
                            <a:solidFill>
                              <a:srgbClr val="C13E29"/>
                            </a:solidFill>
                            <a:latin typeface="Cambria Math" panose="02040503050406030204" pitchFamily="18" charset="0"/>
                          </a:rPr>
                        </m:ctrlPr>
                      </m:sSubPr>
                      <m:e>
                        <m:r>
                          <a:rPr lang="it-IT" b="1" i="1" smtClean="0">
                            <a:ln>
                              <a:noFill/>
                            </a:ln>
                            <a:solidFill>
                              <a:srgbClr val="C13E29"/>
                            </a:solidFill>
                            <a:latin typeface="Cambria Math" panose="02040503050406030204" pitchFamily="18" charset="0"/>
                          </a:rPr>
                          <m:t>𝜹</m:t>
                        </m:r>
                      </m:e>
                      <m:sub>
                        <m:r>
                          <a:rPr lang="it-IT" b="1" i="1" smtClean="0">
                            <a:ln>
                              <a:noFill/>
                            </a:ln>
                            <a:solidFill>
                              <a:srgbClr val="C13E29"/>
                            </a:solidFill>
                            <a:latin typeface="Cambria Math" panose="02040503050406030204" pitchFamily="18" charset="0"/>
                          </a:rPr>
                          <m:t>𝒋</m:t>
                        </m:r>
                      </m:sub>
                    </m:sSub>
                    <m:sSup>
                      <m:sSupPr>
                        <m:ctrlPr>
                          <a:rPr lang="it-IT" b="1" i="1" smtClean="0">
                            <a:ln>
                              <a:noFill/>
                            </a:ln>
                            <a:solidFill>
                              <a:srgbClr val="C13E29"/>
                            </a:solidFill>
                            <a:latin typeface="Cambria Math" panose="02040503050406030204" pitchFamily="18" charset="0"/>
                          </a:rPr>
                        </m:ctrlPr>
                      </m:sSupPr>
                      <m:e>
                        <m:r>
                          <a:rPr lang="it-IT" b="1" i="1" smtClean="0">
                            <a:ln>
                              <a:noFill/>
                            </a:ln>
                            <a:solidFill>
                              <a:srgbClr val="C13E29"/>
                            </a:solidFill>
                            <a:latin typeface="Cambria Math" panose="02040503050406030204" pitchFamily="18" charset="0"/>
                          </a:rPr>
                          <m:t>𝑶</m:t>
                        </m:r>
                      </m:e>
                      <m:sup>
                        <m:r>
                          <a:rPr lang="it-IT" b="1" i="1" smtClean="0">
                            <a:ln>
                              <a:noFill/>
                            </a:ln>
                            <a:solidFill>
                              <a:srgbClr val="C13E29"/>
                            </a:solidFill>
                            <a:latin typeface="Cambria Math" panose="02040503050406030204" pitchFamily="18" charset="0"/>
                          </a:rPr>
                          <m:t>𝒕</m:t>
                        </m:r>
                        <m:r>
                          <a:rPr lang="it-IT" b="1" i="1" smtClean="0">
                            <a:ln>
                              <a:noFill/>
                            </a:ln>
                            <a:solidFill>
                              <a:srgbClr val="C13E29"/>
                            </a:solidFill>
                            <a:latin typeface="Cambria Math" panose="02040503050406030204" pitchFamily="18" charset="0"/>
                          </a:rPr>
                          <m:t>−</m:t>
                        </m:r>
                        <m:r>
                          <a:rPr lang="it-IT" b="1" i="1" smtClean="0">
                            <a:ln>
                              <a:noFill/>
                            </a:ln>
                            <a:solidFill>
                              <a:srgbClr val="C13E29"/>
                            </a:solidFill>
                            <a:latin typeface="Cambria Math" panose="02040503050406030204" pitchFamily="18" charset="0"/>
                          </a:rPr>
                          <m:t>𝟏</m:t>
                        </m:r>
                      </m:sup>
                    </m:sSup>
                    <m:r>
                      <a:rPr lang="it-IT" b="1" i="1" smtClean="0">
                        <a:ln>
                          <a:noFill/>
                        </a:ln>
                        <a:solidFill>
                          <a:srgbClr val="C13E29"/>
                        </a:solidFill>
                        <a:latin typeface="Cambria Math" panose="02040503050406030204" pitchFamily="18" charset="0"/>
                      </a:rPr>
                      <m:t>+</m:t>
                    </m:r>
                    <m:d>
                      <m:dPr>
                        <m:ctrlPr>
                          <a:rPr lang="it-IT" b="1" i="1" smtClean="0">
                            <a:ln>
                              <a:noFill/>
                            </a:ln>
                            <a:solidFill>
                              <a:srgbClr val="C13E29"/>
                            </a:solidFill>
                            <a:latin typeface="Cambria Math" panose="02040503050406030204" pitchFamily="18" charset="0"/>
                          </a:rPr>
                        </m:ctrlPr>
                      </m:dPr>
                      <m:e>
                        <m:r>
                          <a:rPr lang="it-IT" b="1" i="1" smtClean="0">
                            <a:ln>
                              <a:noFill/>
                            </a:ln>
                            <a:solidFill>
                              <a:srgbClr val="C13E29"/>
                            </a:solidFill>
                            <a:latin typeface="Cambria Math" panose="02040503050406030204" pitchFamily="18" charset="0"/>
                          </a:rPr>
                          <m:t>𝟏</m:t>
                        </m:r>
                        <m:r>
                          <a:rPr lang="it-IT" b="1" i="1" smtClean="0">
                            <a:ln>
                              <a:noFill/>
                            </a:ln>
                            <a:solidFill>
                              <a:srgbClr val="C13E29"/>
                            </a:solidFill>
                            <a:latin typeface="Cambria Math" panose="02040503050406030204" pitchFamily="18" charset="0"/>
                          </a:rPr>
                          <m:t>−</m:t>
                        </m:r>
                        <m:sSub>
                          <m:sSubPr>
                            <m:ctrlPr>
                              <a:rPr lang="it-IT" b="1" i="1" smtClean="0">
                                <a:ln>
                                  <a:noFill/>
                                </a:ln>
                                <a:solidFill>
                                  <a:srgbClr val="C13E29"/>
                                </a:solidFill>
                                <a:latin typeface="Cambria Math" panose="02040503050406030204" pitchFamily="18" charset="0"/>
                              </a:rPr>
                            </m:ctrlPr>
                          </m:sSubPr>
                          <m:e>
                            <m:r>
                              <a:rPr lang="it-IT" b="1" i="1" smtClean="0">
                                <a:ln>
                                  <a:noFill/>
                                </a:ln>
                                <a:solidFill>
                                  <a:srgbClr val="C13E29"/>
                                </a:solidFill>
                                <a:latin typeface="Cambria Math" panose="02040503050406030204" pitchFamily="18" charset="0"/>
                              </a:rPr>
                              <m:t>𝜹</m:t>
                            </m:r>
                          </m:e>
                          <m:sub>
                            <m:r>
                              <a:rPr lang="it-IT" b="1" i="1" smtClean="0">
                                <a:ln>
                                  <a:noFill/>
                                </a:ln>
                                <a:solidFill>
                                  <a:srgbClr val="C13E29"/>
                                </a:solidFill>
                                <a:latin typeface="Cambria Math" panose="02040503050406030204" pitchFamily="18" charset="0"/>
                              </a:rPr>
                              <m:t>𝒋</m:t>
                            </m:r>
                          </m:sub>
                        </m:sSub>
                      </m:e>
                    </m:d>
                    <m:d>
                      <m:dPr>
                        <m:ctrlPr>
                          <a:rPr lang="it-IT" b="1" i="1" smtClean="0">
                            <a:ln>
                              <a:noFill/>
                            </a:ln>
                            <a:solidFill>
                              <a:srgbClr val="C13E29"/>
                            </a:solidFill>
                            <a:latin typeface="Cambria Math" panose="02040503050406030204" pitchFamily="18" charset="0"/>
                          </a:rPr>
                        </m:ctrlPr>
                      </m:dPr>
                      <m:e>
                        <m:r>
                          <a:rPr lang="it-IT" b="1" i="1" smtClean="0">
                            <a:ln>
                              <a:noFill/>
                            </a:ln>
                            <a:solidFill>
                              <a:srgbClr val="C13E29"/>
                            </a:solidFill>
                            <a:latin typeface="Cambria Math" panose="02040503050406030204" pitchFamily="18" charset="0"/>
                          </a:rPr>
                          <m:t>𝟏</m:t>
                        </m:r>
                        <m:r>
                          <a:rPr lang="it-IT" b="1" i="1" smtClean="0">
                            <a:ln>
                              <a:noFill/>
                            </a:ln>
                            <a:solidFill>
                              <a:srgbClr val="C13E29"/>
                            </a:solidFill>
                            <a:latin typeface="Cambria Math" panose="02040503050406030204" pitchFamily="18" charset="0"/>
                          </a:rPr>
                          <m:t>+</m:t>
                        </m:r>
                        <m:f>
                          <m:fPr>
                            <m:ctrlPr>
                              <a:rPr lang="it-IT" b="1" i="1" smtClean="0">
                                <a:ln>
                                  <a:noFill/>
                                </a:ln>
                                <a:solidFill>
                                  <a:srgbClr val="C13E29"/>
                                </a:solidFill>
                                <a:latin typeface="Cambria Math" panose="02040503050406030204" pitchFamily="18" charset="0"/>
                              </a:rPr>
                            </m:ctrlPr>
                          </m:fPr>
                          <m:num>
                            <m:r>
                              <a:rPr lang="it-IT" b="1" i="1" smtClean="0">
                                <a:ln>
                                  <a:noFill/>
                                </a:ln>
                                <a:solidFill>
                                  <a:srgbClr val="C13E29"/>
                                </a:solidFill>
                                <a:latin typeface="Cambria Math" panose="02040503050406030204" pitchFamily="18" charset="0"/>
                              </a:rPr>
                              <m:t>𝟏</m:t>
                            </m:r>
                          </m:num>
                          <m:den>
                            <m:sSup>
                              <m:sSupPr>
                                <m:ctrlPr>
                                  <a:rPr lang="it-IT" b="1" i="1" smtClean="0">
                                    <a:ln>
                                      <a:noFill/>
                                    </a:ln>
                                    <a:solidFill>
                                      <a:srgbClr val="C13E29"/>
                                    </a:solidFill>
                                    <a:latin typeface="Cambria Math" panose="02040503050406030204" pitchFamily="18" charset="0"/>
                                  </a:rPr>
                                </m:ctrlPr>
                              </m:sSupPr>
                              <m:e>
                                <m:r>
                                  <a:rPr lang="it-IT" b="1" i="1" smtClean="0">
                                    <a:ln>
                                      <a:noFill/>
                                    </a:ln>
                                    <a:solidFill>
                                      <a:srgbClr val="C13E29"/>
                                    </a:solidFill>
                                    <a:latin typeface="Cambria Math" panose="02040503050406030204" pitchFamily="18" charset="0"/>
                                  </a:rPr>
                                  <m:t>𝒆</m:t>
                                </m:r>
                              </m:e>
                              <m:sup>
                                <m:sSub>
                                  <m:sSubPr>
                                    <m:ctrlPr>
                                      <a:rPr lang="it-IT" b="1" i="1" smtClean="0">
                                        <a:ln>
                                          <a:noFill/>
                                        </a:ln>
                                        <a:solidFill>
                                          <a:srgbClr val="C13E29"/>
                                        </a:solidFill>
                                        <a:latin typeface="Cambria Math" panose="02040503050406030204" pitchFamily="18" charset="0"/>
                                      </a:rPr>
                                    </m:ctrlPr>
                                  </m:sSubPr>
                                  <m:e>
                                    <m:r>
                                      <a:rPr lang="it-IT" b="1" i="1" smtClean="0">
                                        <a:ln>
                                          <a:noFill/>
                                        </a:ln>
                                        <a:solidFill>
                                          <a:srgbClr val="C13E29"/>
                                        </a:solidFill>
                                        <a:latin typeface="Cambria Math" panose="02040503050406030204" pitchFamily="18" charset="0"/>
                                      </a:rPr>
                                      <m:t>𝑨</m:t>
                                    </m:r>
                                  </m:e>
                                  <m:sub>
                                    <m:r>
                                      <a:rPr lang="it-IT" b="1" i="1" smtClean="0">
                                        <a:ln>
                                          <a:noFill/>
                                        </a:ln>
                                        <a:solidFill>
                                          <a:srgbClr val="C13E29"/>
                                        </a:solidFill>
                                        <a:latin typeface="Cambria Math" panose="02040503050406030204" pitchFamily="18" charset="0"/>
                                      </a:rPr>
                                      <m:t>𝒋</m:t>
                                    </m:r>
                                  </m:sub>
                                </m:sSub>
                              </m:sup>
                            </m:sSup>
                          </m:den>
                        </m:f>
                      </m:e>
                    </m:d>
                    <m:r>
                      <a:rPr lang="it-IT" b="1" i="1" smtClean="0">
                        <a:ln>
                          <a:noFill/>
                        </a:ln>
                        <a:solidFill>
                          <a:srgbClr val="C13E29"/>
                        </a:solidFill>
                        <a:latin typeface="Cambria Math" panose="02040503050406030204" pitchFamily="18" charset="0"/>
                      </a:rPr>
                      <m:t>, </m:t>
                    </m:r>
                    <m:r>
                      <a:rPr lang="it-IT" b="1" i="1" smtClean="0">
                        <a:ln>
                          <a:noFill/>
                        </a:ln>
                        <a:solidFill>
                          <a:srgbClr val="C13E29"/>
                        </a:solidFill>
                        <a:latin typeface="Cambria Math" panose="02040503050406030204" pitchFamily="18" charset="0"/>
                      </a:rPr>
                      <m:t>𝟎</m:t>
                    </m:r>
                    <m:r>
                      <a:rPr lang="it-IT" b="1" i="1" smtClean="0">
                        <a:ln>
                          <a:noFill/>
                        </a:ln>
                        <a:solidFill>
                          <a:srgbClr val="C13E29"/>
                        </a:solidFill>
                        <a:latin typeface="Cambria Math" panose="02040503050406030204" pitchFamily="18" charset="0"/>
                      </a:rPr>
                      <m:t>≤</m:t>
                    </m:r>
                    <m:sSub>
                      <m:sSubPr>
                        <m:ctrlPr>
                          <a:rPr lang="it-IT" b="1" i="1" smtClean="0">
                            <a:ln>
                              <a:noFill/>
                            </a:ln>
                            <a:solidFill>
                              <a:srgbClr val="C13E29"/>
                            </a:solidFill>
                            <a:latin typeface="Cambria Math" panose="02040503050406030204" pitchFamily="18" charset="0"/>
                          </a:rPr>
                        </m:ctrlPr>
                      </m:sSubPr>
                      <m:e>
                        <m:r>
                          <a:rPr lang="it-IT" b="1" i="1" smtClean="0">
                            <a:ln>
                              <a:noFill/>
                            </a:ln>
                            <a:solidFill>
                              <a:srgbClr val="C13E29"/>
                            </a:solidFill>
                            <a:latin typeface="Cambria Math" panose="02040503050406030204" pitchFamily="18" charset="0"/>
                          </a:rPr>
                          <m:t>𝜹</m:t>
                        </m:r>
                      </m:e>
                      <m:sub>
                        <m:r>
                          <a:rPr lang="it-IT" b="1" i="1" smtClean="0">
                            <a:ln>
                              <a:noFill/>
                            </a:ln>
                            <a:solidFill>
                              <a:srgbClr val="C13E29"/>
                            </a:solidFill>
                            <a:latin typeface="Cambria Math" panose="02040503050406030204" pitchFamily="18" charset="0"/>
                          </a:rPr>
                          <m:t>𝒋</m:t>
                        </m:r>
                      </m:sub>
                    </m:sSub>
                    <m:r>
                      <a:rPr lang="it-IT" b="1" i="1" smtClean="0">
                        <a:ln>
                          <a:noFill/>
                        </a:ln>
                        <a:solidFill>
                          <a:srgbClr val="C13E29"/>
                        </a:solidFill>
                        <a:latin typeface="Cambria Math" panose="02040503050406030204" pitchFamily="18" charset="0"/>
                      </a:rPr>
                      <m:t>≤</m:t>
                    </m:r>
                    <m:r>
                      <a:rPr lang="it-IT" b="1" i="1" smtClean="0">
                        <a:ln>
                          <a:noFill/>
                        </a:ln>
                        <a:solidFill>
                          <a:srgbClr val="C13E29"/>
                        </a:solidFill>
                        <a:latin typeface="Cambria Math" panose="02040503050406030204" pitchFamily="18" charset="0"/>
                      </a:rPr>
                      <m:t>𝟏</m:t>
                    </m:r>
                  </m:oMath>
                </a14:m>
                <a:endParaRPr lang="it-IT" dirty="0">
                  <a:ln>
                    <a:noFill/>
                  </a:ln>
                  <a:solidFill>
                    <a:srgbClr val="C00000"/>
                  </a:solidFill>
                  <a:latin typeface="AcmeFont" pitchFamily="2" charset="0"/>
                </a:endParaRPr>
              </a:p>
            </p:txBody>
          </p:sp>
        </mc:Choice>
        <mc:Fallback xmlns="">
          <p:sp>
            <p:nvSpPr>
              <p:cNvPr id="20" name="Rettangolo arrotondato 19"/>
              <p:cNvSpPr>
                <a:spLocks noRot="1" noChangeAspect="1" noMove="1" noResize="1" noEditPoints="1" noAdjustHandles="1" noChangeArrowheads="1" noChangeShapeType="1" noTextEdit="1"/>
              </p:cNvSpPr>
              <p:nvPr/>
            </p:nvSpPr>
            <p:spPr>
              <a:xfrm>
                <a:off x="1919537" y="5384619"/>
                <a:ext cx="8534151" cy="888042"/>
              </a:xfrm>
              <a:prstGeom prst="roundRect">
                <a:avLst/>
              </a:prstGeom>
              <a:blipFill>
                <a:blip r:embed="rId4"/>
                <a:stretch>
                  <a:fillRect/>
                </a:stretch>
              </a:blipFill>
              <a:ln w="25400" cap="flat">
                <a:noFill/>
                <a:prstDash val="solid"/>
                <a:bevel/>
              </a:ln>
              <a:effectLst>
                <a:outerShdw blurRad="44450" dist="27940" dir="5400000" algn="ctr">
                  <a:srgbClr val="000000">
                    <a:alpha val="32000"/>
                  </a:srgbClr>
                </a:outerShdw>
              </a:effectLst>
            </p:spPr>
            <p:txBody>
              <a:bodyPr/>
              <a:lstStyle/>
              <a:p>
                <a:r>
                  <a:rPr lang="it-IT">
                    <a:noFill/>
                  </a:rPr>
                  <a:t> </a:t>
                </a:r>
              </a:p>
            </p:txBody>
          </p:sp>
        </mc:Fallback>
      </mc:AlternateContent>
      <p:grpSp>
        <p:nvGrpSpPr>
          <p:cNvPr id="22" name="Gruppo 21"/>
          <p:cNvGrpSpPr/>
          <p:nvPr/>
        </p:nvGrpSpPr>
        <p:grpSpPr>
          <a:xfrm>
            <a:off x="2135560" y="1740775"/>
            <a:ext cx="4361342" cy="2393107"/>
            <a:chOff x="251520" y="2665434"/>
            <a:chExt cx="4361342" cy="2393107"/>
          </a:xfrm>
        </p:grpSpPr>
        <p:pic>
          <p:nvPicPr>
            <p:cNvPr id="23" name="Immagine 20" descr="Robot chassis.jpg"/>
            <p:cNvPicPr>
              <a:picLocks noChangeAspect="1"/>
            </p:cNvPicPr>
            <p:nvPr/>
          </p:nvPicPr>
          <p:blipFill rotWithShape="1">
            <a:blip r:embed="rId5">
              <a:extLst>
                <a:ext uri="{28A0092B-C50C-407E-A947-70E740481C1C}">
                  <a14:useLocalDpi xmlns:a14="http://schemas.microsoft.com/office/drawing/2010/main" val="0"/>
                </a:ext>
              </a:extLst>
            </a:blip>
            <a:srcRect l="-4" t="15154" r="1785" b="9075"/>
            <a:stretch/>
          </p:blipFill>
          <p:spPr bwMode="auto">
            <a:xfrm>
              <a:off x="251520" y="3076113"/>
              <a:ext cx="4361342" cy="1982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4" name="Rettangolo arrotondato 23"/>
            <p:cNvSpPr/>
            <p:nvPr/>
          </p:nvSpPr>
          <p:spPr>
            <a:xfrm>
              <a:off x="971600" y="2665434"/>
              <a:ext cx="2921479" cy="408620"/>
            </a:xfrm>
            <a:prstGeom prst="roundRect">
              <a:avLst/>
            </a:prstGeom>
            <a:solidFill>
              <a:srgbClr val="EDEDED"/>
            </a:solidFill>
            <a:ln w="25400" cap="flat">
              <a:noFill/>
              <a:prstDash val="solid"/>
              <a:beve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sp3d extrusionH="57150">
                <a:bevelT w="38100" h="38100"/>
              </a:sp3d>
            </a:bodyPr>
            <a:lstStyle/>
            <a:p>
              <a:pPr algn="ctr" defTabSz="914400" fontAlgn="auto" latinLnBrk="1">
                <a:spcBef>
                  <a:spcPts val="0"/>
                </a:spcBef>
                <a:spcAft>
                  <a:spcPts val="0"/>
                </a:spcAft>
              </a:pPr>
              <a:r>
                <a:rPr lang="it-IT" dirty="0">
                  <a:solidFill>
                    <a:srgbClr val="C00000"/>
                  </a:solidFill>
                  <a:latin typeface="AcmeFont" pitchFamily="2" charset="0"/>
                </a:rPr>
                <a:t>ROBOT’S CHASSIS</a:t>
              </a:r>
            </a:p>
          </p:txBody>
        </p:sp>
      </p:grpSp>
    </p:spTree>
    <p:extLst>
      <p:ext uri="{BB962C8B-B14F-4D97-AF65-F5344CB8AC3E}">
        <p14:creationId xmlns:p14="http://schemas.microsoft.com/office/powerpoint/2010/main" val="33806302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9C634-5B2F-EB57-6082-5DC720B813A1}"/>
            </a:ext>
          </a:extLst>
        </p:cNvPr>
        <p:cNvGrpSpPr/>
        <p:nvPr/>
      </p:nvGrpSpPr>
      <p:grpSpPr>
        <a:xfrm>
          <a:off x="0" y="0"/>
          <a:ext cx="0" cy="0"/>
          <a:chOff x="0" y="0"/>
          <a:chExt cx="0" cy="0"/>
        </a:xfrm>
      </p:grpSpPr>
      <p:sp>
        <p:nvSpPr>
          <p:cNvPr id="5" name="Segnaposto numero diapositiva 4">
            <a:extLst>
              <a:ext uri="{FF2B5EF4-FFF2-40B4-BE49-F238E27FC236}">
                <a16:creationId xmlns:a16="http://schemas.microsoft.com/office/drawing/2014/main" id="{4A6D192E-D33F-A0D5-D38F-C60012962D91}"/>
              </a:ext>
            </a:extLst>
          </p:cNvPr>
          <p:cNvSpPr>
            <a:spLocks noGrp="1"/>
          </p:cNvSpPr>
          <p:nvPr>
            <p:ph type="sldNum" sz="quarter" idx="11"/>
          </p:nvPr>
        </p:nvSpPr>
        <p:spPr/>
        <p:txBody>
          <a:bodyPr/>
          <a:lstStyle/>
          <a:p>
            <a:pPr>
              <a:defRPr/>
            </a:pPr>
            <a:fld id="{48B4153A-D4C5-4CEF-8992-0D8815C829E3}" type="slidenum">
              <a:rPr lang="en-US" smtClean="0"/>
              <a:pPr>
                <a:defRPr/>
              </a:pPr>
              <a:t>16</a:t>
            </a:fld>
            <a:endParaRPr lang="en-US" dirty="0"/>
          </a:p>
        </p:txBody>
      </p:sp>
      <p:sp>
        <p:nvSpPr>
          <p:cNvPr id="28" name="Titolo 2">
            <a:extLst>
              <a:ext uri="{FF2B5EF4-FFF2-40B4-BE49-F238E27FC236}">
                <a16:creationId xmlns:a16="http://schemas.microsoft.com/office/drawing/2014/main" id="{F35675A1-3ADB-3EC0-A6D4-2D22CE6CB45C}"/>
              </a:ext>
            </a:extLst>
          </p:cNvPr>
          <p:cNvSpPr>
            <a:spLocks noGrp="1"/>
          </p:cNvSpPr>
          <p:nvPr>
            <p:ph type="title"/>
          </p:nvPr>
        </p:nvSpPr>
        <p:spPr>
          <a:xfrm>
            <a:off x="584926" y="351199"/>
            <a:ext cx="11269308" cy="1923604"/>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rtlCol="0" anchor="b" anchorCtr="0" compatLnSpc="1">
            <a:prstTxWarp prst="textNoShape">
              <a:avLst/>
            </a:prstTxWarp>
            <a:spAutoFit/>
          </a:bodyPr>
          <a:lstStyle/>
          <a:p>
            <a:r>
              <a:rPr lang="en-US"/>
              <a:t>Evolutionary robotics</a:t>
            </a:r>
            <a:br>
              <a:rPr lang="en-US"/>
            </a:br>
            <a:br>
              <a:rPr lang="it-IT"/>
            </a:br>
            <a:br>
              <a:rPr lang="it-IT"/>
            </a:br>
            <a:r>
              <a:rPr lang="it-IT">
                <a:solidFill>
                  <a:srgbClr val="464646"/>
                </a:solidFill>
              </a:rPr>
              <a:t> </a:t>
            </a:r>
            <a:br>
              <a:rPr lang="it-IT">
                <a:solidFill>
                  <a:srgbClr val="464646"/>
                </a:solidFill>
              </a:rPr>
            </a:br>
            <a:endParaRPr lang="it-IT" dirty="0"/>
          </a:p>
        </p:txBody>
      </p:sp>
      <p:pic>
        <p:nvPicPr>
          <p:cNvPr id="4" name="Picture 11" descr="fig1Def"/>
          <p:cNvPicPr>
            <a:picLocks noChangeAspect="1" noChangeArrowheads="1"/>
          </p:cNvPicPr>
          <p:nvPr/>
        </p:nvPicPr>
        <p:blipFill rotWithShape="1">
          <a:blip r:embed="rId3" cstate="print"/>
          <a:srcRect l="1123" t="5931" r="1123" b="12755"/>
          <a:stretch/>
        </p:blipFill>
        <p:spPr bwMode="auto">
          <a:xfrm>
            <a:off x="1670910" y="1313000"/>
            <a:ext cx="8298291" cy="4864515"/>
          </a:xfrm>
          <a:prstGeom prst="rect">
            <a:avLst/>
          </a:prstGeom>
          <a:noFill/>
          <a:ln w="25400">
            <a:solidFill>
              <a:schemeClr val="tx2"/>
            </a:solidFill>
            <a:miter lim="800000"/>
            <a:headEnd/>
            <a:tailEnd/>
          </a:ln>
        </p:spPr>
      </p:pic>
    </p:spTree>
    <p:extLst>
      <p:ext uri="{BB962C8B-B14F-4D97-AF65-F5344CB8AC3E}">
        <p14:creationId xmlns:p14="http://schemas.microsoft.com/office/powerpoint/2010/main" val="380303443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9C634-5B2F-EB57-6082-5DC720B813A1}"/>
            </a:ext>
          </a:extLst>
        </p:cNvPr>
        <p:cNvGrpSpPr/>
        <p:nvPr/>
      </p:nvGrpSpPr>
      <p:grpSpPr>
        <a:xfrm>
          <a:off x="0" y="0"/>
          <a:ext cx="0" cy="0"/>
          <a:chOff x="0" y="0"/>
          <a:chExt cx="0" cy="0"/>
        </a:xfrm>
      </p:grpSpPr>
      <p:sp>
        <p:nvSpPr>
          <p:cNvPr id="5" name="Segnaposto numero diapositiva 4">
            <a:extLst>
              <a:ext uri="{FF2B5EF4-FFF2-40B4-BE49-F238E27FC236}">
                <a16:creationId xmlns:a16="http://schemas.microsoft.com/office/drawing/2014/main" id="{4A6D192E-D33F-A0D5-D38F-C60012962D91}"/>
              </a:ext>
            </a:extLst>
          </p:cNvPr>
          <p:cNvSpPr>
            <a:spLocks noGrp="1"/>
          </p:cNvSpPr>
          <p:nvPr>
            <p:ph type="sldNum" sz="quarter" idx="11"/>
          </p:nvPr>
        </p:nvSpPr>
        <p:spPr/>
        <p:txBody>
          <a:bodyPr/>
          <a:lstStyle/>
          <a:p>
            <a:pPr>
              <a:defRPr/>
            </a:pPr>
            <a:fld id="{48B4153A-D4C5-4CEF-8992-0D8815C829E3}" type="slidenum">
              <a:rPr lang="en-US" smtClean="0"/>
              <a:pPr>
                <a:defRPr/>
              </a:pPr>
              <a:t>17</a:t>
            </a:fld>
            <a:endParaRPr lang="en-US" dirty="0"/>
          </a:p>
        </p:txBody>
      </p:sp>
      <p:sp>
        <p:nvSpPr>
          <p:cNvPr id="28" name="Titolo 2">
            <a:extLst>
              <a:ext uri="{FF2B5EF4-FFF2-40B4-BE49-F238E27FC236}">
                <a16:creationId xmlns:a16="http://schemas.microsoft.com/office/drawing/2014/main" id="{F35675A1-3ADB-3EC0-A6D4-2D22CE6CB45C}"/>
              </a:ext>
            </a:extLst>
          </p:cNvPr>
          <p:cNvSpPr>
            <a:spLocks noGrp="1"/>
          </p:cNvSpPr>
          <p:nvPr>
            <p:ph type="title"/>
          </p:nvPr>
        </p:nvSpPr>
        <p:spPr>
          <a:xfrm>
            <a:off x="574294" y="344056"/>
            <a:ext cx="11269308" cy="2308324"/>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rtlCol="0" anchor="b" anchorCtr="0" compatLnSpc="1">
            <a:prstTxWarp prst="textNoShape">
              <a:avLst/>
            </a:prstTxWarp>
            <a:spAutoFit/>
          </a:bodyPr>
          <a:lstStyle/>
          <a:p>
            <a:r>
              <a:rPr lang="en-US"/>
              <a:t>EXPERIMENTAL  SETUP N.1 </a:t>
            </a:r>
            <a:br>
              <a:rPr lang="en-US"/>
            </a:br>
            <a:br>
              <a:rPr lang="en-US"/>
            </a:br>
            <a:br>
              <a:rPr lang="it-IT"/>
            </a:br>
            <a:br>
              <a:rPr lang="it-IT"/>
            </a:br>
            <a:r>
              <a:rPr lang="it-IT">
                <a:solidFill>
                  <a:srgbClr val="464646"/>
                </a:solidFill>
              </a:rPr>
              <a:t> </a:t>
            </a:r>
            <a:br>
              <a:rPr lang="it-IT">
                <a:solidFill>
                  <a:srgbClr val="464646"/>
                </a:solidFill>
              </a:rPr>
            </a:br>
            <a:endParaRPr lang="it-IT" dirty="0"/>
          </a:p>
        </p:txBody>
      </p:sp>
      <p:pic>
        <p:nvPicPr>
          <p:cNvPr id="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42087" y="3715981"/>
            <a:ext cx="5651841" cy="25138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ttangolo arrotondato 5"/>
          <p:cNvSpPr/>
          <p:nvPr/>
        </p:nvSpPr>
        <p:spPr>
          <a:xfrm>
            <a:off x="4980863" y="3530889"/>
            <a:ext cx="2374286" cy="408620"/>
          </a:xfrm>
          <a:prstGeom prst="roundRect">
            <a:avLst/>
          </a:prstGeom>
          <a:solidFill>
            <a:srgbClr val="EDEDED"/>
          </a:solidFill>
          <a:ln w="25400" cap="flat">
            <a:noFill/>
            <a:prstDash val="solid"/>
            <a:beve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sp3d extrusionH="57150">
              <a:bevelT w="38100" h="38100"/>
            </a:sp3d>
          </a:bodyPr>
          <a:lstStyle/>
          <a:p>
            <a:pPr algn="ctr" defTabSz="914400" fontAlgn="auto" latinLnBrk="1">
              <a:spcBef>
                <a:spcPts val="0"/>
              </a:spcBef>
              <a:spcAft>
                <a:spcPts val="0"/>
              </a:spcAft>
            </a:pPr>
            <a:r>
              <a:rPr lang="it-IT" dirty="0">
                <a:solidFill>
                  <a:srgbClr val="C00000"/>
                </a:solidFill>
                <a:latin typeface="AcmeFont" pitchFamily="2" charset="0"/>
              </a:rPr>
              <a:t>FITNESS CURVE</a:t>
            </a:r>
          </a:p>
        </p:txBody>
      </p:sp>
      <p:sp>
        <p:nvSpPr>
          <p:cNvPr id="7" name="Ovale 6"/>
          <p:cNvSpPr/>
          <p:nvPr/>
        </p:nvSpPr>
        <p:spPr>
          <a:xfrm>
            <a:off x="2603612" y="2376573"/>
            <a:ext cx="6984776" cy="519348"/>
          </a:xfrm>
          <a:prstGeom prst="ellipse">
            <a:avLst/>
          </a:prstGeom>
          <a:solidFill>
            <a:schemeClr val="bg1"/>
          </a:solidFill>
          <a:ln w="25400" cap="flat">
            <a:noFill/>
            <a:prstDash val="solid"/>
            <a:bevel/>
          </a:ln>
          <a:effectLst>
            <a:outerShdw blurRad="38100" dist="23000" dir="5400000" rotWithShape="0">
              <a:srgbClr val="000000">
                <a:alpha val="35000"/>
              </a:srgbClr>
            </a:outerShdw>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defTabSz="914400" fontAlgn="auto" latinLnBrk="1">
              <a:spcBef>
                <a:spcPts val="0"/>
              </a:spcBef>
              <a:spcAft>
                <a:spcPts val="0"/>
              </a:spcAft>
            </a:pPr>
            <a:endParaRPr lang="it-IT">
              <a:solidFill>
                <a:srgbClr val="000000"/>
              </a:solidFill>
              <a:latin typeface="Calibri"/>
              <a:ea typeface="Calibri"/>
              <a:cs typeface="Calibri"/>
              <a:sym typeface="Calibri"/>
            </a:endParaRPr>
          </a:p>
        </p:txBody>
      </p:sp>
      <p:pic>
        <p:nvPicPr>
          <p:cNvPr id="8" name="Picture 3"/>
          <p:cNvPicPr>
            <a:picLocks noChangeAspect="1" noChangeArrowheads="1"/>
          </p:cNvPicPr>
          <p:nvPr/>
        </p:nvPicPr>
        <p:blipFill rotWithShape="1">
          <a:blip r:embed="rId4">
            <a:extLst>
              <a:ext uri="{28A0092B-C50C-407E-A947-70E740481C1C}">
                <a14:useLocalDpi xmlns:a14="http://schemas.microsoft.com/office/drawing/2010/main" val="0"/>
              </a:ext>
            </a:extLst>
          </a:blip>
          <a:srcRect l="73826" t="41986" r="11107" b="8243"/>
          <a:stretch/>
        </p:blipFill>
        <p:spPr bwMode="auto">
          <a:xfrm>
            <a:off x="7717160" y="2178143"/>
            <a:ext cx="720080" cy="8211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 name="Picture 3"/>
          <p:cNvPicPr>
            <a:picLocks noChangeAspect="1" noChangeArrowheads="1"/>
          </p:cNvPicPr>
          <p:nvPr/>
        </p:nvPicPr>
        <p:blipFill rotWithShape="1">
          <a:blip r:embed="rId4">
            <a:extLst>
              <a:ext uri="{28A0092B-C50C-407E-A947-70E740481C1C}">
                <a14:useLocalDpi xmlns:a14="http://schemas.microsoft.com/office/drawing/2010/main" val="0"/>
              </a:ext>
            </a:extLst>
          </a:blip>
          <a:srcRect l="39092" t="19562" r="39815" b="14972"/>
          <a:stretch/>
        </p:blipFill>
        <p:spPr bwMode="auto">
          <a:xfrm>
            <a:off x="6295641" y="2014216"/>
            <a:ext cx="1008112" cy="10801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 name="Picture 3"/>
          <p:cNvPicPr>
            <a:picLocks noChangeAspect="1" noChangeArrowheads="1"/>
          </p:cNvPicPr>
          <p:nvPr/>
        </p:nvPicPr>
        <p:blipFill rotWithShape="1">
          <a:blip r:embed="rId4">
            <a:extLst>
              <a:ext uri="{28A0092B-C50C-407E-A947-70E740481C1C}">
                <a14:useLocalDpi xmlns:a14="http://schemas.microsoft.com/office/drawing/2010/main" val="0"/>
              </a:ext>
            </a:extLst>
          </a:blip>
          <a:srcRect l="1763" t="5857" r="77401" b="9840"/>
          <a:stretch/>
        </p:blipFill>
        <p:spPr bwMode="auto">
          <a:xfrm>
            <a:off x="5142728" y="1819101"/>
            <a:ext cx="995835" cy="13909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Rettangolo arrotondato 10"/>
          <p:cNvSpPr/>
          <p:nvPr/>
        </p:nvSpPr>
        <p:spPr>
          <a:xfrm>
            <a:off x="3064564" y="2436583"/>
            <a:ext cx="1698767" cy="408620"/>
          </a:xfrm>
          <a:prstGeom prst="roundRect">
            <a:avLst/>
          </a:prstGeom>
          <a:solidFill>
            <a:srgbClr val="EDEDED"/>
          </a:solidFill>
          <a:ln w="25400" cap="flat">
            <a:noFill/>
            <a:prstDash val="solid"/>
            <a:beve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sp3d extrusionH="57150">
              <a:bevelT w="38100" h="38100"/>
            </a:sp3d>
          </a:bodyPr>
          <a:lstStyle/>
          <a:p>
            <a:pPr algn="ctr" defTabSz="914400" fontAlgn="auto" latinLnBrk="1">
              <a:spcBef>
                <a:spcPts val="0"/>
              </a:spcBef>
              <a:spcAft>
                <a:spcPts val="0"/>
              </a:spcAft>
            </a:pPr>
            <a:r>
              <a:rPr lang="it-IT" dirty="0">
                <a:solidFill>
                  <a:srgbClr val="C00000"/>
                </a:solidFill>
                <a:latin typeface="AcmeFont" pitchFamily="2" charset="0"/>
              </a:rPr>
              <a:t>RESULTS</a:t>
            </a:r>
          </a:p>
        </p:txBody>
      </p:sp>
    </p:spTree>
    <p:extLst>
      <p:ext uri="{BB962C8B-B14F-4D97-AF65-F5344CB8AC3E}">
        <p14:creationId xmlns:p14="http://schemas.microsoft.com/office/powerpoint/2010/main" val="203231523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9C634-5B2F-EB57-6082-5DC720B813A1}"/>
            </a:ext>
          </a:extLst>
        </p:cNvPr>
        <p:cNvGrpSpPr/>
        <p:nvPr/>
      </p:nvGrpSpPr>
      <p:grpSpPr>
        <a:xfrm>
          <a:off x="0" y="0"/>
          <a:ext cx="0" cy="0"/>
          <a:chOff x="0" y="0"/>
          <a:chExt cx="0" cy="0"/>
        </a:xfrm>
      </p:grpSpPr>
      <p:sp>
        <p:nvSpPr>
          <p:cNvPr id="5" name="Segnaposto numero diapositiva 4">
            <a:extLst>
              <a:ext uri="{FF2B5EF4-FFF2-40B4-BE49-F238E27FC236}">
                <a16:creationId xmlns:a16="http://schemas.microsoft.com/office/drawing/2014/main" id="{4A6D192E-D33F-A0D5-D38F-C60012962D91}"/>
              </a:ext>
            </a:extLst>
          </p:cNvPr>
          <p:cNvSpPr>
            <a:spLocks noGrp="1"/>
          </p:cNvSpPr>
          <p:nvPr>
            <p:ph type="sldNum" sz="quarter" idx="11"/>
          </p:nvPr>
        </p:nvSpPr>
        <p:spPr/>
        <p:txBody>
          <a:bodyPr/>
          <a:lstStyle/>
          <a:p>
            <a:pPr>
              <a:defRPr/>
            </a:pPr>
            <a:fld id="{48B4153A-D4C5-4CEF-8992-0D8815C829E3}" type="slidenum">
              <a:rPr lang="en-US" smtClean="0"/>
              <a:pPr>
                <a:defRPr/>
              </a:pPr>
              <a:t>18</a:t>
            </a:fld>
            <a:endParaRPr lang="en-US" dirty="0"/>
          </a:p>
        </p:txBody>
      </p:sp>
      <p:sp>
        <p:nvSpPr>
          <p:cNvPr id="28" name="Titolo 2">
            <a:extLst>
              <a:ext uri="{FF2B5EF4-FFF2-40B4-BE49-F238E27FC236}">
                <a16:creationId xmlns:a16="http://schemas.microsoft.com/office/drawing/2014/main" id="{F35675A1-3ADB-3EC0-A6D4-2D22CE6CB45C}"/>
              </a:ext>
            </a:extLst>
          </p:cNvPr>
          <p:cNvSpPr>
            <a:spLocks noGrp="1"/>
          </p:cNvSpPr>
          <p:nvPr>
            <p:ph type="title"/>
          </p:nvPr>
        </p:nvSpPr>
        <p:spPr>
          <a:xfrm>
            <a:off x="574294" y="370516"/>
            <a:ext cx="11269308" cy="2308324"/>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rtlCol="0" anchor="b" anchorCtr="0" compatLnSpc="1">
            <a:prstTxWarp prst="textNoShape">
              <a:avLst/>
            </a:prstTxWarp>
            <a:spAutoFit/>
          </a:bodyPr>
          <a:lstStyle/>
          <a:p>
            <a:r>
              <a:rPr lang="en-US"/>
              <a:t>Emergence of Leadership in Robots</a:t>
            </a:r>
            <a:br>
              <a:rPr lang="en-US"/>
            </a:br>
            <a:br>
              <a:rPr lang="en-US"/>
            </a:br>
            <a:br>
              <a:rPr lang="it-IT"/>
            </a:br>
            <a:br>
              <a:rPr lang="it-IT"/>
            </a:br>
            <a:r>
              <a:rPr lang="it-IT">
                <a:solidFill>
                  <a:srgbClr val="464646"/>
                </a:solidFill>
              </a:rPr>
              <a:t> </a:t>
            </a:r>
            <a:br>
              <a:rPr lang="it-IT">
                <a:solidFill>
                  <a:srgbClr val="464646"/>
                </a:solidFill>
              </a:rPr>
            </a:br>
            <a:endParaRPr lang="it-IT" dirty="0"/>
          </a:p>
        </p:txBody>
      </p:sp>
      <p:sp>
        <p:nvSpPr>
          <p:cNvPr id="4" name="CasellaDiTesto 3"/>
          <p:cNvSpPr txBox="1"/>
          <p:nvPr/>
        </p:nvSpPr>
        <p:spPr>
          <a:xfrm>
            <a:off x="7032885" y="5707949"/>
            <a:ext cx="2160587" cy="461962"/>
          </a:xfrm>
          <a:prstGeom prst="rect">
            <a:avLst/>
          </a:prstGeom>
          <a:noFill/>
        </p:spPr>
        <p:txBody>
          <a:bodyPr>
            <a:spAutoFit/>
          </a:bodyPr>
          <a:lstStyle/>
          <a:p>
            <a:pPr marL="457200" indent="-457200" fontAlgn="auto">
              <a:spcBef>
                <a:spcPts val="0"/>
              </a:spcBef>
              <a:spcAft>
                <a:spcPts val="0"/>
              </a:spcAft>
              <a:defRPr/>
            </a:pPr>
            <a:r>
              <a:rPr lang="it-IT" sz="2400" b="1" cap="small" dirty="0">
                <a:latin typeface="+mn-lt"/>
              </a:rPr>
              <a:t>    </a:t>
            </a:r>
            <a:endParaRPr lang="it-IT" dirty="0">
              <a:latin typeface="+mn-lt"/>
            </a:endParaRPr>
          </a:p>
        </p:txBody>
      </p:sp>
      <p:grpSp>
        <p:nvGrpSpPr>
          <p:cNvPr id="6" name="Gruppo 5"/>
          <p:cNvGrpSpPr/>
          <p:nvPr/>
        </p:nvGrpSpPr>
        <p:grpSpPr>
          <a:xfrm>
            <a:off x="6244341" y="1407643"/>
            <a:ext cx="3679380" cy="4617187"/>
            <a:chOff x="4603490" y="1551044"/>
            <a:chExt cx="3679380" cy="4617187"/>
          </a:xfrm>
        </p:grpSpPr>
        <p:pic>
          <p:nvPicPr>
            <p:cNvPr id="7"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l="1852" t="1726" r="53702" b="7576"/>
            <a:stretch/>
          </p:blipFill>
          <p:spPr bwMode="auto">
            <a:xfrm>
              <a:off x="4603490" y="1551044"/>
              <a:ext cx="1728192" cy="461718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8" name="Picture 2"/>
            <p:cNvPicPr>
              <a:picLocks noChangeAspect="1" noChangeArrowheads="1"/>
            </p:cNvPicPr>
            <p:nvPr/>
          </p:nvPicPr>
          <p:blipFill rotWithShape="1">
            <a:blip r:embed="rId4">
              <a:extLst>
                <a:ext uri="{28A0092B-C50C-407E-A947-70E740481C1C}">
                  <a14:useLocalDpi xmlns:a14="http://schemas.microsoft.com/office/drawing/2010/main" val="0"/>
                </a:ext>
              </a:extLst>
            </a:blip>
            <a:srcRect t="72" r="13515"/>
            <a:stretch/>
          </p:blipFill>
          <p:spPr bwMode="auto">
            <a:xfrm>
              <a:off x="6353180" y="1563758"/>
              <a:ext cx="1929690" cy="456610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sp>
        <p:nvSpPr>
          <p:cNvPr id="9" name="Shape 170"/>
          <p:cNvSpPr/>
          <p:nvPr/>
        </p:nvSpPr>
        <p:spPr>
          <a:xfrm>
            <a:off x="1632457" y="1407643"/>
            <a:ext cx="4838620" cy="3663019"/>
          </a:xfrm>
          <a:prstGeom prst="rect">
            <a:avLst/>
          </a:prstGeom>
          <a:noFill/>
          <a:ln w="12700">
            <a:miter lim="400000"/>
          </a:ln>
          <a:extLst>
            <a:ext uri="{C572A759-6A51-4108-AA02-DFA0A04FC94B}">
              <ma14:wrappingTextBoxFlag xmlns="" xmlns:ma14="http://schemas.microsoft.com/office/mac/drawingml/2011/main" val="1"/>
            </a:ext>
          </a:extLst>
        </p:spPr>
        <p:txBody>
          <a:bodyPr lIns="0" tIns="0" rIns="0" bIns="0" anchor="ctr">
            <a:noAutofit/>
          </a:bodyPr>
          <a:lstStyle/>
          <a:p>
            <a:pPr marL="342900" indent="-342900">
              <a:lnSpc>
                <a:spcPct val="80000"/>
              </a:lnSpc>
              <a:buFont typeface="Arial" panose="020B0604020202020204" pitchFamily="34" charset="0"/>
              <a:buChar char="•"/>
            </a:pPr>
            <a:r>
              <a:rPr lang="en-US" sz="2200" dirty="0" err="1">
                <a:latin typeface="Arial" panose="020B0604020202020204" pitchFamily="34" charset="0"/>
                <a:cs typeface="Arial" panose="020B0604020202020204" pitchFamily="34" charset="0"/>
              </a:rPr>
              <a:t>Behavioural</a:t>
            </a:r>
            <a:r>
              <a:rPr lang="en-US" sz="2200" dirty="0">
                <a:latin typeface="Arial" panose="020B0604020202020204" pitchFamily="34" charset="0"/>
                <a:cs typeface="Arial" panose="020B0604020202020204" pitchFamily="34" charset="0"/>
              </a:rPr>
              <a:t> and quantitative analysis indicate that a form of leadership emerges</a:t>
            </a:r>
          </a:p>
          <a:p>
            <a:pPr lvl="0" algn="l">
              <a:lnSpc>
                <a:spcPct val="80000"/>
              </a:lnSpc>
            </a:pPr>
            <a:endParaRPr lang="en-US" dirty="0">
              <a:latin typeface="Arial" panose="020B0604020202020204" pitchFamily="34" charset="0"/>
              <a:cs typeface="Arial" panose="020B0604020202020204" pitchFamily="34" charset="0"/>
            </a:endParaRPr>
          </a:p>
          <a:p>
            <a:pPr marL="342900" indent="-342900">
              <a:lnSpc>
                <a:spcPct val="80000"/>
              </a:lnSpc>
              <a:buFont typeface="Arial" panose="020B0604020202020204" pitchFamily="34" charset="0"/>
              <a:buChar char="•"/>
            </a:pPr>
            <a:r>
              <a:rPr lang="en-US" sz="2200" dirty="0">
                <a:latin typeface="Arial" panose="020B0604020202020204" pitchFamily="34" charset="0"/>
                <a:cs typeface="Arial" panose="020B0604020202020204" pitchFamily="34" charset="0"/>
              </a:rPr>
              <a:t>Groups with a leader are more effective than groups without.</a:t>
            </a:r>
          </a:p>
          <a:p>
            <a:pPr lvl="0" algn="l">
              <a:lnSpc>
                <a:spcPct val="80000"/>
              </a:lnSpc>
            </a:pPr>
            <a:endParaRPr lang="en-US" dirty="0">
              <a:latin typeface="Arial" panose="020B0604020202020204" pitchFamily="34" charset="0"/>
              <a:cs typeface="Arial" panose="020B0604020202020204" pitchFamily="34" charset="0"/>
            </a:endParaRPr>
          </a:p>
          <a:p>
            <a:pPr marL="342900" indent="-342900">
              <a:lnSpc>
                <a:spcPct val="80000"/>
              </a:lnSpc>
              <a:buFont typeface="Arial" panose="020B0604020202020204" pitchFamily="34" charset="0"/>
              <a:buChar char="•"/>
            </a:pPr>
            <a:r>
              <a:rPr lang="en-US" sz="2200" dirty="0">
                <a:latin typeface="Arial" panose="020B0604020202020204" pitchFamily="34" charset="0"/>
                <a:cs typeface="Arial" panose="020B0604020202020204" pitchFamily="34" charset="0"/>
              </a:rPr>
              <a:t>The most skilled individuals in a group tend to be the leaders. </a:t>
            </a:r>
          </a:p>
          <a:p>
            <a:pPr lvl="0" algn="l">
              <a:lnSpc>
                <a:spcPct val="80000"/>
              </a:lnSpc>
            </a:pPr>
            <a:endParaRPr lang="en-US" dirty="0">
              <a:latin typeface="Arial" panose="020B0604020202020204" pitchFamily="34" charset="0"/>
              <a:cs typeface="Arial" panose="020B0604020202020204" pitchFamily="34" charset="0"/>
            </a:endParaRPr>
          </a:p>
          <a:p>
            <a:pPr marL="342900" indent="-342900">
              <a:lnSpc>
                <a:spcPct val="80000"/>
              </a:lnSpc>
              <a:buFont typeface="Arial" panose="020B0604020202020204" pitchFamily="34" charset="0"/>
              <a:buChar char="•"/>
            </a:pPr>
            <a:r>
              <a:rPr lang="en-US" sz="2200" dirty="0">
                <a:latin typeface="Arial" panose="020B0604020202020204" pitchFamily="34" charset="0"/>
                <a:cs typeface="Arial" panose="020B0604020202020204" pitchFamily="34" charset="0"/>
              </a:rPr>
              <a:t>Further analysis reveals the emergence of different “styles” of leadership (active and passive).</a:t>
            </a:r>
            <a:endParaRPr sz="2200" dirty="0">
              <a:latin typeface="Arial" panose="020B0604020202020204" pitchFamily="34" charset="0"/>
              <a:cs typeface="Arial" panose="020B0604020202020204" pitchFamily="34" charset="0"/>
            </a:endParaRPr>
          </a:p>
        </p:txBody>
      </p:sp>
      <p:sp>
        <p:nvSpPr>
          <p:cNvPr id="10" name="CasellaDiTesto 9"/>
          <p:cNvSpPr txBox="1"/>
          <p:nvPr/>
        </p:nvSpPr>
        <p:spPr>
          <a:xfrm>
            <a:off x="1552596" y="5188466"/>
            <a:ext cx="4912253" cy="95410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algn="ctr" defTabSz="914400" fontAlgn="auto" latinLnBrk="1">
              <a:spcBef>
                <a:spcPts val="0"/>
              </a:spcBef>
              <a:spcAft>
                <a:spcPts val="0"/>
              </a:spcAft>
            </a:pPr>
            <a:r>
              <a:rPr lang="it-IT" sz="1400" i="1" dirty="0">
                <a:solidFill>
                  <a:srgbClr val="000000"/>
                </a:solidFill>
                <a:latin typeface="Arial" panose="020B0604020202020204" pitchFamily="34" charset="0"/>
                <a:cs typeface="Arial" panose="020B0604020202020204" pitchFamily="34" charset="0"/>
              </a:rPr>
              <a:t>- A -  Passive Leadership. - B -  </a:t>
            </a:r>
            <a:r>
              <a:rPr lang="it-IT" sz="1400" i="1" dirty="0" err="1">
                <a:solidFill>
                  <a:srgbClr val="000000"/>
                </a:solidFill>
                <a:latin typeface="Arial" panose="020B0604020202020204" pitchFamily="34" charset="0"/>
                <a:cs typeface="Arial" panose="020B0604020202020204" pitchFamily="34" charset="0"/>
              </a:rPr>
              <a:t>Weak</a:t>
            </a:r>
            <a:r>
              <a:rPr lang="it-IT" sz="1400" i="1" dirty="0">
                <a:solidFill>
                  <a:srgbClr val="000000"/>
                </a:solidFill>
                <a:latin typeface="Arial" panose="020B0604020202020204" pitchFamily="34" charset="0"/>
                <a:cs typeface="Arial" panose="020B0604020202020204" pitchFamily="34" charset="0"/>
              </a:rPr>
              <a:t> Active Leadership. </a:t>
            </a:r>
          </a:p>
          <a:p>
            <a:pPr marL="285750" indent="-285750" algn="ctr" defTabSz="914400" fontAlgn="auto" latinLnBrk="1">
              <a:spcBef>
                <a:spcPts val="0"/>
              </a:spcBef>
              <a:spcAft>
                <a:spcPts val="0"/>
              </a:spcAft>
              <a:buFontTx/>
              <a:buChar char="-"/>
            </a:pPr>
            <a:r>
              <a:rPr lang="it-IT" sz="1400" i="1" dirty="0">
                <a:solidFill>
                  <a:srgbClr val="000000"/>
                </a:solidFill>
                <a:latin typeface="Arial" panose="020B0604020202020204" pitchFamily="34" charset="0"/>
                <a:cs typeface="Arial" panose="020B0604020202020204" pitchFamily="34" charset="0"/>
              </a:rPr>
              <a:t>C -  Strong Active Leadership.</a:t>
            </a:r>
          </a:p>
          <a:p>
            <a:pPr marL="285750" indent="-285750" algn="ctr" defTabSz="914400" fontAlgn="auto" latinLnBrk="1">
              <a:spcBef>
                <a:spcPts val="0"/>
              </a:spcBef>
              <a:spcAft>
                <a:spcPts val="0"/>
              </a:spcAft>
              <a:buFontTx/>
              <a:buChar char="-"/>
            </a:pPr>
            <a:endParaRPr lang="it-IT" sz="1400" i="1" dirty="0">
              <a:solidFill>
                <a:srgbClr val="000000"/>
              </a:solidFill>
              <a:latin typeface="Arial" panose="020B0604020202020204" pitchFamily="34" charset="0"/>
              <a:cs typeface="Arial" panose="020B0604020202020204" pitchFamily="34" charset="0"/>
            </a:endParaRPr>
          </a:p>
          <a:p>
            <a:pPr marL="285750" indent="-285750" algn="ctr" defTabSz="914400" fontAlgn="auto" latinLnBrk="1">
              <a:spcBef>
                <a:spcPts val="0"/>
              </a:spcBef>
              <a:spcAft>
                <a:spcPts val="0"/>
              </a:spcAft>
              <a:buFontTx/>
              <a:buChar char="-"/>
            </a:pPr>
            <a:r>
              <a:rPr lang="en-US" sz="1400" dirty="0"/>
              <a:t>(Pugliese, et. Al., 2015)</a:t>
            </a:r>
            <a:endParaRPr lang="it-IT" sz="1400" i="1" dirty="0">
              <a:solidFill>
                <a:srgbClr val="000000"/>
              </a:solidFill>
              <a:latin typeface="Arial" panose="020B0604020202020204" pitchFamily="34" charset="0"/>
              <a:cs typeface="Arial" panose="020B0604020202020204" pitchFamily="34" charset="0"/>
              <a:sym typeface="Calibri"/>
            </a:endParaRPr>
          </a:p>
        </p:txBody>
      </p:sp>
    </p:spTree>
    <p:extLst>
      <p:ext uri="{BB962C8B-B14F-4D97-AF65-F5344CB8AC3E}">
        <p14:creationId xmlns:p14="http://schemas.microsoft.com/office/powerpoint/2010/main" val="27068832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9C634-5B2F-EB57-6082-5DC720B813A1}"/>
            </a:ext>
          </a:extLst>
        </p:cNvPr>
        <p:cNvGrpSpPr/>
        <p:nvPr/>
      </p:nvGrpSpPr>
      <p:grpSpPr>
        <a:xfrm>
          <a:off x="0" y="0"/>
          <a:ext cx="0" cy="0"/>
          <a:chOff x="0" y="0"/>
          <a:chExt cx="0" cy="0"/>
        </a:xfrm>
      </p:grpSpPr>
      <p:sp>
        <p:nvSpPr>
          <p:cNvPr id="5" name="Segnaposto numero diapositiva 4">
            <a:extLst>
              <a:ext uri="{FF2B5EF4-FFF2-40B4-BE49-F238E27FC236}">
                <a16:creationId xmlns:a16="http://schemas.microsoft.com/office/drawing/2014/main" id="{4A6D192E-D33F-A0D5-D38F-C60012962D91}"/>
              </a:ext>
            </a:extLst>
          </p:cNvPr>
          <p:cNvSpPr>
            <a:spLocks noGrp="1"/>
          </p:cNvSpPr>
          <p:nvPr>
            <p:ph type="sldNum" sz="quarter" idx="11"/>
          </p:nvPr>
        </p:nvSpPr>
        <p:spPr/>
        <p:txBody>
          <a:bodyPr/>
          <a:lstStyle/>
          <a:p>
            <a:pPr>
              <a:defRPr/>
            </a:pPr>
            <a:fld id="{48B4153A-D4C5-4CEF-8992-0D8815C829E3}" type="slidenum">
              <a:rPr lang="en-US" smtClean="0"/>
              <a:pPr>
                <a:defRPr/>
              </a:pPr>
              <a:t>19</a:t>
            </a:fld>
            <a:endParaRPr lang="en-US" dirty="0"/>
          </a:p>
        </p:txBody>
      </p:sp>
      <p:sp>
        <p:nvSpPr>
          <p:cNvPr id="28" name="Titolo 2">
            <a:extLst>
              <a:ext uri="{FF2B5EF4-FFF2-40B4-BE49-F238E27FC236}">
                <a16:creationId xmlns:a16="http://schemas.microsoft.com/office/drawing/2014/main" id="{F35675A1-3ADB-3EC0-A6D4-2D22CE6CB45C}"/>
              </a:ext>
            </a:extLst>
          </p:cNvPr>
          <p:cNvSpPr>
            <a:spLocks noGrp="1"/>
          </p:cNvSpPr>
          <p:nvPr>
            <p:ph type="title"/>
          </p:nvPr>
        </p:nvSpPr>
        <p:spPr>
          <a:xfrm>
            <a:off x="659355" y="122069"/>
            <a:ext cx="11269308" cy="3077766"/>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rtlCol="0" anchor="b" anchorCtr="0" compatLnSpc="1">
            <a:prstTxWarp prst="textNoShape">
              <a:avLst/>
            </a:prstTxWarp>
            <a:spAutoFit/>
          </a:bodyPr>
          <a:lstStyle/>
          <a:p>
            <a:r>
              <a:rPr lang="en-US"/>
              <a:t>MAY Robotics help to understand social and psychological problems? </a:t>
            </a:r>
            <a:br>
              <a:rPr lang="en-US"/>
            </a:br>
            <a:br>
              <a:rPr lang="en-US"/>
            </a:br>
            <a:br>
              <a:rPr lang="en-US"/>
            </a:br>
            <a:br>
              <a:rPr lang="it-IT"/>
            </a:br>
            <a:br>
              <a:rPr lang="it-IT"/>
            </a:br>
            <a:r>
              <a:rPr lang="it-IT">
                <a:solidFill>
                  <a:srgbClr val="464646"/>
                </a:solidFill>
              </a:rPr>
              <a:t> </a:t>
            </a:r>
            <a:br>
              <a:rPr lang="it-IT">
                <a:solidFill>
                  <a:srgbClr val="464646"/>
                </a:solidFill>
              </a:rPr>
            </a:br>
            <a:endParaRPr lang="it-IT" dirty="0"/>
          </a:p>
        </p:txBody>
      </p:sp>
      <p:pic>
        <p:nvPicPr>
          <p:cNvPr id="11" name="iCub playing with objects.avi">
            <a:hlinkClick r:id="" action="ppaction://media"/>
          </p:cNvPr>
          <p:cNvPicPr>
            <a:picLocks noRot="1" noChangeAspect="1"/>
          </p:cNvPicPr>
          <p:nvPr>
            <a:videoFile r:link="rId1"/>
          </p:nvPr>
        </p:nvPicPr>
        <p:blipFill>
          <a:blip r:embed="rId4" cstate="print"/>
          <a:stretch>
            <a:fillRect/>
          </a:stretch>
        </p:blipFill>
        <p:spPr>
          <a:xfrm>
            <a:off x="2450136" y="1524678"/>
            <a:ext cx="6818441" cy="4872547"/>
          </a:xfrm>
          <a:prstGeom prst="rect">
            <a:avLst/>
          </a:prstGeom>
        </p:spPr>
      </p:pic>
    </p:spTree>
    <p:extLst>
      <p:ext uri="{BB962C8B-B14F-4D97-AF65-F5344CB8AC3E}">
        <p14:creationId xmlns:p14="http://schemas.microsoft.com/office/powerpoint/2010/main" val="985194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07806"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11"/>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11"/>
                                        </p:tgtEl>
                                      </p:cBhvr>
                                    </p:cmd>
                                  </p:childTnLst>
                                </p:cTn>
                              </p:par>
                            </p:childTnLst>
                          </p:cTn>
                        </p:par>
                      </p:childTnLst>
                    </p:cTn>
                  </p:par>
                </p:childTnLst>
              </p:cTn>
              <p:nextCondLst>
                <p:cond evt="onClick" delay="0">
                  <p:tgtEl>
                    <p:spTgt spid="11"/>
                  </p:tgtEl>
                </p:cond>
              </p:nextCondLst>
            </p:seq>
            <p:video>
              <p:cMediaNode>
                <p:cTn id="12" fill="hold" display="0">
                  <p:stCondLst>
                    <p:cond delay="indefinite"/>
                  </p:stCondLst>
                  <p:endCondLst>
                    <p:cond evt="onNext" delay="0">
                      <p:tgtEl>
                        <p:sldTgt/>
                      </p:tgtEl>
                    </p:cond>
                    <p:cond evt="onPrev" delay="0">
                      <p:tgtEl>
                        <p:sldTgt/>
                      </p:tgtEl>
                    </p:cond>
                  </p:endCondLst>
                </p:cTn>
                <p:tgtEl>
                  <p:spTgt spid="11"/>
                </p:tgtEl>
              </p:cMediaNode>
            </p:video>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9C634-5B2F-EB57-6082-5DC720B813A1}"/>
            </a:ext>
          </a:extLst>
        </p:cNvPr>
        <p:cNvGrpSpPr/>
        <p:nvPr/>
      </p:nvGrpSpPr>
      <p:grpSpPr>
        <a:xfrm>
          <a:off x="0" y="0"/>
          <a:ext cx="0" cy="0"/>
          <a:chOff x="0" y="0"/>
          <a:chExt cx="0" cy="0"/>
        </a:xfrm>
      </p:grpSpPr>
      <p:sp>
        <p:nvSpPr>
          <p:cNvPr id="5" name="Segnaposto numero diapositiva 4">
            <a:extLst>
              <a:ext uri="{FF2B5EF4-FFF2-40B4-BE49-F238E27FC236}">
                <a16:creationId xmlns:a16="http://schemas.microsoft.com/office/drawing/2014/main" id="{4A6D192E-D33F-A0D5-D38F-C60012962D91}"/>
              </a:ext>
            </a:extLst>
          </p:cNvPr>
          <p:cNvSpPr>
            <a:spLocks noGrp="1"/>
          </p:cNvSpPr>
          <p:nvPr>
            <p:ph type="sldNum" sz="quarter" idx="11"/>
          </p:nvPr>
        </p:nvSpPr>
        <p:spPr/>
        <p:txBody>
          <a:bodyPr/>
          <a:lstStyle/>
          <a:p>
            <a:pPr>
              <a:defRPr/>
            </a:pPr>
            <a:fld id="{48B4153A-D4C5-4CEF-8992-0D8815C829E3}" type="slidenum">
              <a:rPr lang="en-US" smtClean="0"/>
              <a:pPr>
                <a:defRPr/>
              </a:pPr>
              <a:t>20</a:t>
            </a:fld>
            <a:endParaRPr lang="en-US" dirty="0"/>
          </a:p>
        </p:txBody>
      </p:sp>
      <p:sp>
        <p:nvSpPr>
          <p:cNvPr id="28" name="Titolo 2">
            <a:extLst>
              <a:ext uri="{FF2B5EF4-FFF2-40B4-BE49-F238E27FC236}">
                <a16:creationId xmlns:a16="http://schemas.microsoft.com/office/drawing/2014/main" id="{F35675A1-3ADB-3EC0-A6D4-2D22CE6CB45C}"/>
              </a:ext>
            </a:extLst>
          </p:cNvPr>
          <p:cNvSpPr>
            <a:spLocks noGrp="1"/>
          </p:cNvSpPr>
          <p:nvPr>
            <p:ph type="title"/>
          </p:nvPr>
        </p:nvSpPr>
        <p:spPr>
          <a:xfrm>
            <a:off x="716800" y="381265"/>
            <a:ext cx="11269308" cy="3077766"/>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rtlCol="0" anchor="b" anchorCtr="0" compatLnSpc="1">
            <a:prstTxWarp prst="textNoShape">
              <a:avLst/>
            </a:prstTxWarp>
            <a:spAutoFit/>
          </a:bodyPr>
          <a:lstStyle/>
          <a:p>
            <a:r>
              <a:rPr lang="en-US"/>
              <a:t>DEEP LEARNING: Neural Networks become more effective</a:t>
            </a:r>
            <a:br>
              <a:rPr lang="en-US"/>
            </a:br>
            <a:r>
              <a:rPr lang="en-US"/>
              <a:t> </a:t>
            </a:r>
            <a:br>
              <a:rPr lang="en-US"/>
            </a:br>
            <a:br>
              <a:rPr lang="en-US"/>
            </a:br>
            <a:br>
              <a:rPr lang="en-US"/>
            </a:br>
            <a:br>
              <a:rPr lang="it-IT"/>
            </a:br>
            <a:br>
              <a:rPr lang="it-IT"/>
            </a:br>
            <a:r>
              <a:rPr lang="it-IT">
                <a:solidFill>
                  <a:srgbClr val="464646"/>
                </a:solidFill>
              </a:rPr>
              <a:t> </a:t>
            </a:r>
            <a:br>
              <a:rPr lang="it-IT">
                <a:solidFill>
                  <a:srgbClr val="464646"/>
                </a:solidFill>
              </a:rPr>
            </a:br>
            <a:endParaRPr lang="it-IT" dirty="0"/>
          </a:p>
        </p:txBody>
      </p:sp>
      <p:sp>
        <p:nvSpPr>
          <p:cNvPr id="7" name="Shape 170"/>
          <p:cNvSpPr/>
          <p:nvPr/>
        </p:nvSpPr>
        <p:spPr>
          <a:xfrm>
            <a:off x="2010148" y="1489660"/>
            <a:ext cx="8352928" cy="1800200"/>
          </a:xfrm>
          <a:prstGeom prst="rect">
            <a:avLst/>
          </a:prstGeom>
          <a:noFill/>
          <a:ln w="12700">
            <a:miter lim="400000"/>
          </a:ln>
          <a:extLst>
            <a:ext uri="{C572A759-6A51-4108-AA02-DFA0A04FC94B}">
              <ma14:wrappingTextBoxFlag xmlns:ma14="http://schemas.microsoft.com/office/mac/drawingml/2011/main" xmlns="" val="1"/>
            </a:ext>
          </a:extLst>
        </p:spPr>
        <p:txBody>
          <a:bodyPr lIns="0" tIns="0" rIns="0" bIns="0" anchor="ctr">
            <a:noAutofit/>
          </a:bodyPr>
          <a:lstStyle/>
          <a:p>
            <a:pPr algn="just">
              <a:lnSpc>
                <a:spcPct val="80000"/>
              </a:lnSpc>
            </a:pPr>
            <a:r>
              <a:rPr lang="en-US" sz="2200" dirty="0">
                <a:latin typeface="Arial" panose="020B0604020202020204" pitchFamily="34" charset="0"/>
                <a:cs typeface="Arial" panose="020B0604020202020204" pitchFamily="34" charset="0"/>
                <a:sym typeface="Helvetica Neue"/>
              </a:rPr>
              <a:t>In recent years </a:t>
            </a:r>
            <a:r>
              <a:rPr lang="en-US" sz="2200" b="1" dirty="0">
                <a:latin typeface="Arial" panose="020B0604020202020204" pitchFamily="34" charset="0"/>
                <a:cs typeface="Arial" panose="020B0604020202020204" pitchFamily="34" charset="0"/>
                <a:sym typeface="Helvetica Neue"/>
              </a:rPr>
              <a:t>Deep Neural Networks</a:t>
            </a:r>
            <a:r>
              <a:rPr lang="en-US" sz="2200" dirty="0">
                <a:latin typeface="Arial" panose="020B0604020202020204" pitchFamily="34" charset="0"/>
                <a:cs typeface="Arial" panose="020B0604020202020204" pitchFamily="34" charset="0"/>
                <a:sym typeface="Helvetica Neue"/>
              </a:rPr>
              <a:t> have achieved noticeably breakthroughs in research (</a:t>
            </a:r>
            <a:r>
              <a:rPr lang="en-US" sz="2200" i="1" dirty="0" err="1">
                <a:latin typeface="Arial" panose="020B0604020202020204" pitchFamily="34" charset="0"/>
                <a:cs typeface="Arial" panose="020B0604020202020204" pitchFamily="34" charset="0"/>
              </a:rPr>
              <a:t>Bengio</a:t>
            </a:r>
            <a:r>
              <a:rPr lang="en-US" sz="2200" i="1" dirty="0">
                <a:latin typeface="Arial" panose="020B0604020202020204" pitchFamily="34" charset="0"/>
                <a:cs typeface="Arial" panose="020B0604020202020204" pitchFamily="34" charset="0"/>
              </a:rPr>
              <a:t>, 2009</a:t>
            </a:r>
            <a:r>
              <a:rPr lang="en-US" sz="2200" dirty="0">
                <a:latin typeface="Arial" panose="020B0604020202020204" pitchFamily="34" charset="0"/>
                <a:cs typeface="Arial" panose="020B0604020202020204" pitchFamily="34" charset="0"/>
              </a:rPr>
              <a:t>)</a:t>
            </a:r>
            <a:r>
              <a:rPr lang="en-US" sz="2200" dirty="0">
                <a:latin typeface="Arial" panose="020B0604020202020204" pitchFamily="34" charset="0"/>
                <a:cs typeface="Arial" panose="020B0604020202020204" pitchFamily="34" charset="0"/>
                <a:sym typeface="Helvetica Neue"/>
              </a:rPr>
              <a:t>. This new methodology dealing with deep neural networks and their training algorithms is called </a:t>
            </a:r>
            <a:r>
              <a:rPr lang="en-US" sz="2200" i="1" dirty="0">
                <a:latin typeface="Arial" panose="020B0604020202020204" pitchFamily="34" charset="0"/>
                <a:cs typeface="Arial" panose="020B0604020202020204" pitchFamily="34" charset="0"/>
                <a:sym typeface="Helvetica Neue"/>
              </a:rPr>
              <a:t>“Deep Learning”</a:t>
            </a:r>
            <a:r>
              <a:rPr lang="en-US" sz="2200" dirty="0">
                <a:latin typeface="Arial" panose="020B0604020202020204" pitchFamily="34" charset="0"/>
                <a:cs typeface="Arial" panose="020B0604020202020204" pitchFamily="34" charset="0"/>
                <a:sym typeface="Helvetica Neue"/>
              </a:rPr>
              <a:t>. </a:t>
            </a:r>
            <a:r>
              <a:rPr lang="en-US" sz="2200" b="1" u="sng" dirty="0">
                <a:latin typeface="Arial" panose="020B0604020202020204" pitchFamily="34" charset="0"/>
                <a:cs typeface="Arial" panose="020B0604020202020204" pitchFamily="34" charset="0"/>
                <a:sym typeface="Helvetica Neue"/>
              </a:rPr>
              <a:t>So far, in all the experiments, the resulting performances were many magnitudes better than other machine learning techniques available. </a:t>
            </a:r>
            <a:endParaRPr sz="2400" dirty="0"/>
          </a:p>
        </p:txBody>
      </p:sp>
      <p:grpSp>
        <p:nvGrpSpPr>
          <p:cNvPr id="8" name="Gruppo 7"/>
          <p:cNvGrpSpPr/>
          <p:nvPr/>
        </p:nvGrpSpPr>
        <p:grpSpPr>
          <a:xfrm>
            <a:off x="3206358" y="3573017"/>
            <a:ext cx="5960509" cy="2558529"/>
            <a:chOff x="1671496" y="3663275"/>
            <a:chExt cx="5960509" cy="2558529"/>
          </a:xfrm>
        </p:grpSpPr>
        <p:grpSp>
          <p:nvGrpSpPr>
            <p:cNvPr id="9" name="Gruppo 8"/>
            <p:cNvGrpSpPr/>
            <p:nvPr/>
          </p:nvGrpSpPr>
          <p:grpSpPr>
            <a:xfrm>
              <a:off x="1671496" y="3663275"/>
              <a:ext cx="2815413" cy="2558529"/>
              <a:chOff x="1087075" y="3670441"/>
              <a:chExt cx="2815413" cy="2558529"/>
            </a:xfrm>
          </p:grpSpPr>
          <p:pic>
            <p:nvPicPr>
              <p:cNvPr id="14" name="Immagine 13"/>
              <p:cNvPicPr/>
              <p:nvPr/>
            </p:nvPicPr>
            <p:blipFill rotWithShape="1">
              <a:blip r:embed="rId3">
                <a:extLst>
                  <a:ext uri="{28A0092B-C50C-407E-A947-70E740481C1C}">
                    <a14:useLocalDpi xmlns:a14="http://schemas.microsoft.com/office/drawing/2010/main" val="0"/>
                  </a:ext>
                </a:extLst>
              </a:blip>
              <a:srcRect l="2505" t="17522" r="52769" b="7679"/>
              <a:stretch/>
            </p:blipFill>
            <p:spPr>
              <a:xfrm>
                <a:off x="1331640" y="3670441"/>
                <a:ext cx="2340164" cy="2558529"/>
              </a:xfrm>
              <a:prstGeom prst="rect">
                <a:avLst/>
              </a:prstGeom>
            </p:spPr>
          </p:pic>
          <p:sp>
            <p:nvSpPr>
              <p:cNvPr id="15" name="Rettangolo arrotondato 14"/>
              <p:cNvSpPr/>
              <p:nvPr/>
            </p:nvSpPr>
            <p:spPr>
              <a:xfrm>
                <a:off x="1087075" y="5352518"/>
                <a:ext cx="2815413" cy="408620"/>
              </a:xfrm>
              <a:prstGeom prst="roundRect">
                <a:avLst/>
              </a:prstGeom>
              <a:solidFill>
                <a:srgbClr val="EDEDED"/>
              </a:solidFill>
              <a:ln w="25400" cap="flat">
                <a:noFill/>
                <a:prstDash val="solid"/>
                <a:beve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sp3d extrusionH="57150">
                  <a:bevelT w="38100" h="38100"/>
                </a:sp3d>
              </a:bodyPr>
              <a:lstStyle/>
              <a:p>
                <a:pPr algn="ctr" defTabSz="914400" fontAlgn="auto" latinLnBrk="1">
                  <a:spcBef>
                    <a:spcPts val="0"/>
                  </a:spcBef>
                  <a:spcAft>
                    <a:spcPts val="0"/>
                  </a:spcAft>
                </a:pPr>
                <a:r>
                  <a:rPr lang="it-IT" dirty="0">
                    <a:solidFill>
                      <a:srgbClr val="C00000"/>
                    </a:solidFill>
                    <a:latin typeface="AcmeFont" pitchFamily="2" charset="0"/>
                  </a:rPr>
                  <a:t>GOOGLE DATACENTER</a:t>
                </a:r>
              </a:p>
            </p:txBody>
          </p:sp>
        </p:grpSp>
        <p:grpSp>
          <p:nvGrpSpPr>
            <p:cNvPr id="10" name="Gruppo 9"/>
            <p:cNvGrpSpPr/>
            <p:nvPr/>
          </p:nvGrpSpPr>
          <p:grpSpPr>
            <a:xfrm>
              <a:off x="4816592" y="3663275"/>
              <a:ext cx="2815413" cy="2558529"/>
              <a:chOff x="4835026" y="3686806"/>
              <a:chExt cx="2815413" cy="2558529"/>
            </a:xfrm>
          </p:grpSpPr>
          <p:pic>
            <p:nvPicPr>
              <p:cNvPr id="12" name="Immagine 11"/>
              <p:cNvPicPr/>
              <p:nvPr/>
            </p:nvPicPr>
            <p:blipFill rotWithShape="1">
              <a:blip r:embed="rId3">
                <a:extLst>
                  <a:ext uri="{28A0092B-C50C-407E-A947-70E740481C1C}">
                    <a14:useLocalDpi xmlns:a14="http://schemas.microsoft.com/office/drawing/2010/main" val="0"/>
                  </a:ext>
                </a:extLst>
              </a:blip>
              <a:srcRect l="53733" t="22760" r="1744" b="6819"/>
              <a:stretch/>
            </p:blipFill>
            <p:spPr>
              <a:xfrm>
                <a:off x="5004048" y="3686806"/>
                <a:ext cx="2448272" cy="2558529"/>
              </a:xfrm>
              <a:prstGeom prst="rect">
                <a:avLst/>
              </a:prstGeom>
            </p:spPr>
          </p:pic>
          <p:sp>
            <p:nvSpPr>
              <p:cNvPr id="13" name="Rettangolo arrotondato 12"/>
              <p:cNvSpPr/>
              <p:nvPr/>
            </p:nvSpPr>
            <p:spPr>
              <a:xfrm>
                <a:off x="4835026" y="5368883"/>
                <a:ext cx="2815413" cy="408620"/>
              </a:xfrm>
              <a:prstGeom prst="roundRect">
                <a:avLst/>
              </a:prstGeom>
              <a:solidFill>
                <a:srgbClr val="EDEDED"/>
              </a:solidFill>
              <a:ln w="25400" cap="flat">
                <a:noFill/>
                <a:prstDash val="solid"/>
                <a:beve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sp3d extrusionH="57150">
                  <a:bevelT w="38100" h="38100"/>
                </a:sp3d>
              </a:bodyPr>
              <a:lstStyle/>
              <a:p>
                <a:pPr algn="ctr" defTabSz="914400" fontAlgn="auto" latinLnBrk="1">
                  <a:spcBef>
                    <a:spcPts val="0"/>
                  </a:spcBef>
                  <a:spcAft>
                    <a:spcPts val="0"/>
                  </a:spcAft>
                </a:pPr>
                <a:r>
                  <a:rPr lang="it-IT" dirty="0">
                    <a:solidFill>
                      <a:srgbClr val="C00000"/>
                    </a:solidFill>
                    <a:latin typeface="AcmeFont" pitchFamily="2" charset="0"/>
                  </a:rPr>
                  <a:t>STANFORD AI LAB</a:t>
                </a:r>
              </a:p>
            </p:txBody>
          </p:sp>
        </p:grpSp>
      </p:grpSp>
    </p:spTree>
    <p:extLst>
      <p:ext uri="{BB962C8B-B14F-4D97-AF65-F5344CB8AC3E}">
        <p14:creationId xmlns:p14="http://schemas.microsoft.com/office/powerpoint/2010/main" val="21663848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9C634-5B2F-EB57-6082-5DC720B813A1}"/>
            </a:ext>
          </a:extLst>
        </p:cNvPr>
        <p:cNvGrpSpPr/>
        <p:nvPr/>
      </p:nvGrpSpPr>
      <p:grpSpPr>
        <a:xfrm>
          <a:off x="0" y="0"/>
          <a:ext cx="0" cy="0"/>
          <a:chOff x="0" y="0"/>
          <a:chExt cx="0" cy="0"/>
        </a:xfrm>
      </p:grpSpPr>
      <p:sp>
        <p:nvSpPr>
          <p:cNvPr id="5" name="Segnaposto numero diapositiva 4">
            <a:extLst>
              <a:ext uri="{FF2B5EF4-FFF2-40B4-BE49-F238E27FC236}">
                <a16:creationId xmlns:a16="http://schemas.microsoft.com/office/drawing/2014/main" id="{4A6D192E-D33F-A0D5-D38F-C60012962D91}"/>
              </a:ext>
            </a:extLst>
          </p:cNvPr>
          <p:cNvSpPr>
            <a:spLocks noGrp="1"/>
          </p:cNvSpPr>
          <p:nvPr>
            <p:ph type="sldNum" sz="quarter" idx="11"/>
          </p:nvPr>
        </p:nvSpPr>
        <p:spPr/>
        <p:txBody>
          <a:bodyPr/>
          <a:lstStyle/>
          <a:p>
            <a:pPr>
              <a:defRPr/>
            </a:pPr>
            <a:fld id="{48B4153A-D4C5-4CEF-8992-0D8815C829E3}" type="slidenum">
              <a:rPr lang="en-US" smtClean="0"/>
              <a:pPr>
                <a:defRPr/>
              </a:pPr>
              <a:t>21</a:t>
            </a:fld>
            <a:endParaRPr lang="en-US" dirty="0"/>
          </a:p>
        </p:txBody>
      </p:sp>
      <p:sp>
        <p:nvSpPr>
          <p:cNvPr id="28" name="Titolo 2">
            <a:extLst>
              <a:ext uri="{FF2B5EF4-FFF2-40B4-BE49-F238E27FC236}">
                <a16:creationId xmlns:a16="http://schemas.microsoft.com/office/drawing/2014/main" id="{F35675A1-3ADB-3EC0-A6D4-2D22CE6CB45C}"/>
              </a:ext>
            </a:extLst>
          </p:cNvPr>
          <p:cNvSpPr>
            <a:spLocks noGrp="1"/>
          </p:cNvSpPr>
          <p:nvPr>
            <p:ph type="title"/>
          </p:nvPr>
        </p:nvSpPr>
        <p:spPr>
          <a:xfrm>
            <a:off x="659355" y="113581"/>
            <a:ext cx="11269308" cy="3462486"/>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rtlCol="0" anchor="b" anchorCtr="0" compatLnSpc="1">
            <a:prstTxWarp prst="textNoShape">
              <a:avLst/>
            </a:prstTxWarp>
            <a:spAutoFit/>
          </a:bodyPr>
          <a:lstStyle/>
          <a:p>
            <a:r>
              <a:rPr lang="en-US"/>
              <a:t>DEEP LEARNING: a cutting-edge approach to Computer Vision and NLP</a:t>
            </a:r>
            <a:br>
              <a:rPr lang="en-US"/>
            </a:br>
            <a:br>
              <a:rPr lang="en-US"/>
            </a:br>
            <a:br>
              <a:rPr lang="en-US"/>
            </a:br>
            <a:br>
              <a:rPr lang="en-US"/>
            </a:br>
            <a:br>
              <a:rPr lang="it-IT"/>
            </a:br>
            <a:br>
              <a:rPr lang="it-IT"/>
            </a:br>
            <a:r>
              <a:rPr lang="it-IT">
                <a:solidFill>
                  <a:srgbClr val="464646"/>
                </a:solidFill>
              </a:rPr>
              <a:t> </a:t>
            </a:r>
            <a:br>
              <a:rPr lang="it-IT">
                <a:solidFill>
                  <a:srgbClr val="464646"/>
                </a:solidFill>
              </a:rPr>
            </a:br>
            <a:endParaRPr lang="it-IT" dirty="0"/>
          </a:p>
        </p:txBody>
      </p:sp>
      <p:graphicFrame>
        <p:nvGraphicFramePr>
          <p:cNvPr id="6" name="Diagramma 5"/>
          <p:cNvGraphicFramePr/>
          <p:nvPr>
            <p:extLst>
              <p:ext uri="{D42A27DB-BD31-4B8C-83A1-F6EECF244321}">
                <p14:modId xmlns:p14="http://schemas.microsoft.com/office/powerpoint/2010/main" val="2797721193"/>
              </p:ext>
            </p:extLst>
          </p:nvPr>
        </p:nvGraphicFramePr>
        <p:xfrm>
          <a:off x="1925845" y="1844824"/>
          <a:ext cx="3882123" cy="439248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7" name="Immagine 6"/>
          <p:cNvPicPr/>
          <p:nvPr/>
        </p:nvPicPr>
        <p:blipFill>
          <a:blip r:embed="rId8">
            <a:extLst>
              <a:ext uri="{28A0092B-C50C-407E-A947-70E740481C1C}">
                <a14:useLocalDpi xmlns:a14="http://schemas.microsoft.com/office/drawing/2010/main" val="0"/>
              </a:ext>
            </a:extLst>
          </a:blip>
          <a:stretch>
            <a:fillRect/>
          </a:stretch>
        </p:blipFill>
        <p:spPr>
          <a:xfrm>
            <a:off x="5951984" y="1748922"/>
            <a:ext cx="4346072" cy="4392488"/>
          </a:xfrm>
          <a:prstGeom prst="rect">
            <a:avLst/>
          </a:prstGeom>
        </p:spPr>
      </p:pic>
    </p:spTree>
    <p:extLst>
      <p:ext uri="{BB962C8B-B14F-4D97-AF65-F5344CB8AC3E}">
        <p14:creationId xmlns:p14="http://schemas.microsoft.com/office/powerpoint/2010/main" val="260442550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9C634-5B2F-EB57-6082-5DC720B813A1}"/>
            </a:ext>
          </a:extLst>
        </p:cNvPr>
        <p:cNvGrpSpPr/>
        <p:nvPr/>
      </p:nvGrpSpPr>
      <p:grpSpPr>
        <a:xfrm>
          <a:off x="0" y="0"/>
          <a:ext cx="0" cy="0"/>
          <a:chOff x="0" y="0"/>
          <a:chExt cx="0" cy="0"/>
        </a:xfrm>
      </p:grpSpPr>
      <p:sp>
        <p:nvSpPr>
          <p:cNvPr id="5" name="Segnaposto numero diapositiva 4">
            <a:extLst>
              <a:ext uri="{FF2B5EF4-FFF2-40B4-BE49-F238E27FC236}">
                <a16:creationId xmlns:a16="http://schemas.microsoft.com/office/drawing/2014/main" id="{4A6D192E-D33F-A0D5-D38F-C60012962D91}"/>
              </a:ext>
            </a:extLst>
          </p:cNvPr>
          <p:cNvSpPr>
            <a:spLocks noGrp="1"/>
          </p:cNvSpPr>
          <p:nvPr>
            <p:ph type="sldNum" sz="quarter" idx="11"/>
          </p:nvPr>
        </p:nvSpPr>
        <p:spPr/>
        <p:txBody>
          <a:bodyPr/>
          <a:lstStyle/>
          <a:p>
            <a:pPr>
              <a:defRPr/>
            </a:pPr>
            <a:fld id="{48B4153A-D4C5-4CEF-8992-0D8815C829E3}" type="slidenum">
              <a:rPr lang="en-US" smtClean="0"/>
              <a:pPr>
                <a:defRPr/>
              </a:pPr>
              <a:t>22</a:t>
            </a:fld>
            <a:endParaRPr lang="en-US" dirty="0"/>
          </a:p>
        </p:txBody>
      </p:sp>
      <p:sp>
        <p:nvSpPr>
          <p:cNvPr id="28" name="Titolo 2">
            <a:extLst>
              <a:ext uri="{FF2B5EF4-FFF2-40B4-BE49-F238E27FC236}">
                <a16:creationId xmlns:a16="http://schemas.microsoft.com/office/drawing/2014/main" id="{F35675A1-3ADB-3EC0-A6D4-2D22CE6CB45C}"/>
              </a:ext>
            </a:extLst>
          </p:cNvPr>
          <p:cNvSpPr>
            <a:spLocks noGrp="1"/>
          </p:cNvSpPr>
          <p:nvPr>
            <p:ph type="title"/>
          </p:nvPr>
        </p:nvSpPr>
        <p:spPr>
          <a:xfrm>
            <a:off x="574294" y="421925"/>
            <a:ext cx="11269308" cy="3462486"/>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rtlCol="0" anchor="b" anchorCtr="0" compatLnSpc="1">
            <a:prstTxWarp prst="textNoShape">
              <a:avLst/>
            </a:prstTxWarp>
            <a:spAutoFit/>
          </a:bodyPr>
          <a:lstStyle/>
          <a:p>
            <a:r>
              <a:rPr lang="it-IT"/>
              <a:t>Deep Learning is Machine Learning</a:t>
            </a:r>
            <a:br>
              <a:rPr lang="it-IT"/>
            </a:br>
            <a:br>
              <a:rPr lang="en-US"/>
            </a:br>
            <a:br>
              <a:rPr lang="en-US"/>
            </a:br>
            <a:br>
              <a:rPr lang="en-US"/>
            </a:br>
            <a:br>
              <a:rPr lang="en-US"/>
            </a:br>
            <a:br>
              <a:rPr lang="it-IT"/>
            </a:br>
            <a:br>
              <a:rPr lang="it-IT"/>
            </a:br>
            <a:r>
              <a:rPr lang="it-IT">
                <a:solidFill>
                  <a:srgbClr val="464646"/>
                </a:solidFill>
              </a:rPr>
              <a:t> </a:t>
            </a:r>
            <a:br>
              <a:rPr lang="it-IT">
                <a:solidFill>
                  <a:srgbClr val="464646"/>
                </a:solidFill>
              </a:rPr>
            </a:br>
            <a:endParaRPr lang="it-IT" dirty="0"/>
          </a:p>
        </p:txBody>
      </p:sp>
      <p:sp>
        <p:nvSpPr>
          <p:cNvPr id="8" name="Shape 170"/>
          <p:cNvSpPr/>
          <p:nvPr/>
        </p:nvSpPr>
        <p:spPr>
          <a:xfrm>
            <a:off x="2063552" y="1260815"/>
            <a:ext cx="8390136" cy="2289959"/>
          </a:xfrm>
          <a:prstGeom prst="rect">
            <a:avLst/>
          </a:prstGeom>
          <a:solidFill>
            <a:schemeClr val="bg1">
              <a:alpha val="50000"/>
            </a:schemeClr>
          </a:solidFill>
          <a:ln w="12700">
            <a:miter lim="400000"/>
          </a:ln>
          <a:extLst>
            <a:ext uri="{C572A759-6A51-4108-AA02-DFA0A04FC94B}">
              <ma14:wrappingTextBoxFlag xmlns:ma14="http://schemas.microsoft.com/office/mac/drawingml/2011/main" xmlns="" val="1"/>
            </a:ext>
          </a:extLst>
        </p:spPr>
        <p:txBody>
          <a:bodyPr lIns="0" tIns="0" rIns="0" bIns="0" anchor="ctr">
            <a:noAutofit/>
          </a:bodyPr>
          <a:lstStyle/>
          <a:p>
            <a:pPr lvl="0" algn="ctr">
              <a:lnSpc>
                <a:spcPct val="80000"/>
              </a:lnSpc>
            </a:pPr>
            <a:endParaRPr lang="it-IT" sz="2200" dirty="0">
              <a:latin typeface="Arial" panose="020B0604020202020204" pitchFamily="34" charset="0"/>
              <a:cs typeface="Arial" panose="020B0604020202020204" pitchFamily="34" charset="0"/>
            </a:endParaRPr>
          </a:p>
          <a:p>
            <a:r>
              <a:rPr lang="en-US" sz="2200" dirty="0">
                <a:latin typeface="Arial" panose="020B0604020202020204" pitchFamily="34" charset="0"/>
                <a:cs typeface="Arial" panose="020B0604020202020204" pitchFamily="34" charset="0"/>
              </a:rPr>
              <a:t>Deep Learning refers to algorithms that automatically ‘model’ high-level abstractions in data</a:t>
            </a:r>
          </a:p>
          <a:p>
            <a:pPr marL="514350" lvl="1" indent="-514350">
              <a:buFont typeface="+mj-lt"/>
              <a:buAutoNum type="romanLcPeriod"/>
            </a:pPr>
            <a:r>
              <a:rPr lang="en-US" sz="2200" dirty="0">
                <a:latin typeface="Arial" panose="020B0604020202020204" pitchFamily="34" charset="0"/>
                <a:cs typeface="Arial" panose="020B0604020202020204" pitchFamily="34" charset="0"/>
              </a:rPr>
              <a:t>here ‘model’ means: define, find, recognize and exploit</a:t>
            </a:r>
          </a:p>
          <a:p>
            <a:pPr marL="514350" lvl="1" indent="-514350">
              <a:buFont typeface="+mj-lt"/>
              <a:buAutoNum type="romanLcPeriod"/>
            </a:pPr>
            <a:r>
              <a:rPr lang="en-US" sz="2200" dirty="0">
                <a:latin typeface="Arial" panose="020B0604020202020204" pitchFamily="34" charset="0"/>
                <a:cs typeface="Arial" panose="020B0604020202020204" pitchFamily="34" charset="0"/>
              </a:rPr>
              <a:t>here ‘automatically’ means: directly from data, without hinging upon handcrafted, task-specific features.</a:t>
            </a:r>
          </a:p>
          <a:p>
            <a:pPr lvl="0" algn="ctr">
              <a:lnSpc>
                <a:spcPct val="80000"/>
              </a:lnSpc>
            </a:pPr>
            <a:endParaRPr sz="2200" dirty="0">
              <a:latin typeface="Arial" panose="020B0604020202020204" pitchFamily="34" charset="0"/>
              <a:cs typeface="Arial" panose="020B0604020202020204" pitchFamily="34" charset="0"/>
            </a:endParaRPr>
          </a:p>
        </p:txBody>
      </p:sp>
      <p:pic>
        <p:nvPicPr>
          <p:cNvPr id="9" name="Immagin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99657" y="3550774"/>
            <a:ext cx="6336704" cy="2456295"/>
          </a:xfrm>
          <a:prstGeom prst="rect">
            <a:avLst/>
          </a:prstGeom>
        </p:spPr>
      </p:pic>
    </p:spTree>
    <p:extLst>
      <p:ext uri="{BB962C8B-B14F-4D97-AF65-F5344CB8AC3E}">
        <p14:creationId xmlns:p14="http://schemas.microsoft.com/office/powerpoint/2010/main" val="243486094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9C634-5B2F-EB57-6082-5DC720B813A1}"/>
            </a:ext>
          </a:extLst>
        </p:cNvPr>
        <p:cNvGrpSpPr/>
        <p:nvPr/>
      </p:nvGrpSpPr>
      <p:grpSpPr>
        <a:xfrm>
          <a:off x="0" y="0"/>
          <a:ext cx="0" cy="0"/>
          <a:chOff x="0" y="0"/>
          <a:chExt cx="0" cy="0"/>
        </a:xfrm>
      </p:grpSpPr>
      <p:sp>
        <p:nvSpPr>
          <p:cNvPr id="5" name="Segnaposto numero diapositiva 4">
            <a:extLst>
              <a:ext uri="{FF2B5EF4-FFF2-40B4-BE49-F238E27FC236}">
                <a16:creationId xmlns:a16="http://schemas.microsoft.com/office/drawing/2014/main" id="{4A6D192E-D33F-A0D5-D38F-C60012962D91}"/>
              </a:ext>
            </a:extLst>
          </p:cNvPr>
          <p:cNvSpPr>
            <a:spLocks noGrp="1"/>
          </p:cNvSpPr>
          <p:nvPr>
            <p:ph type="sldNum" sz="quarter" idx="11"/>
          </p:nvPr>
        </p:nvSpPr>
        <p:spPr/>
        <p:txBody>
          <a:bodyPr/>
          <a:lstStyle/>
          <a:p>
            <a:pPr>
              <a:defRPr/>
            </a:pPr>
            <a:fld id="{48B4153A-D4C5-4CEF-8992-0D8815C829E3}" type="slidenum">
              <a:rPr lang="en-US" smtClean="0"/>
              <a:pPr>
                <a:defRPr/>
              </a:pPr>
              <a:t>23</a:t>
            </a:fld>
            <a:endParaRPr lang="en-US" dirty="0"/>
          </a:p>
        </p:txBody>
      </p:sp>
      <p:sp>
        <p:nvSpPr>
          <p:cNvPr id="28" name="Titolo 2">
            <a:extLst>
              <a:ext uri="{FF2B5EF4-FFF2-40B4-BE49-F238E27FC236}">
                <a16:creationId xmlns:a16="http://schemas.microsoft.com/office/drawing/2014/main" id="{F35675A1-3ADB-3EC0-A6D4-2D22CE6CB45C}"/>
              </a:ext>
            </a:extLst>
          </p:cNvPr>
          <p:cNvSpPr>
            <a:spLocks noGrp="1"/>
          </p:cNvSpPr>
          <p:nvPr>
            <p:ph type="title"/>
          </p:nvPr>
        </p:nvSpPr>
        <p:spPr>
          <a:xfrm>
            <a:off x="561909" y="438577"/>
            <a:ext cx="11269308" cy="1154162"/>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rtlCol="0" anchor="b" anchorCtr="0" compatLnSpc="1">
            <a:prstTxWarp prst="textNoShape">
              <a:avLst/>
            </a:prstTxWarp>
            <a:spAutoFit/>
          </a:bodyPr>
          <a:lstStyle/>
          <a:p>
            <a:r>
              <a:rPr lang="en-US">
                <a:solidFill>
                  <a:srgbClr val="464646"/>
                </a:solidFill>
              </a:rPr>
              <a:t>Why Deep Learning over-performed traditional statistics models? </a:t>
            </a:r>
            <a:br>
              <a:rPr lang="en-US">
                <a:solidFill>
                  <a:srgbClr val="464646"/>
                </a:solidFill>
              </a:rPr>
            </a:br>
            <a:r>
              <a:rPr lang="it-IT">
                <a:solidFill>
                  <a:srgbClr val="464646"/>
                </a:solidFill>
              </a:rPr>
              <a:t> </a:t>
            </a:r>
            <a:br>
              <a:rPr lang="it-IT">
                <a:solidFill>
                  <a:srgbClr val="464646"/>
                </a:solidFill>
              </a:rPr>
            </a:br>
            <a:endParaRPr lang="it-IT" dirty="0"/>
          </a:p>
        </p:txBody>
      </p:sp>
      <p:sp>
        <p:nvSpPr>
          <p:cNvPr id="12" name="Titolo"/>
          <p:cNvSpPr txBox="1"/>
          <p:nvPr/>
        </p:nvSpPr>
        <p:spPr>
          <a:xfrm>
            <a:off x="630608" y="1815926"/>
            <a:ext cx="3785394" cy="56457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8" tIns="35718" rIns="35718" bIns="35718" anchor="ctr">
            <a:spAutoFit/>
          </a:bodyPr>
          <a:lstStyle>
            <a:lvl1pPr marR="0" indent="0" defTabSz="820737">
              <a:defRPr sz="6400">
                <a:solidFill>
                  <a:srgbClr val="3B4152"/>
                </a:solidFill>
                <a:uFillTx/>
                <a:latin typeface="Montserrat Bold"/>
                <a:ea typeface="Montserrat Bold"/>
                <a:cs typeface="Montserrat Bold"/>
                <a:sym typeface="Montserrat Bold"/>
              </a:defRPr>
            </a:lvl1pPr>
          </a:lstStyle>
          <a:p>
            <a:endParaRPr sz="3200" dirty="0"/>
          </a:p>
        </p:txBody>
      </p:sp>
      <p:sp>
        <p:nvSpPr>
          <p:cNvPr id="13" name="Sottotitolo"/>
          <p:cNvSpPr txBox="1"/>
          <p:nvPr/>
        </p:nvSpPr>
        <p:spPr>
          <a:xfrm>
            <a:off x="630608" y="2803363"/>
            <a:ext cx="3785394" cy="33374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8" tIns="35718" rIns="35718" bIns="35718" anchor="ctr">
            <a:spAutoFit/>
          </a:bodyPr>
          <a:lstStyle>
            <a:lvl1pPr marR="0" indent="0" defTabSz="820737">
              <a:defRPr sz="3400">
                <a:solidFill>
                  <a:srgbClr val="3B4152"/>
                </a:solidFill>
                <a:uFillTx/>
                <a:latin typeface="Montserrat Bold"/>
                <a:ea typeface="Montserrat Bold"/>
                <a:cs typeface="Montserrat Bold"/>
                <a:sym typeface="Montserrat Bold"/>
              </a:defRPr>
            </a:lvl1pPr>
          </a:lstStyle>
          <a:p>
            <a:endParaRPr sz="1700" dirty="0"/>
          </a:p>
        </p:txBody>
      </p:sp>
      <p:sp>
        <p:nvSpPr>
          <p:cNvPr id="14" name="Shape 128"/>
          <p:cNvSpPr txBox="1">
            <a:spLocks/>
          </p:cNvSpPr>
          <p:nvPr/>
        </p:nvSpPr>
        <p:spPr>
          <a:xfrm>
            <a:off x="8239125" y="4520076"/>
            <a:ext cx="1066800" cy="134620"/>
          </a:xfrm>
          <a:prstGeom prst="rect">
            <a:avLst/>
          </a:prstGeom>
          <a:extLst>
            <a:ext uri="{C572A759-6A51-4108-AA02-DFA0A04FC94B}">
              <ma14:wrappingTextBoxFlag xmlns:ma14="http://schemas.microsoft.com/office/mac/drawingml/2011/main" xmlns="" val="1"/>
            </a:ext>
          </a:extLst>
        </p:spPr>
        <p:txBody>
          <a:bodyPr lIns="0" tIns="0" rIns="0" bIns="0">
            <a:normAutofit/>
          </a:bodyPr>
          <a:lstStyle>
            <a:defPPr>
              <a:defRPr lang="en-US"/>
            </a:defPPr>
            <a:lvl1pPr algn="l" defTabSz="457200" rtl="0" eaLnBrk="0" fontAlgn="base" hangingPunct="0">
              <a:spcBef>
                <a:spcPct val="0"/>
              </a:spcBef>
              <a:spcAft>
                <a:spcPct val="0"/>
              </a:spcAft>
              <a:defRPr kern="1200">
                <a:solidFill>
                  <a:schemeClr val="tx1"/>
                </a:solidFill>
                <a:latin typeface="Gill Sans MT" panose="020B0502020104020203" pitchFamily="34" charset="0"/>
                <a:ea typeface="+mn-ea"/>
                <a:cs typeface="+mn-cs"/>
              </a:defRPr>
            </a:lvl1pPr>
            <a:lvl2pPr marL="457200" algn="l" defTabSz="457200" rtl="0" eaLnBrk="0" fontAlgn="base" hangingPunct="0">
              <a:spcBef>
                <a:spcPct val="0"/>
              </a:spcBef>
              <a:spcAft>
                <a:spcPct val="0"/>
              </a:spcAft>
              <a:defRPr kern="1200">
                <a:solidFill>
                  <a:schemeClr val="tx1"/>
                </a:solidFill>
                <a:latin typeface="Gill Sans MT" panose="020B0502020104020203" pitchFamily="34" charset="0"/>
                <a:ea typeface="+mn-ea"/>
                <a:cs typeface="+mn-cs"/>
              </a:defRPr>
            </a:lvl2pPr>
            <a:lvl3pPr marL="914400" algn="l" defTabSz="457200" rtl="0" eaLnBrk="0" fontAlgn="base" hangingPunct="0">
              <a:spcBef>
                <a:spcPct val="0"/>
              </a:spcBef>
              <a:spcAft>
                <a:spcPct val="0"/>
              </a:spcAft>
              <a:defRPr kern="1200">
                <a:solidFill>
                  <a:schemeClr val="tx1"/>
                </a:solidFill>
                <a:latin typeface="Gill Sans MT" panose="020B0502020104020203" pitchFamily="34" charset="0"/>
                <a:ea typeface="+mn-ea"/>
                <a:cs typeface="+mn-cs"/>
              </a:defRPr>
            </a:lvl3pPr>
            <a:lvl4pPr marL="1371600" algn="l" defTabSz="457200" rtl="0" eaLnBrk="0" fontAlgn="base" hangingPunct="0">
              <a:spcBef>
                <a:spcPct val="0"/>
              </a:spcBef>
              <a:spcAft>
                <a:spcPct val="0"/>
              </a:spcAft>
              <a:defRPr kern="1200">
                <a:solidFill>
                  <a:schemeClr val="tx1"/>
                </a:solidFill>
                <a:latin typeface="Gill Sans MT" panose="020B0502020104020203" pitchFamily="34" charset="0"/>
                <a:ea typeface="+mn-ea"/>
                <a:cs typeface="+mn-cs"/>
              </a:defRPr>
            </a:lvl4pPr>
            <a:lvl5pPr marL="1828800" algn="l" defTabSz="457200" rtl="0" eaLnBrk="0" fontAlgn="base" hangingPunct="0">
              <a:spcBef>
                <a:spcPct val="0"/>
              </a:spcBef>
              <a:spcAft>
                <a:spcPct val="0"/>
              </a:spcAft>
              <a:defRPr kern="1200">
                <a:solidFill>
                  <a:schemeClr val="tx1"/>
                </a:solidFill>
                <a:latin typeface="Gill Sans MT" panose="020B0502020104020203" pitchFamily="34" charset="0"/>
                <a:ea typeface="+mn-ea"/>
                <a:cs typeface="+mn-cs"/>
              </a:defRPr>
            </a:lvl5pPr>
            <a:lvl6pPr marL="2286000" algn="l" defTabSz="914400" rtl="0" eaLnBrk="1" latinLnBrk="0" hangingPunct="1">
              <a:defRPr kern="1200">
                <a:solidFill>
                  <a:schemeClr val="tx1"/>
                </a:solidFill>
                <a:latin typeface="Gill Sans MT" panose="020B0502020104020203" pitchFamily="34" charset="0"/>
                <a:ea typeface="+mn-ea"/>
                <a:cs typeface="+mn-cs"/>
              </a:defRPr>
            </a:lvl6pPr>
            <a:lvl7pPr marL="2743200" algn="l" defTabSz="914400" rtl="0" eaLnBrk="1" latinLnBrk="0" hangingPunct="1">
              <a:defRPr kern="1200">
                <a:solidFill>
                  <a:schemeClr val="tx1"/>
                </a:solidFill>
                <a:latin typeface="Gill Sans MT" panose="020B0502020104020203" pitchFamily="34" charset="0"/>
                <a:ea typeface="+mn-ea"/>
                <a:cs typeface="+mn-cs"/>
              </a:defRPr>
            </a:lvl7pPr>
            <a:lvl8pPr marL="3200400" algn="l" defTabSz="914400" rtl="0" eaLnBrk="1" latinLnBrk="0" hangingPunct="1">
              <a:defRPr kern="1200">
                <a:solidFill>
                  <a:schemeClr val="tx1"/>
                </a:solidFill>
                <a:latin typeface="Gill Sans MT" panose="020B0502020104020203" pitchFamily="34" charset="0"/>
                <a:ea typeface="+mn-ea"/>
                <a:cs typeface="+mn-cs"/>
              </a:defRPr>
            </a:lvl8pPr>
            <a:lvl9pPr marL="3657600" algn="l" defTabSz="914400" rtl="0" eaLnBrk="1" latinLnBrk="0" hangingPunct="1">
              <a:defRPr kern="1200">
                <a:solidFill>
                  <a:schemeClr val="tx1"/>
                </a:solidFill>
                <a:latin typeface="Gill Sans MT" panose="020B0502020104020203" pitchFamily="34" charset="0"/>
                <a:ea typeface="+mn-ea"/>
                <a:cs typeface="+mn-cs"/>
              </a:defRPr>
            </a:lvl9pPr>
          </a:lstStyle>
          <a:p>
            <a:pPr>
              <a:defRPr sz="1800">
                <a:solidFill>
                  <a:srgbClr val="000000"/>
                </a:solidFill>
              </a:defRPr>
            </a:pPr>
            <a:fld id="{86CB4B4D-7CA3-9044-876B-883B54F8677D}" type="slidenum">
              <a:rPr lang="it-IT" sz="600" smtClean="0">
                <a:solidFill>
                  <a:srgbClr val="888888"/>
                </a:solidFill>
              </a:rPr>
              <a:pPr>
                <a:defRPr sz="1800">
                  <a:solidFill>
                    <a:srgbClr val="000000"/>
                  </a:solidFill>
                </a:defRPr>
              </a:pPr>
              <a:t>23</a:t>
            </a:fld>
            <a:endParaRPr lang="it-IT" sz="600" dirty="0">
              <a:solidFill>
                <a:srgbClr val="888888"/>
              </a:solidFill>
            </a:endParaRPr>
          </a:p>
        </p:txBody>
      </p:sp>
      <p:pic>
        <p:nvPicPr>
          <p:cNvPr id="16" name="Picture 2" descr="Risultati immagini per alphago"/>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4508" y="1974886"/>
            <a:ext cx="3477594" cy="3286839"/>
          </a:xfrm>
          <a:prstGeom prst="rect">
            <a:avLst/>
          </a:prstGeom>
          <a:noFill/>
          <a:extLst>
            <a:ext uri="{909E8E84-426E-40DD-AFC4-6F175D3DCCD1}">
              <a14:hiddenFill xmlns:a14="http://schemas.microsoft.com/office/drawing/2010/main">
                <a:solidFill>
                  <a:srgbClr val="FFFFFF"/>
                </a:solidFill>
              </a14:hiddenFill>
            </a:ext>
          </a:extLst>
        </p:spPr>
      </p:pic>
      <p:sp>
        <p:nvSpPr>
          <p:cNvPr id="17" name="Shape 118"/>
          <p:cNvSpPr/>
          <p:nvPr/>
        </p:nvSpPr>
        <p:spPr>
          <a:xfrm>
            <a:off x="5188120" y="2322162"/>
            <a:ext cx="6643097" cy="1296144"/>
          </a:xfrm>
          <a:prstGeom prst="rect">
            <a:avLst/>
          </a:prstGeom>
          <a:noFill/>
          <a:ln w="12700">
            <a:miter lim="400000"/>
          </a:ln>
          <a:extLst>
            <a:ext uri="{C572A759-6A51-4108-AA02-DFA0A04FC94B}">
              <ma14:wrappingTextBoxFlag xmlns:ma14="http://schemas.microsoft.com/office/mac/drawingml/2011/main" xmlns="" val="1"/>
            </a:ext>
          </a:extLst>
        </p:spPr>
        <p:txBody>
          <a:bodyPr lIns="0" tIns="0" rIns="0" bIns="0" anchor="ctr">
            <a:noAutofit/>
          </a:bodyPr>
          <a:lstStyle/>
          <a:p>
            <a:pPr marL="228600" indent="-228600">
              <a:buFont typeface="Arial" panose="020B0604020202020204" pitchFamily="34" charset="0"/>
              <a:buChar char="•"/>
            </a:pP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“Deep Learning” approaches can be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end-to-end trained </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without a task-specific feature engineering.</a:t>
            </a:r>
          </a:p>
          <a:p>
            <a:pPr marL="228600" indent="-228600">
              <a:buFont typeface="Arial" panose="020B0604020202020204" pitchFamily="34" charset="0"/>
              <a:buChar char="•"/>
            </a:pPr>
            <a:endPar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endParaRPr>
          </a:p>
          <a:p>
            <a:pPr marL="228600" indent="-228600">
              <a:buFont typeface="Arial" panose="020B0604020202020204" pitchFamily="34" charset="0"/>
              <a:buChar char="•"/>
            </a:pPr>
            <a:r>
              <a:rPr lang="en-US" sz="2000" b="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These models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are scalable</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adding GPUs they can be trained faster. </a:t>
            </a:r>
          </a:p>
          <a:p>
            <a:pPr marL="228600" indent="-228600">
              <a:buFont typeface="Arial" panose="020B0604020202020204" pitchFamily="34" charset="0"/>
              <a:buChar char="•"/>
            </a:pPr>
            <a:endPar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endParaRPr>
          </a:p>
          <a:p>
            <a:pPr marL="228600" indent="-228600">
              <a:buFont typeface="Arial" panose="020B0604020202020204" pitchFamily="34" charset="0"/>
              <a:buChar char="•"/>
            </a:pPr>
            <a:r>
              <a:rPr lang="en-US" sz="2000" b="1" i="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“Deep Learning is killing every problem in AI” </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(Elizabeth </a:t>
            </a:r>
            <a:r>
              <a:rPr lang="en-US"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Gibney</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2016)</a:t>
            </a:r>
          </a:p>
        </p:txBody>
      </p:sp>
      <p:sp>
        <p:nvSpPr>
          <p:cNvPr id="18" name="Shape 118"/>
          <p:cNvSpPr/>
          <p:nvPr/>
        </p:nvSpPr>
        <p:spPr>
          <a:xfrm>
            <a:off x="5188120" y="5148317"/>
            <a:ext cx="6559121" cy="900100"/>
          </a:xfrm>
          <a:prstGeom prst="rect">
            <a:avLst/>
          </a:prstGeom>
          <a:noFill/>
          <a:ln w="12700">
            <a:miter lim="400000"/>
          </a:ln>
          <a:extLst>
            <a:ext uri="{C572A759-6A51-4108-AA02-DFA0A04FC94B}">
              <ma14:wrappingTextBoxFlag xmlns:ma14="http://schemas.microsoft.com/office/mac/drawingml/2011/main" xmlns="" val="1"/>
            </a:ext>
          </a:extLst>
        </p:spPr>
        <p:txBody>
          <a:bodyPr lIns="0" tIns="0" rIns="0" bIns="0">
            <a:noAutofit/>
          </a:bodyPr>
          <a:lstStyle/>
          <a:p>
            <a:pPr marL="228600" indent="-228600" eaLnBrk="1" fontAlgn="auto" hangingPunct="1">
              <a:spcBef>
                <a:spcPts val="0"/>
              </a:spcBef>
              <a:spcAft>
                <a:spcPts val="0"/>
              </a:spcAft>
              <a:buFont typeface="Arial" panose="020B0604020202020204" pitchFamily="34" charset="0"/>
              <a:buChar char="•"/>
              <a:defRPr sz="1800"/>
            </a:pP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Basically,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statistics is not able to deal with very high dimensionalities</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of data as Deep Learning does. </a:t>
            </a:r>
          </a:p>
        </p:txBody>
      </p:sp>
    </p:spTree>
    <p:extLst>
      <p:ext uri="{BB962C8B-B14F-4D97-AF65-F5344CB8AC3E}">
        <p14:creationId xmlns:p14="http://schemas.microsoft.com/office/powerpoint/2010/main" val="402378776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9C634-5B2F-EB57-6082-5DC720B813A1}"/>
            </a:ext>
          </a:extLst>
        </p:cNvPr>
        <p:cNvGrpSpPr/>
        <p:nvPr/>
      </p:nvGrpSpPr>
      <p:grpSpPr>
        <a:xfrm>
          <a:off x="0" y="0"/>
          <a:ext cx="0" cy="0"/>
          <a:chOff x="0" y="0"/>
          <a:chExt cx="0" cy="0"/>
        </a:xfrm>
      </p:grpSpPr>
      <p:sp>
        <p:nvSpPr>
          <p:cNvPr id="5" name="Segnaposto numero diapositiva 4">
            <a:extLst>
              <a:ext uri="{FF2B5EF4-FFF2-40B4-BE49-F238E27FC236}">
                <a16:creationId xmlns:a16="http://schemas.microsoft.com/office/drawing/2014/main" id="{4A6D192E-D33F-A0D5-D38F-C60012962D91}"/>
              </a:ext>
            </a:extLst>
          </p:cNvPr>
          <p:cNvSpPr>
            <a:spLocks noGrp="1"/>
          </p:cNvSpPr>
          <p:nvPr>
            <p:ph type="sldNum" sz="quarter" idx="11"/>
          </p:nvPr>
        </p:nvSpPr>
        <p:spPr/>
        <p:txBody>
          <a:bodyPr/>
          <a:lstStyle/>
          <a:p>
            <a:pPr>
              <a:defRPr/>
            </a:pPr>
            <a:fld id="{48B4153A-D4C5-4CEF-8992-0D8815C829E3}" type="slidenum">
              <a:rPr lang="en-US" smtClean="0"/>
              <a:pPr>
                <a:defRPr/>
              </a:pPr>
              <a:t>24</a:t>
            </a:fld>
            <a:endParaRPr lang="en-US" dirty="0"/>
          </a:p>
        </p:txBody>
      </p:sp>
      <p:sp>
        <p:nvSpPr>
          <p:cNvPr id="28" name="Titolo 2">
            <a:extLst>
              <a:ext uri="{FF2B5EF4-FFF2-40B4-BE49-F238E27FC236}">
                <a16:creationId xmlns:a16="http://schemas.microsoft.com/office/drawing/2014/main" id="{F35675A1-3ADB-3EC0-A6D4-2D22CE6CB45C}"/>
              </a:ext>
            </a:extLst>
          </p:cNvPr>
          <p:cNvSpPr>
            <a:spLocks noGrp="1"/>
          </p:cNvSpPr>
          <p:nvPr>
            <p:ph type="title"/>
          </p:nvPr>
        </p:nvSpPr>
        <p:spPr>
          <a:xfrm>
            <a:off x="574294" y="415623"/>
            <a:ext cx="11269308" cy="1538883"/>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rtlCol="0" anchor="b" anchorCtr="0" compatLnSpc="1">
            <a:prstTxWarp prst="textNoShape">
              <a:avLst/>
            </a:prstTxWarp>
            <a:spAutoFit/>
          </a:bodyPr>
          <a:lstStyle/>
          <a:p>
            <a:r>
              <a:rPr lang="en-US"/>
              <a:t>Computer Vision: Where does Traditional Statistics fail?</a:t>
            </a:r>
            <a:br>
              <a:rPr lang="en-US"/>
            </a:br>
            <a:r>
              <a:rPr lang="en-US">
                <a:solidFill>
                  <a:srgbClr val="464646"/>
                </a:solidFill>
              </a:rPr>
              <a:t> </a:t>
            </a:r>
            <a:br>
              <a:rPr lang="en-US">
                <a:solidFill>
                  <a:srgbClr val="464646"/>
                </a:solidFill>
              </a:rPr>
            </a:br>
            <a:r>
              <a:rPr lang="it-IT">
                <a:solidFill>
                  <a:srgbClr val="464646"/>
                </a:solidFill>
              </a:rPr>
              <a:t> </a:t>
            </a:r>
            <a:br>
              <a:rPr lang="it-IT">
                <a:solidFill>
                  <a:srgbClr val="464646"/>
                </a:solidFill>
              </a:rPr>
            </a:br>
            <a:endParaRPr lang="it-IT" dirty="0"/>
          </a:p>
        </p:txBody>
      </p:sp>
      <p:sp>
        <p:nvSpPr>
          <p:cNvPr id="11" name="Titolo"/>
          <p:cNvSpPr txBox="1"/>
          <p:nvPr/>
        </p:nvSpPr>
        <p:spPr>
          <a:xfrm>
            <a:off x="630608" y="1815926"/>
            <a:ext cx="3785394" cy="56457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8" tIns="35718" rIns="35718" bIns="35718" anchor="ctr">
            <a:spAutoFit/>
          </a:bodyPr>
          <a:lstStyle>
            <a:lvl1pPr marR="0" indent="0" defTabSz="820737">
              <a:defRPr sz="6400">
                <a:solidFill>
                  <a:srgbClr val="3B4152"/>
                </a:solidFill>
                <a:uFillTx/>
                <a:latin typeface="Montserrat Bold"/>
                <a:ea typeface="Montserrat Bold"/>
                <a:cs typeface="Montserrat Bold"/>
                <a:sym typeface="Montserrat Bold"/>
              </a:defRPr>
            </a:lvl1pPr>
          </a:lstStyle>
          <a:p>
            <a:endParaRPr sz="3200" dirty="0"/>
          </a:p>
        </p:txBody>
      </p:sp>
      <p:sp>
        <p:nvSpPr>
          <p:cNvPr id="15" name="Sottotitolo"/>
          <p:cNvSpPr txBox="1"/>
          <p:nvPr/>
        </p:nvSpPr>
        <p:spPr>
          <a:xfrm>
            <a:off x="630608" y="2803363"/>
            <a:ext cx="3785394" cy="33374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8" tIns="35718" rIns="35718" bIns="35718" anchor="ctr">
            <a:spAutoFit/>
          </a:bodyPr>
          <a:lstStyle>
            <a:lvl1pPr marR="0" indent="0" defTabSz="820737">
              <a:defRPr sz="3400">
                <a:solidFill>
                  <a:srgbClr val="3B4152"/>
                </a:solidFill>
                <a:uFillTx/>
                <a:latin typeface="Montserrat Bold"/>
                <a:ea typeface="Montserrat Bold"/>
                <a:cs typeface="Montserrat Bold"/>
                <a:sym typeface="Montserrat Bold"/>
              </a:defRPr>
            </a:lvl1pPr>
          </a:lstStyle>
          <a:p>
            <a:endParaRPr sz="1700" dirty="0"/>
          </a:p>
        </p:txBody>
      </p:sp>
      <p:pic>
        <p:nvPicPr>
          <p:cNvPr id="20" name="Immagine 1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5119" y="1719253"/>
            <a:ext cx="3390899" cy="3033499"/>
          </a:xfrm>
          <a:prstGeom prst="rect">
            <a:avLst/>
          </a:prstGeom>
        </p:spPr>
      </p:pic>
      <p:sp>
        <p:nvSpPr>
          <p:cNvPr id="21" name="Shape 118"/>
          <p:cNvSpPr/>
          <p:nvPr/>
        </p:nvSpPr>
        <p:spPr>
          <a:xfrm>
            <a:off x="4572146" y="2150849"/>
            <a:ext cx="7487671" cy="729081"/>
          </a:xfrm>
          <a:prstGeom prst="rect">
            <a:avLst/>
          </a:prstGeom>
          <a:noFill/>
          <a:ln w="12700">
            <a:miter lim="400000"/>
          </a:ln>
          <a:extLst>
            <a:ext uri="{C572A759-6A51-4108-AA02-DFA0A04FC94B}">
              <ma14:wrappingTextBoxFlag xmlns="" xmlns:ma14="http://schemas.microsoft.com/office/mac/drawingml/2011/main" val="1"/>
            </a:ext>
          </a:extLst>
        </p:spPr>
        <p:txBody>
          <a:bodyPr lIns="0" tIns="0" rIns="0" bIns="0">
            <a:noAutofit/>
          </a:bodyPr>
          <a:lstStyle/>
          <a:p>
            <a:pPr marL="228600" indent="-228600">
              <a:buFont typeface="Arial" panose="020B0604020202020204" pitchFamily="34" charset="0"/>
              <a:buChar char="•"/>
            </a:pP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Computer Vision </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is an interdisciplinary field that deals with the way algorithms can be made for gaining high-level understanding from digital images or videos.</a:t>
            </a:r>
          </a:p>
        </p:txBody>
      </p:sp>
      <p:sp>
        <p:nvSpPr>
          <p:cNvPr id="22" name="Shape 118"/>
          <p:cNvSpPr/>
          <p:nvPr/>
        </p:nvSpPr>
        <p:spPr>
          <a:xfrm>
            <a:off x="4572146" y="3980351"/>
            <a:ext cx="7273066" cy="1515780"/>
          </a:xfrm>
          <a:prstGeom prst="rect">
            <a:avLst/>
          </a:prstGeom>
          <a:noFill/>
          <a:ln w="12700">
            <a:miter lim="400000"/>
          </a:ln>
          <a:extLst>
            <a:ext uri="{C572A759-6A51-4108-AA02-DFA0A04FC94B}">
              <ma14:wrappingTextBoxFlag xmlns="" xmlns:ma14="http://schemas.microsoft.com/office/mac/drawingml/2011/main" val="1"/>
            </a:ext>
          </a:extLst>
        </p:spPr>
        <p:txBody>
          <a:bodyPr lIns="0" tIns="0" rIns="0" bIns="0">
            <a:noAutofit/>
          </a:bodyPr>
          <a:lstStyle/>
          <a:p>
            <a:pPr marL="228600" indent="-228600">
              <a:buFont typeface="Arial" panose="020B0604020202020204" pitchFamily="34" charset="0"/>
              <a:buChar char="•"/>
            </a:pP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Statistical methods </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are not always welcome in computer vision.</a:t>
            </a:r>
          </a:p>
          <a:p>
            <a:endPar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endParaRPr>
          </a:p>
          <a:p>
            <a:pPr marL="228600" indent="-228600">
              <a:buFont typeface="Arial" panose="020B0604020202020204" pitchFamily="34" charset="0"/>
              <a:buChar char="•"/>
            </a:pPr>
            <a:endPar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endParaRPr>
          </a:p>
          <a:p>
            <a:pPr marL="228600" indent="-228600">
              <a:buFont typeface="Arial" panose="020B0604020202020204" pitchFamily="34" charset="0"/>
              <a:buChar char="•"/>
            </a:pP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Statistical methods seem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not scaling up </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to the challenges of computer vision problems (</a:t>
            </a:r>
            <a:r>
              <a:rPr lang="en-US"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Chellappa</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R., 2012). </a:t>
            </a:r>
          </a:p>
        </p:txBody>
      </p:sp>
    </p:spTree>
    <p:extLst>
      <p:ext uri="{BB962C8B-B14F-4D97-AF65-F5344CB8AC3E}">
        <p14:creationId xmlns:p14="http://schemas.microsoft.com/office/powerpoint/2010/main" val="21436014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9C634-5B2F-EB57-6082-5DC720B813A1}"/>
            </a:ext>
          </a:extLst>
        </p:cNvPr>
        <p:cNvGrpSpPr/>
        <p:nvPr/>
      </p:nvGrpSpPr>
      <p:grpSpPr>
        <a:xfrm>
          <a:off x="0" y="0"/>
          <a:ext cx="0" cy="0"/>
          <a:chOff x="0" y="0"/>
          <a:chExt cx="0" cy="0"/>
        </a:xfrm>
      </p:grpSpPr>
      <p:sp>
        <p:nvSpPr>
          <p:cNvPr id="5" name="Segnaposto numero diapositiva 4">
            <a:extLst>
              <a:ext uri="{FF2B5EF4-FFF2-40B4-BE49-F238E27FC236}">
                <a16:creationId xmlns:a16="http://schemas.microsoft.com/office/drawing/2014/main" id="{4A6D192E-D33F-A0D5-D38F-C60012962D91}"/>
              </a:ext>
            </a:extLst>
          </p:cNvPr>
          <p:cNvSpPr>
            <a:spLocks noGrp="1"/>
          </p:cNvSpPr>
          <p:nvPr>
            <p:ph type="sldNum" sz="quarter" idx="11"/>
          </p:nvPr>
        </p:nvSpPr>
        <p:spPr/>
        <p:txBody>
          <a:bodyPr/>
          <a:lstStyle/>
          <a:p>
            <a:pPr>
              <a:defRPr/>
            </a:pPr>
            <a:fld id="{48B4153A-D4C5-4CEF-8992-0D8815C829E3}" type="slidenum">
              <a:rPr lang="en-US" smtClean="0"/>
              <a:pPr>
                <a:defRPr/>
              </a:pPr>
              <a:t>25</a:t>
            </a:fld>
            <a:endParaRPr lang="en-US" dirty="0"/>
          </a:p>
        </p:txBody>
      </p:sp>
      <p:sp>
        <p:nvSpPr>
          <p:cNvPr id="28" name="Titolo 2">
            <a:extLst>
              <a:ext uri="{FF2B5EF4-FFF2-40B4-BE49-F238E27FC236}">
                <a16:creationId xmlns:a16="http://schemas.microsoft.com/office/drawing/2014/main" id="{F35675A1-3ADB-3EC0-A6D4-2D22CE6CB45C}"/>
              </a:ext>
            </a:extLst>
          </p:cNvPr>
          <p:cNvSpPr>
            <a:spLocks noGrp="1"/>
          </p:cNvSpPr>
          <p:nvPr>
            <p:ph type="title"/>
          </p:nvPr>
        </p:nvSpPr>
        <p:spPr>
          <a:xfrm>
            <a:off x="574294" y="413106"/>
            <a:ext cx="11269308" cy="1923604"/>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rtlCol="0" anchor="b" anchorCtr="0" compatLnSpc="1">
            <a:prstTxWarp prst="textNoShape">
              <a:avLst/>
            </a:prstTxWarp>
            <a:spAutoFit/>
          </a:bodyPr>
          <a:lstStyle/>
          <a:p>
            <a:r>
              <a:rPr lang="en-US">
                <a:solidFill>
                  <a:srgbClr val="464646"/>
                </a:solidFill>
              </a:rPr>
              <a:t>Why does Computer Vision matter so much?</a:t>
            </a:r>
            <a:br>
              <a:rPr lang="en-US">
                <a:solidFill>
                  <a:srgbClr val="464646"/>
                </a:solidFill>
              </a:rPr>
            </a:br>
            <a:br>
              <a:rPr lang="en-US"/>
            </a:br>
            <a:r>
              <a:rPr lang="en-US">
                <a:solidFill>
                  <a:srgbClr val="464646"/>
                </a:solidFill>
              </a:rPr>
              <a:t> </a:t>
            </a:r>
            <a:br>
              <a:rPr lang="en-US">
                <a:solidFill>
                  <a:srgbClr val="464646"/>
                </a:solidFill>
              </a:rPr>
            </a:br>
            <a:r>
              <a:rPr lang="it-IT">
                <a:solidFill>
                  <a:srgbClr val="464646"/>
                </a:solidFill>
              </a:rPr>
              <a:t> </a:t>
            </a:r>
            <a:br>
              <a:rPr lang="it-IT">
                <a:solidFill>
                  <a:srgbClr val="464646"/>
                </a:solidFill>
              </a:rPr>
            </a:br>
            <a:endParaRPr lang="it-IT" dirty="0"/>
          </a:p>
        </p:txBody>
      </p:sp>
      <p:sp>
        <p:nvSpPr>
          <p:cNvPr id="12" name="Sottotitolo"/>
          <p:cNvSpPr txBox="1"/>
          <p:nvPr/>
        </p:nvSpPr>
        <p:spPr>
          <a:xfrm>
            <a:off x="630608" y="2803363"/>
            <a:ext cx="3785394" cy="33374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8" tIns="35718" rIns="35718" bIns="35718" anchor="ctr">
            <a:spAutoFit/>
          </a:bodyPr>
          <a:lstStyle>
            <a:lvl1pPr marR="0" indent="0" defTabSz="820737">
              <a:defRPr sz="3400">
                <a:solidFill>
                  <a:srgbClr val="3B4152"/>
                </a:solidFill>
                <a:uFillTx/>
                <a:latin typeface="Montserrat Bold"/>
                <a:ea typeface="Montserrat Bold"/>
                <a:cs typeface="Montserrat Bold"/>
                <a:sym typeface="Montserrat Bold"/>
              </a:defRPr>
            </a:lvl1pPr>
          </a:lstStyle>
          <a:p>
            <a:endParaRPr sz="1700" dirty="0"/>
          </a:p>
        </p:txBody>
      </p:sp>
      <p:sp>
        <p:nvSpPr>
          <p:cNvPr id="13" name="Shape 128"/>
          <p:cNvSpPr txBox="1">
            <a:spLocks/>
          </p:cNvSpPr>
          <p:nvPr/>
        </p:nvSpPr>
        <p:spPr>
          <a:xfrm>
            <a:off x="8260460" y="5272103"/>
            <a:ext cx="1066800" cy="134620"/>
          </a:xfrm>
          <a:prstGeom prst="rect">
            <a:avLst/>
          </a:prstGeom>
          <a:extLst>
            <a:ext uri="{C572A759-6A51-4108-AA02-DFA0A04FC94B}">
              <ma14:wrappingTextBoxFlag xmlns:ma14="http://schemas.microsoft.com/office/mac/drawingml/2011/main" xmlns="" val="1"/>
            </a:ext>
          </a:extLst>
        </p:spPr>
        <p:txBody>
          <a:bodyPr lIns="0" tIns="0" rIns="0" bIns="0">
            <a:normAutofit/>
          </a:bodyPr>
          <a:lstStyle>
            <a:defPPr>
              <a:defRPr lang="en-US"/>
            </a:defPPr>
            <a:lvl1pPr algn="l" defTabSz="457200" rtl="0" eaLnBrk="0" fontAlgn="base" hangingPunct="0">
              <a:spcBef>
                <a:spcPct val="0"/>
              </a:spcBef>
              <a:spcAft>
                <a:spcPct val="0"/>
              </a:spcAft>
              <a:defRPr kern="1200">
                <a:solidFill>
                  <a:schemeClr val="tx1"/>
                </a:solidFill>
                <a:latin typeface="Gill Sans MT" panose="020B0502020104020203" pitchFamily="34" charset="0"/>
                <a:ea typeface="+mn-ea"/>
                <a:cs typeface="+mn-cs"/>
              </a:defRPr>
            </a:lvl1pPr>
            <a:lvl2pPr marL="457200" algn="l" defTabSz="457200" rtl="0" eaLnBrk="0" fontAlgn="base" hangingPunct="0">
              <a:spcBef>
                <a:spcPct val="0"/>
              </a:spcBef>
              <a:spcAft>
                <a:spcPct val="0"/>
              </a:spcAft>
              <a:defRPr kern="1200">
                <a:solidFill>
                  <a:schemeClr val="tx1"/>
                </a:solidFill>
                <a:latin typeface="Gill Sans MT" panose="020B0502020104020203" pitchFamily="34" charset="0"/>
                <a:ea typeface="+mn-ea"/>
                <a:cs typeface="+mn-cs"/>
              </a:defRPr>
            </a:lvl2pPr>
            <a:lvl3pPr marL="914400" algn="l" defTabSz="457200" rtl="0" eaLnBrk="0" fontAlgn="base" hangingPunct="0">
              <a:spcBef>
                <a:spcPct val="0"/>
              </a:spcBef>
              <a:spcAft>
                <a:spcPct val="0"/>
              </a:spcAft>
              <a:defRPr kern="1200">
                <a:solidFill>
                  <a:schemeClr val="tx1"/>
                </a:solidFill>
                <a:latin typeface="Gill Sans MT" panose="020B0502020104020203" pitchFamily="34" charset="0"/>
                <a:ea typeface="+mn-ea"/>
                <a:cs typeface="+mn-cs"/>
              </a:defRPr>
            </a:lvl3pPr>
            <a:lvl4pPr marL="1371600" algn="l" defTabSz="457200" rtl="0" eaLnBrk="0" fontAlgn="base" hangingPunct="0">
              <a:spcBef>
                <a:spcPct val="0"/>
              </a:spcBef>
              <a:spcAft>
                <a:spcPct val="0"/>
              </a:spcAft>
              <a:defRPr kern="1200">
                <a:solidFill>
                  <a:schemeClr val="tx1"/>
                </a:solidFill>
                <a:latin typeface="Gill Sans MT" panose="020B0502020104020203" pitchFamily="34" charset="0"/>
                <a:ea typeface="+mn-ea"/>
                <a:cs typeface="+mn-cs"/>
              </a:defRPr>
            </a:lvl4pPr>
            <a:lvl5pPr marL="1828800" algn="l" defTabSz="457200" rtl="0" eaLnBrk="0" fontAlgn="base" hangingPunct="0">
              <a:spcBef>
                <a:spcPct val="0"/>
              </a:spcBef>
              <a:spcAft>
                <a:spcPct val="0"/>
              </a:spcAft>
              <a:defRPr kern="1200">
                <a:solidFill>
                  <a:schemeClr val="tx1"/>
                </a:solidFill>
                <a:latin typeface="Gill Sans MT" panose="020B0502020104020203" pitchFamily="34" charset="0"/>
                <a:ea typeface="+mn-ea"/>
                <a:cs typeface="+mn-cs"/>
              </a:defRPr>
            </a:lvl5pPr>
            <a:lvl6pPr marL="2286000" algn="l" defTabSz="914400" rtl="0" eaLnBrk="1" latinLnBrk="0" hangingPunct="1">
              <a:defRPr kern="1200">
                <a:solidFill>
                  <a:schemeClr val="tx1"/>
                </a:solidFill>
                <a:latin typeface="Gill Sans MT" panose="020B0502020104020203" pitchFamily="34" charset="0"/>
                <a:ea typeface="+mn-ea"/>
                <a:cs typeface="+mn-cs"/>
              </a:defRPr>
            </a:lvl6pPr>
            <a:lvl7pPr marL="2743200" algn="l" defTabSz="914400" rtl="0" eaLnBrk="1" latinLnBrk="0" hangingPunct="1">
              <a:defRPr kern="1200">
                <a:solidFill>
                  <a:schemeClr val="tx1"/>
                </a:solidFill>
                <a:latin typeface="Gill Sans MT" panose="020B0502020104020203" pitchFamily="34" charset="0"/>
                <a:ea typeface="+mn-ea"/>
                <a:cs typeface="+mn-cs"/>
              </a:defRPr>
            </a:lvl7pPr>
            <a:lvl8pPr marL="3200400" algn="l" defTabSz="914400" rtl="0" eaLnBrk="1" latinLnBrk="0" hangingPunct="1">
              <a:defRPr kern="1200">
                <a:solidFill>
                  <a:schemeClr val="tx1"/>
                </a:solidFill>
                <a:latin typeface="Gill Sans MT" panose="020B0502020104020203" pitchFamily="34" charset="0"/>
                <a:ea typeface="+mn-ea"/>
                <a:cs typeface="+mn-cs"/>
              </a:defRPr>
            </a:lvl8pPr>
            <a:lvl9pPr marL="3657600" algn="l" defTabSz="914400" rtl="0" eaLnBrk="1" latinLnBrk="0" hangingPunct="1">
              <a:defRPr kern="1200">
                <a:solidFill>
                  <a:schemeClr val="tx1"/>
                </a:solidFill>
                <a:latin typeface="Gill Sans MT" panose="020B0502020104020203" pitchFamily="34" charset="0"/>
                <a:ea typeface="+mn-ea"/>
                <a:cs typeface="+mn-cs"/>
              </a:defRPr>
            </a:lvl9pPr>
          </a:lstStyle>
          <a:p>
            <a:pPr>
              <a:defRPr sz="1800">
                <a:solidFill>
                  <a:srgbClr val="000000"/>
                </a:solidFill>
              </a:defRPr>
            </a:pPr>
            <a:fld id="{86CB4B4D-7CA3-9044-876B-883B54F8677D}" type="slidenum">
              <a:rPr lang="it-IT" sz="600" smtClean="0">
                <a:solidFill>
                  <a:srgbClr val="888888"/>
                </a:solidFill>
              </a:rPr>
              <a:pPr>
                <a:defRPr sz="1800">
                  <a:solidFill>
                    <a:srgbClr val="000000"/>
                  </a:solidFill>
                </a:defRPr>
              </a:pPr>
              <a:t>25</a:t>
            </a:fld>
            <a:endParaRPr lang="it-IT" sz="600" dirty="0">
              <a:solidFill>
                <a:srgbClr val="888888"/>
              </a:solidFill>
            </a:endParaRPr>
          </a:p>
        </p:txBody>
      </p:sp>
      <p:sp>
        <p:nvSpPr>
          <p:cNvPr id="16" name="Shape 118"/>
          <p:cNvSpPr/>
          <p:nvPr/>
        </p:nvSpPr>
        <p:spPr>
          <a:xfrm>
            <a:off x="4931665" y="4473252"/>
            <a:ext cx="6298406" cy="838074"/>
          </a:xfrm>
          <a:prstGeom prst="rect">
            <a:avLst/>
          </a:prstGeom>
          <a:noFill/>
          <a:ln w="12700">
            <a:miter lim="400000"/>
          </a:ln>
          <a:extLst>
            <a:ext uri="{C572A759-6A51-4108-AA02-DFA0A04FC94B}">
              <ma14:wrappingTextBoxFlag xmlns="" xmlns:ma14="http://schemas.microsoft.com/office/mac/drawingml/2011/main" val="1"/>
            </a:ext>
          </a:extLst>
        </p:spPr>
        <p:txBody>
          <a:bodyPr lIns="0" tIns="0" rIns="0" bIns="0" anchor="ctr">
            <a:noAutofit/>
          </a:bodyPr>
          <a:lstStyle/>
          <a:p>
            <a:pPr marL="285750" indent="-285750" algn="just" defTabSz="402336">
              <a:lnSpc>
                <a:spcPct val="90000"/>
              </a:lnSpc>
              <a:spcBef>
                <a:spcPts val="250"/>
              </a:spcBef>
              <a:buSzPct val="100000"/>
              <a:buFont typeface="Arial" panose="020B0604020202020204" pitchFamily="34" charset="0"/>
              <a:buChar char="•"/>
            </a:pPr>
            <a:endParaRPr lang="en-US" b="1" dirty="0">
              <a:solidFill>
                <a:srgbClr val="000000"/>
              </a:solidFill>
              <a:uFill>
                <a:solidFill>
                  <a:srgbClr val="000000"/>
                </a:solidFill>
              </a:uFill>
              <a:latin typeface="Tahoma" panose="020B0604030504040204" pitchFamily="34" charset="0"/>
              <a:ea typeface="Tahoma" panose="020B0604030504040204" pitchFamily="34" charset="0"/>
              <a:cs typeface="Tahoma" panose="020B0604030504040204" pitchFamily="34" charset="0"/>
            </a:endParaRPr>
          </a:p>
        </p:txBody>
      </p:sp>
      <p:grpSp>
        <p:nvGrpSpPr>
          <p:cNvPr id="17" name="Gruppo 16"/>
          <p:cNvGrpSpPr/>
          <p:nvPr/>
        </p:nvGrpSpPr>
        <p:grpSpPr>
          <a:xfrm>
            <a:off x="386396" y="1961339"/>
            <a:ext cx="4273818" cy="3079325"/>
            <a:chOff x="835642" y="2596571"/>
            <a:chExt cx="8547636" cy="3378147"/>
          </a:xfrm>
        </p:grpSpPr>
        <p:pic>
          <p:nvPicPr>
            <p:cNvPr id="18" name="Immagine 1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92080" y="3598453"/>
              <a:ext cx="4091198" cy="2376265"/>
            </a:xfrm>
            <a:prstGeom prst="rect">
              <a:avLst/>
            </a:prstGeom>
          </p:spPr>
        </p:pic>
        <p:pic>
          <p:nvPicPr>
            <p:cNvPr id="19" name="Immagine 18"/>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5642" y="3598453"/>
              <a:ext cx="3952381" cy="2376264"/>
            </a:xfrm>
            <a:prstGeom prst="rect">
              <a:avLst/>
            </a:prstGeom>
          </p:spPr>
        </p:pic>
        <p:sp>
          <p:nvSpPr>
            <p:cNvPr id="23" name="Rettangolo arrotondato 22"/>
            <p:cNvSpPr/>
            <p:nvPr/>
          </p:nvSpPr>
          <p:spPr>
            <a:xfrm>
              <a:off x="870068" y="2782877"/>
              <a:ext cx="3952384" cy="434709"/>
            </a:xfrm>
            <a:prstGeom prst="roundRect">
              <a:avLst/>
            </a:prstGeom>
            <a:solidFill>
              <a:srgbClr val="EDEDED"/>
            </a:solidFill>
            <a:ln w="25400" cap="flat">
              <a:noFill/>
              <a:prstDash val="solid"/>
              <a:beve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0">
              <a:scrgbClr r="0" g="0" b="0"/>
            </a:lnRef>
            <a:fillRef idx="0">
              <a:scrgbClr r="0" g="0" b="0"/>
            </a:fillRef>
            <a:effectRef idx="0">
              <a:scrgbClr r="0" g="0" b="0"/>
            </a:effectRef>
            <a:fontRef idx="none"/>
          </p:style>
          <p:txBody>
            <a:bodyPr rot="0" spcFirstLastPara="1" vertOverflow="overflow" horzOverflow="overflow" vert="horz" wrap="square" lIns="22860" tIns="22860" rIns="22860" bIns="22860" numCol="1" spcCol="38100" rtlCol="0" anchor="ctr">
              <a:spAutoFit/>
              <a:sp3d extrusionH="57150">
                <a:bevelT w="38100" h="38100"/>
              </a:sp3d>
            </a:bodyPr>
            <a:lstStyle/>
            <a:p>
              <a:pPr algn="ctr" fontAlgn="auto" latinLnBrk="1">
                <a:spcBef>
                  <a:spcPts val="0"/>
                </a:spcBef>
                <a:spcAft>
                  <a:spcPts val="0"/>
                </a:spcAft>
              </a:pPr>
              <a:r>
                <a:rPr lang="en-US" dirty="0">
                  <a:solidFill>
                    <a:srgbClr val="C00000"/>
                  </a:solidFill>
                  <a:latin typeface="AcmeFont" pitchFamily="2" charset="0"/>
                </a:rPr>
                <a:t>EVERYDAY LIFE</a:t>
              </a:r>
            </a:p>
          </p:txBody>
        </p:sp>
        <p:sp>
          <p:nvSpPr>
            <p:cNvPr id="24" name="Rettangolo arrotondato 23"/>
            <p:cNvSpPr/>
            <p:nvPr/>
          </p:nvSpPr>
          <p:spPr>
            <a:xfrm>
              <a:off x="5190404" y="2596571"/>
              <a:ext cx="4192874" cy="807317"/>
            </a:xfrm>
            <a:prstGeom prst="roundRect">
              <a:avLst/>
            </a:prstGeom>
            <a:solidFill>
              <a:srgbClr val="EDEDED"/>
            </a:solidFill>
            <a:ln w="25400" cap="flat">
              <a:noFill/>
              <a:prstDash val="solid"/>
              <a:beve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0">
              <a:scrgbClr r="0" g="0" b="0"/>
            </a:lnRef>
            <a:fillRef idx="0">
              <a:scrgbClr r="0" g="0" b="0"/>
            </a:fillRef>
            <a:effectRef idx="0">
              <a:scrgbClr r="0" g="0" b="0"/>
            </a:effectRef>
            <a:fontRef idx="none"/>
          </p:style>
          <p:txBody>
            <a:bodyPr rot="0" spcFirstLastPara="1" vertOverflow="overflow" horzOverflow="overflow" vert="horz" wrap="square" lIns="22860" tIns="22860" rIns="22860" bIns="22860" numCol="1" spcCol="38100" rtlCol="0" anchor="ctr">
              <a:spAutoFit/>
              <a:sp3d extrusionH="57150">
                <a:bevelT w="38100" h="38100"/>
              </a:sp3d>
            </a:bodyPr>
            <a:lstStyle/>
            <a:p>
              <a:pPr algn="ctr" fontAlgn="auto" latinLnBrk="1">
                <a:spcBef>
                  <a:spcPts val="0"/>
                </a:spcBef>
                <a:spcAft>
                  <a:spcPts val="0"/>
                </a:spcAft>
              </a:pPr>
              <a:r>
                <a:rPr lang="en-US" dirty="0">
                  <a:solidFill>
                    <a:srgbClr val="C00000"/>
                  </a:solidFill>
                  <a:latin typeface="AcmeFont" pitchFamily="2" charset="0"/>
                </a:rPr>
                <a:t>BIOMEDICAL IMAGES</a:t>
              </a:r>
            </a:p>
          </p:txBody>
        </p:sp>
      </p:grpSp>
      <p:sp>
        <p:nvSpPr>
          <p:cNvPr id="25" name="Rettangolo 24"/>
          <p:cNvSpPr/>
          <p:nvPr/>
        </p:nvSpPr>
        <p:spPr>
          <a:xfrm>
            <a:off x="4942821" y="1815926"/>
            <a:ext cx="6812235" cy="3370153"/>
          </a:xfrm>
          <a:prstGeom prst="rect">
            <a:avLst/>
          </a:prstGeom>
          <a:noFill/>
        </p:spPr>
        <p:txBody>
          <a:bodyPr wrap="square" lIns="45720" tIns="22860" rIns="45720" bIns="22860">
            <a:spAutoFit/>
            <a:scene3d>
              <a:camera prst="orthographicFront"/>
              <a:lightRig rig="threePt" dir="t"/>
            </a:scene3d>
            <a:sp3d extrusionH="57150">
              <a:bevelT w="38100" h="38100"/>
            </a:sp3d>
          </a:bodyPr>
          <a:lstStyle/>
          <a:p>
            <a:pPr algn="ctr"/>
            <a:endParaRPr lang="en-US" sz="800" b="1" dirty="0">
              <a:ln w="0"/>
              <a:effectLst>
                <a:outerShdw blurRad="38100" dist="25400" dir="5400000" algn="ctr" rotWithShape="0">
                  <a:srgbClr val="6E747A">
                    <a:alpha val="43000"/>
                  </a:srgbClr>
                </a:outerShdw>
              </a:effectLst>
            </a:endParaRPr>
          </a:p>
          <a:p>
            <a:pPr marL="142875" indent="-142875" algn="just">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142875" indent="-142875" algn="just">
              <a:buFont typeface="Arial" panose="020B0604020202020204" pitchFamily="34" charset="0"/>
              <a:buChar char="•"/>
            </a:pP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A new study proves the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relationship</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between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Vision capabilities and Intelligence</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r>
              <a:rPr lang="en-US"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Tsukahara</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et al., 2016).</a:t>
            </a:r>
          </a:p>
          <a:p>
            <a:pPr marL="142875" indent="-142875" algn="just">
              <a:buFont typeface="Arial" panose="020B0604020202020204" pitchFamily="34" charset="0"/>
              <a:buChar char="•"/>
            </a:pPr>
            <a:endPar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endParaRPr>
          </a:p>
          <a:p>
            <a:pPr marL="142875" indent="-142875" algn="just">
              <a:buFont typeface="Arial" panose="020B0604020202020204" pitchFamily="34" charset="0"/>
              <a:buChar char="•"/>
            </a:pP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Seemingly,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human beings </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have one of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the most complex vision systems</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within the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animal realm </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and this fact would have fostered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the evolution of human intelligence. </a:t>
            </a:r>
          </a:p>
          <a:p>
            <a:pPr marL="142875" indent="-142875" algn="just">
              <a:buFont typeface="Arial" panose="020B0604020202020204" pitchFamily="34" charset="0"/>
              <a:buChar char="•"/>
            </a:pPr>
            <a:endPar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endParaRPr>
          </a:p>
          <a:p>
            <a:pPr marL="142875" indent="-142875" algn="just">
              <a:buFont typeface="Arial" panose="020B0604020202020204" pitchFamily="34" charset="0"/>
              <a:buChar char="•"/>
            </a:pP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In other words,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Computer Vision</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needs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human-like intellectual capabilities</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in order to achieve the vision performances required by humans for every-day applications. </a:t>
            </a:r>
          </a:p>
        </p:txBody>
      </p:sp>
    </p:spTree>
    <p:extLst>
      <p:ext uri="{BB962C8B-B14F-4D97-AF65-F5344CB8AC3E}">
        <p14:creationId xmlns:p14="http://schemas.microsoft.com/office/powerpoint/2010/main" val="36412897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9C634-5B2F-EB57-6082-5DC720B813A1}"/>
            </a:ext>
          </a:extLst>
        </p:cNvPr>
        <p:cNvGrpSpPr/>
        <p:nvPr/>
      </p:nvGrpSpPr>
      <p:grpSpPr>
        <a:xfrm>
          <a:off x="0" y="0"/>
          <a:ext cx="0" cy="0"/>
          <a:chOff x="0" y="0"/>
          <a:chExt cx="0" cy="0"/>
        </a:xfrm>
      </p:grpSpPr>
      <p:sp>
        <p:nvSpPr>
          <p:cNvPr id="5" name="Segnaposto numero diapositiva 4">
            <a:extLst>
              <a:ext uri="{FF2B5EF4-FFF2-40B4-BE49-F238E27FC236}">
                <a16:creationId xmlns:a16="http://schemas.microsoft.com/office/drawing/2014/main" id="{4A6D192E-D33F-A0D5-D38F-C60012962D91}"/>
              </a:ext>
            </a:extLst>
          </p:cNvPr>
          <p:cNvSpPr>
            <a:spLocks noGrp="1"/>
          </p:cNvSpPr>
          <p:nvPr>
            <p:ph type="sldNum" sz="quarter" idx="11"/>
          </p:nvPr>
        </p:nvSpPr>
        <p:spPr/>
        <p:txBody>
          <a:bodyPr/>
          <a:lstStyle/>
          <a:p>
            <a:pPr>
              <a:defRPr/>
            </a:pPr>
            <a:fld id="{48B4153A-D4C5-4CEF-8992-0D8815C829E3}" type="slidenum">
              <a:rPr lang="en-US" smtClean="0"/>
              <a:pPr>
                <a:defRPr/>
              </a:pPr>
              <a:t>26</a:t>
            </a:fld>
            <a:endParaRPr lang="en-US" dirty="0"/>
          </a:p>
        </p:txBody>
      </p:sp>
      <p:sp>
        <p:nvSpPr>
          <p:cNvPr id="28" name="Titolo 2">
            <a:extLst>
              <a:ext uri="{FF2B5EF4-FFF2-40B4-BE49-F238E27FC236}">
                <a16:creationId xmlns:a16="http://schemas.microsoft.com/office/drawing/2014/main" id="{F35675A1-3ADB-3EC0-A6D4-2D22CE6CB45C}"/>
              </a:ext>
            </a:extLst>
          </p:cNvPr>
          <p:cNvSpPr>
            <a:spLocks noGrp="1"/>
          </p:cNvSpPr>
          <p:nvPr>
            <p:ph type="title"/>
          </p:nvPr>
        </p:nvSpPr>
        <p:spPr>
          <a:xfrm>
            <a:off x="574294" y="413106"/>
            <a:ext cx="11269308" cy="1923604"/>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rtlCol="0" anchor="b" anchorCtr="0" compatLnSpc="1">
            <a:prstTxWarp prst="textNoShape">
              <a:avLst/>
            </a:prstTxWarp>
            <a:spAutoFit/>
          </a:bodyPr>
          <a:lstStyle/>
          <a:p>
            <a:r>
              <a:rPr lang="en-US">
                <a:solidFill>
                  <a:srgbClr val="464646"/>
                </a:solidFill>
              </a:rPr>
              <a:t>Why does Computer Vision matter so much?</a:t>
            </a:r>
            <a:br>
              <a:rPr lang="en-US">
                <a:solidFill>
                  <a:srgbClr val="464646"/>
                </a:solidFill>
              </a:rPr>
            </a:br>
            <a:br>
              <a:rPr lang="en-US"/>
            </a:br>
            <a:r>
              <a:rPr lang="en-US">
                <a:solidFill>
                  <a:srgbClr val="464646"/>
                </a:solidFill>
              </a:rPr>
              <a:t> </a:t>
            </a:r>
            <a:br>
              <a:rPr lang="en-US">
                <a:solidFill>
                  <a:srgbClr val="464646"/>
                </a:solidFill>
              </a:rPr>
            </a:br>
            <a:r>
              <a:rPr lang="it-IT">
                <a:solidFill>
                  <a:srgbClr val="464646"/>
                </a:solidFill>
              </a:rPr>
              <a:t> </a:t>
            </a:r>
            <a:br>
              <a:rPr lang="it-IT">
                <a:solidFill>
                  <a:srgbClr val="464646"/>
                </a:solidFill>
              </a:rPr>
            </a:br>
            <a:endParaRPr lang="it-IT" dirty="0"/>
          </a:p>
        </p:txBody>
      </p:sp>
      <p:sp>
        <p:nvSpPr>
          <p:cNvPr id="15" name="Titolo"/>
          <p:cNvSpPr txBox="1"/>
          <p:nvPr/>
        </p:nvSpPr>
        <p:spPr>
          <a:xfrm>
            <a:off x="630608" y="1815926"/>
            <a:ext cx="3785394" cy="56457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8" tIns="35718" rIns="35718" bIns="35718" anchor="ctr">
            <a:spAutoFit/>
          </a:bodyPr>
          <a:lstStyle>
            <a:lvl1pPr marR="0" indent="0" defTabSz="820737">
              <a:defRPr sz="6400">
                <a:solidFill>
                  <a:srgbClr val="3B4152"/>
                </a:solidFill>
                <a:uFillTx/>
                <a:latin typeface="Montserrat Bold"/>
                <a:ea typeface="Montserrat Bold"/>
                <a:cs typeface="Montserrat Bold"/>
                <a:sym typeface="Montserrat Bold"/>
              </a:defRPr>
            </a:lvl1pPr>
          </a:lstStyle>
          <a:p>
            <a:endParaRPr sz="3200" dirty="0"/>
          </a:p>
        </p:txBody>
      </p:sp>
      <p:sp>
        <p:nvSpPr>
          <p:cNvPr id="20" name="Sottotitolo"/>
          <p:cNvSpPr txBox="1"/>
          <p:nvPr/>
        </p:nvSpPr>
        <p:spPr>
          <a:xfrm>
            <a:off x="630608" y="2803363"/>
            <a:ext cx="3785394" cy="33374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8" tIns="35718" rIns="35718" bIns="35718" anchor="ctr">
            <a:spAutoFit/>
          </a:bodyPr>
          <a:lstStyle>
            <a:lvl1pPr marR="0" indent="0" defTabSz="820737">
              <a:defRPr sz="3400">
                <a:solidFill>
                  <a:srgbClr val="3B4152"/>
                </a:solidFill>
                <a:uFillTx/>
                <a:latin typeface="Montserrat Bold"/>
                <a:ea typeface="Montserrat Bold"/>
                <a:cs typeface="Montserrat Bold"/>
                <a:sym typeface="Montserrat Bold"/>
              </a:defRPr>
            </a:lvl1pPr>
          </a:lstStyle>
          <a:p>
            <a:endParaRPr sz="1700" dirty="0"/>
          </a:p>
        </p:txBody>
      </p:sp>
      <p:sp>
        <p:nvSpPr>
          <p:cNvPr id="21" name="Shape 128"/>
          <p:cNvSpPr txBox="1">
            <a:spLocks/>
          </p:cNvSpPr>
          <p:nvPr/>
        </p:nvSpPr>
        <p:spPr>
          <a:xfrm>
            <a:off x="8239125" y="4520076"/>
            <a:ext cx="1066800" cy="134620"/>
          </a:xfrm>
          <a:prstGeom prst="rect">
            <a:avLst/>
          </a:prstGeom>
          <a:extLst>
            <a:ext uri="{C572A759-6A51-4108-AA02-DFA0A04FC94B}">
              <ma14:wrappingTextBoxFlag xmlns="" xmlns:ma14="http://schemas.microsoft.com/office/mac/drawingml/2011/main" val="1"/>
            </a:ext>
          </a:extLst>
        </p:spPr>
        <p:txBody>
          <a:bodyPr lIns="0" tIns="0" rIns="0" bIns="0">
            <a:normAutofit/>
          </a:bodyPr>
          <a:lstStyle>
            <a:defPPr>
              <a:defRPr lang="en-US"/>
            </a:defPPr>
            <a:lvl1pPr algn="l" defTabSz="457200" rtl="0" eaLnBrk="0" fontAlgn="base" hangingPunct="0">
              <a:spcBef>
                <a:spcPct val="0"/>
              </a:spcBef>
              <a:spcAft>
                <a:spcPct val="0"/>
              </a:spcAft>
              <a:defRPr kern="1200">
                <a:solidFill>
                  <a:schemeClr val="tx1"/>
                </a:solidFill>
                <a:latin typeface="Gill Sans MT" panose="020B0502020104020203" pitchFamily="34" charset="0"/>
                <a:ea typeface="+mn-ea"/>
                <a:cs typeface="+mn-cs"/>
              </a:defRPr>
            </a:lvl1pPr>
            <a:lvl2pPr marL="457200" algn="l" defTabSz="457200" rtl="0" eaLnBrk="0" fontAlgn="base" hangingPunct="0">
              <a:spcBef>
                <a:spcPct val="0"/>
              </a:spcBef>
              <a:spcAft>
                <a:spcPct val="0"/>
              </a:spcAft>
              <a:defRPr kern="1200">
                <a:solidFill>
                  <a:schemeClr val="tx1"/>
                </a:solidFill>
                <a:latin typeface="Gill Sans MT" panose="020B0502020104020203" pitchFamily="34" charset="0"/>
                <a:ea typeface="+mn-ea"/>
                <a:cs typeface="+mn-cs"/>
              </a:defRPr>
            </a:lvl2pPr>
            <a:lvl3pPr marL="914400" algn="l" defTabSz="457200" rtl="0" eaLnBrk="0" fontAlgn="base" hangingPunct="0">
              <a:spcBef>
                <a:spcPct val="0"/>
              </a:spcBef>
              <a:spcAft>
                <a:spcPct val="0"/>
              </a:spcAft>
              <a:defRPr kern="1200">
                <a:solidFill>
                  <a:schemeClr val="tx1"/>
                </a:solidFill>
                <a:latin typeface="Gill Sans MT" panose="020B0502020104020203" pitchFamily="34" charset="0"/>
                <a:ea typeface="+mn-ea"/>
                <a:cs typeface="+mn-cs"/>
              </a:defRPr>
            </a:lvl3pPr>
            <a:lvl4pPr marL="1371600" algn="l" defTabSz="457200" rtl="0" eaLnBrk="0" fontAlgn="base" hangingPunct="0">
              <a:spcBef>
                <a:spcPct val="0"/>
              </a:spcBef>
              <a:spcAft>
                <a:spcPct val="0"/>
              </a:spcAft>
              <a:defRPr kern="1200">
                <a:solidFill>
                  <a:schemeClr val="tx1"/>
                </a:solidFill>
                <a:latin typeface="Gill Sans MT" panose="020B0502020104020203" pitchFamily="34" charset="0"/>
                <a:ea typeface="+mn-ea"/>
                <a:cs typeface="+mn-cs"/>
              </a:defRPr>
            </a:lvl4pPr>
            <a:lvl5pPr marL="1828800" algn="l" defTabSz="457200" rtl="0" eaLnBrk="0" fontAlgn="base" hangingPunct="0">
              <a:spcBef>
                <a:spcPct val="0"/>
              </a:spcBef>
              <a:spcAft>
                <a:spcPct val="0"/>
              </a:spcAft>
              <a:defRPr kern="1200">
                <a:solidFill>
                  <a:schemeClr val="tx1"/>
                </a:solidFill>
                <a:latin typeface="Gill Sans MT" panose="020B0502020104020203" pitchFamily="34" charset="0"/>
                <a:ea typeface="+mn-ea"/>
                <a:cs typeface="+mn-cs"/>
              </a:defRPr>
            </a:lvl5pPr>
            <a:lvl6pPr marL="2286000" algn="l" defTabSz="914400" rtl="0" eaLnBrk="1" latinLnBrk="0" hangingPunct="1">
              <a:defRPr kern="1200">
                <a:solidFill>
                  <a:schemeClr val="tx1"/>
                </a:solidFill>
                <a:latin typeface="Gill Sans MT" panose="020B0502020104020203" pitchFamily="34" charset="0"/>
                <a:ea typeface="+mn-ea"/>
                <a:cs typeface="+mn-cs"/>
              </a:defRPr>
            </a:lvl6pPr>
            <a:lvl7pPr marL="2743200" algn="l" defTabSz="914400" rtl="0" eaLnBrk="1" latinLnBrk="0" hangingPunct="1">
              <a:defRPr kern="1200">
                <a:solidFill>
                  <a:schemeClr val="tx1"/>
                </a:solidFill>
                <a:latin typeface="Gill Sans MT" panose="020B0502020104020203" pitchFamily="34" charset="0"/>
                <a:ea typeface="+mn-ea"/>
                <a:cs typeface="+mn-cs"/>
              </a:defRPr>
            </a:lvl7pPr>
            <a:lvl8pPr marL="3200400" algn="l" defTabSz="914400" rtl="0" eaLnBrk="1" latinLnBrk="0" hangingPunct="1">
              <a:defRPr kern="1200">
                <a:solidFill>
                  <a:schemeClr val="tx1"/>
                </a:solidFill>
                <a:latin typeface="Gill Sans MT" panose="020B0502020104020203" pitchFamily="34" charset="0"/>
                <a:ea typeface="+mn-ea"/>
                <a:cs typeface="+mn-cs"/>
              </a:defRPr>
            </a:lvl8pPr>
            <a:lvl9pPr marL="3657600" algn="l" defTabSz="914400" rtl="0" eaLnBrk="1" latinLnBrk="0" hangingPunct="1">
              <a:defRPr kern="1200">
                <a:solidFill>
                  <a:schemeClr val="tx1"/>
                </a:solidFill>
                <a:latin typeface="Gill Sans MT" panose="020B0502020104020203" pitchFamily="34" charset="0"/>
                <a:ea typeface="+mn-ea"/>
                <a:cs typeface="+mn-cs"/>
              </a:defRPr>
            </a:lvl9pPr>
          </a:lstStyle>
          <a:p>
            <a:pPr>
              <a:defRPr sz="1800">
                <a:solidFill>
                  <a:srgbClr val="000000"/>
                </a:solidFill>
              </a:defRPr>
            </a:pPr>
            <a:fld id="{86CB4B4D-7CA3-9044-876B-883B54F8677D}" type="slidenum">
              <a:rPr lang="it-IT" sz="600" smtClean="0">
                <a:solidFill>
                  <a:srgbClr val="888888"/>
                </a:solidFill>
              </a:rPr>
              <a:pPr>
                <a:defRPr sz="1800">
                  <a:solidFill>
                    <a:srgbClr val="000000"/>
                  </a:solidFill>
                </a:defRPr>
              </a:pPr>
              <a:t>26</a:t>
            </a:fld>
            <a:endParaRPr lang="it-IT" sz="600" dirty="0">
              <a:solidFill>
                <a:srgbClr val="888888"/>
              </a:solidFill>
            </a:endParaRPr>
          </a:p>
        </p:txBody>
      </p:sp>
      <p:sp>
        <p:nvSpPr>
          <p:cNvPr id="26" name="Shape 118"/>
          <p:cNvSpPr/>
          <p:nvPr/>
        </p:nvSpPr>
        <p:spPr>
          <a:xfrm>
            <a:off x="4918568" y="4487202"/>
            <a:ext cx="6298406" cy="838074"/>
          </a:xfrm>
          <a:prstGeom prst="rect">
            <a:avLst/>
          </a:prstGeom>
          <a:noFill/>
          <a:ln w="12700">
            <a:miter lim="400000"/>
          </a:ln>
          <a:extLst>
            <a:ext uri="{C572A759-6A51-4108-AA02-DFA0A04FC94B}">
              <ma14:wrappingTextBoxFlag xmlns:ma14="http://schemas.microsoft.com/office/mac/drawingml/2011/main" xmlns="" val="1"/>
            </a:ext>
          </a:extLst>
        </p:spPr>
        <p:txBody>
          <a:bodyPr lIns="0" tIns="0" rIns="0" bIns="0" anchor="ctr">
            <a:noAutofit/>
          </a:bodyPr>
          <a:lstStyle/>
          <a:p>
            <a:pPr marL="285750" indent="-285750" algn="just" defTabSz="402336">
              <a:lnSpc>
                <a:spcPct val="90000"/>
              </a:lnSpc>
              <a:spcBef>
                <a:spcPts val="250"/>
              </a:spcBef>
              <a:buSzPct val="100000"/>
              <a:buFont typeface="Arial" panose="020B0604020202020204" pitchFamily="34" charset="0"/>
              <a:buChar char="•"/>
            </a:pPr>
            <a:endParaRPr lang="en-US" b="1" dirty="0">
              <a:solidFill>
                <a:srgbClr val="000000"/>
              </a:solidFill>
              <a:uFill>
                <a:solidFill>
                  <a:srgbClr val="000000"/>
                </a:solidFill>
              </a:uFill>
              <a:latin typeface="Tahoma" panose="020B0604030504040204" pitchFamily="34" charset="0"/>
              <a:ea typeface="Tahoma" panose="020B0604030504040204" pitchFamily="34" charset="0"/>
              <a:cs typeface="Tahoma" panose="020B0604030504040204" pitchFamily="34" charset="0"/>
            </a:endParaRPr>
          </a:p>
        </p:txBody>
      </p:sp>
      <p:pic>
        <p:nvPicPr>
          <p:cNvPr id="27" name="Picture 2" descr="Risultati immagini per drones agricultur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3034" y="1815926"/>
            <a:ext cx="3485708" cy="1744455"/>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 descr="Immagine correlata"/>
          <p:cNvPicPr>
            <a:picLocks noChangeAspect="1" noChangeArrowheads="1"/>
          </p:cNvPicPr>
          <p:nvPr/>
        </p:nvPicPr>
        <p:blipFill rotWithShape="1">
          <a:blip r:embed="rId4">
            <a:extLst>
              <a:ext uri="{28A0092B-C50C-407E-A947-70E740481C1C}">
                <a14:useLocalDpi xmlns:a14="http://schemas.microsoft.com/office/drawing/2010/main" val="0"/>
              </a:ext>
            </a:extLst>
          </a:blip>
          <a:srcRect l="6726" r="2382"/>
          <a:stretch/>
        </p:blipFill>
        <p:spPr bwMode="auto">
          <a:xfrm>
            <a:off x="497200" y="4050279"/>
            <a:ext cx="3485708" cy="1517784"/>
          </a:xfrm>
          <a:prstGeom prst="rect">
            <a:avLst/>
          </a:prstGeom>
          <a:noFill/>
          <a:extLst>
            <a:ext uri="{909E8E84-426E-40DD-AFC4-6F175D3DCCD1}">
              <a14:hiddenFill xmlns:a14="http://schemas.microsoft.com/office/drawing/2010/main">
                <a:solidFill>
                  <a:srgbClr val="FFFFFF"/>
                </a:solidFill>
              </a14:hiddenFill>
            </a:ext>
          </a:extLst>
        </p:spPr>
      </p:pic>
      <p:sp>
        <p:nvSpPr>
          <p:cNvPr id="30" name="Shape 118"/>
          <p:cNvSpPr/>
          <p:nvPr/>
        </p:nvSpPr>
        <p:spPr>
          <a:xfrm>
            <a:off x="4895416" y="2238824"/>
            <a:ext cx="7075760" cy="756084"/>
          </a:xfrm>
          <a:prstGeom prst="rect">
            <a:avLst/>
          </a:prstGeom>
          <a:noFill/>
          <a:ln w="12700">
            <a:miter lim="400000"/>
          </a:ln>
          <a:extLst>
            <a:ext uri="{C572A759-6A51-4108-AA02-DFA0A04FC94B}">
              <ma14:wrappingTextBoxFlag xmlns:ma14="http://schemas.microsoft.com/office/mac/drawingml/2011/main" xmlns="" val="1"/>
            </a:ext>
          </a:extLst>
        </p:spPr>
        <p:txBody>
          <a:bodyPr lIns="0" tIns="0" rIns="0" bIns="0" anchor="ctr">
            <a:noAutofit/>
          </a:bodyPr>
          <a:lstStyle/>
          <a:p>
            <a:pPr marL="285750" indent="-285750" defTabSz="402336">
              <a:lnSpc>
                <a:spcPct val="90000"/>
              </a:lnSpc>
              <a:spcBef>
                <a:spcPts val="250"/>
              </a:spcBef>
              <a:buSzPct val="100000"/>
              <a:buFont typeface="Arial" panose="020B0604020202020204" pitchFamily="34" charset="0"/>
              <a:buChar char="•"/>
            </a:pP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A new generation of machines </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might accomplish typical human tasks such as recognizing and moving objects, driving cars, cultivating fields, cleaning streets, city garbage collecting, etc.   </a:t>
            </a:r>
          </a:p>
        </p:txBody>
      </p:sp>
      <p:pic>
        <p:nvPicPr>
          <p:cNvPr id="31" name="Immagine 30"/>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480925" y="3401781"/>
            <a:ext cx="2953681" cy="1748717"/>
          </a:xfrm>
          <a:prstGeom prst="rect">
            <a:avLst/>
          </a:prstGeom>
        </p:spPr>
      </p:pic>
      <p:pic>
        <p:nvPicPr>
          <p:cNvPr id="32" name="Immagine 31"/>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97486" y="4088469"/>
            <a:ext cx="2419739" cy="1635540"/>
          </a:xfrm>
          <a:prstGeom prst="rect">
            <a:avLst/>
          </a:prstGeom>
        </p:spPr>
      </p:pic>
      <p:pic>
        <p:nvPicPr>
          <p:cNvPr id="33" name="Immagine 32"/>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05926" y="5000109"/>
            <a:ext cx="2715569" cy="1577973"/>
          </a:xfrm>
          <a:prstGeom prst="rect">
            <a:avLst/>
          </a:prstGeom>
        </p:spPr>
      </p:pic>
    </p:spTree>
    <p:extLst>
      <p:ext uri="{BB962C8B-B14F-4D97-AF65-F5344CB8AC3E}">
        <p14:creationId xmlns:p14="http://schemas.microsoft.com/office/powerpoint/2010/main" val="18551628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9C634-5B2F-EB57-6082-5DC720B813A1}"/>
            </a:ext>
          </a:extLst>
        </p:cNvPr>
        <p:cNvGrpSpPr/>
        <p:nvPr/>
      </p:nvGrpSpPr>
      <p:grpSpPr>
        <a:xfrm>
          <a:off x="0" y="0"/>
          <a:ext cx="0" cy="0"/>
          <a:chOff x="0" y="0"/>
          <a:chExt cx="0" cy="0"/>
        </a:xfrm>
      </p:grpSpPr>
      <p:sp>
        <p:nvSpPr>
          <p:cNvPr id="5" name="Segnaposto numero diapositiva 4">
            <a:extLst>
              <a:ext uri="{FF2B5EF4-FFF2-40B4-BE49-F238E27FC236}">
                <a16:creationId xmlns:a16="http://schemas.microsoft.com/office/drawing/2014/main" id="{4A6D192E-D33F-A0D5-D38F-C60012962D91}"/>
              </a:ext>
            </a:extLst>
          </p:cNvPr>
          <p:cNvSpPr>
            <a:spLocks noGrp="1"/>
          </p:cNvSpPr>
          <p:nvPr>
            <p:ph type="sldNum" sz="quarter" idx="11"/>
          </p:nvPr>
        </p:nvSpPr>
        <p:spPr/>
        <p:txBody>
          <a:bodyPr/>
          <a:lstStyle/>
          <a:p>
            <a:pPr>
              <a:defRPr/>
            </a:pPr>
            <a:fld id="{48B4153A-D4C5-4CEF-8992-0D8815C829E3}" type="slidenum">
              <a:rPr lang="en-US" smtClean="0"/>
              <a:pPr>
                <a:defRPr/>
              </a:pPr>
              <a:t>27</a:t>
            </a:fld>
            <a:endParaRPr lang="en-US" dirty="0"/>
          </a:p>
        </p:txBody>
      </p:sp>
      <p:sp>
        <p:nvSpPr>
          <p:cNvPr id="28" name="Titolo 2">
            <a:extLst>
              <a:ext uri="{FF2B5EF4-FFF2-40B4-BE49-F238E27FC236}">
                <a16:creationId xmlns:a16="http://schemas.microsoft.com/office/drawing/2014/main" id="{F35675A1-3ADB-3EC0-A6D4-2D22CE6CB45C}"/>
              </a:ext>
            </a:extLst>
          </p:cNvPr>
          <p:cNvSpPr>
            <a:spLocks noGrp="1"/>
          </p:cNvSpPr>
          <p:nvPr>
            <p:ph type="title"/>
          </p:nvPr>
        </p:nvSpPr>
        <p:spPr>
          <a:xfrm>
            <a:off x="574294" y="413106"/>
            <a:ext cx="11269308" cy="1923604"/>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rtlCol="0" anchor="b" anchorCtr="0" compatLnSpc="1">
            <a:prstTxWarp prst="textNoShape">
              <a:avLst/>
            </a:prstTxWarp>
            <a:spAutoFit/>
          </a:bodyPr>
          <a:lstStyle/>
          <a:p>
            <a:r>
              <a:rPr lang="en-US">
                <a:solidFill>
                  <a:srgbClr val="464646"/>
                </a:solidFill>
              </a:rPr>
              <a:t>Why does Computer Vision matter so much?</a:t>
            </a:r>
            <a:br>
              <a:rPr lang="en-US">
                <a:solidFill>
                  <a:srgbClr val="464646"/>
                </a:solidFill>
              </a:rPr>
            </a:br>
            <a:br>
              <a:rPr lang="en-US"/>
            </a:br>
            <a:r>
              <a:rPr lang="en-US">
                <a:solidFill>
                  <a:srgbClr val="464646"/>
                </a:solidFill>
              </a:rPr>
              <a:t> </a:t>
            </a:r>
            <a:br>
              <a:rPr lang="en-US">
                <a:solidFill>
                  <a:srgbClr val="464646"/>
                </a:solidFill>
              </a:rPr>
            </a:br>
            <a:r>
              <a:rPr lang="it-IT">
                <a:solidFill>
                  <a:srgbClr val="464646"/>
                </a:solidFill>
              </a:rPr>
              <a:t> </a:t>
            </a:r>
            <a:br>
              <a:rPr lang="it-IT">
                <a:solidFill>
                  <a:srgbClr val="464646"/>
                </a:solidFill>
              </a:rPr>
            </a:br>
            <a:endParaRPr lang="it-IT" dirty="0"/>
          </a:p>
        </p:txBody>
      </p:sp>
      <p:sp>
        <p:nvSpPr>
          <p:cNvPr id="14" name="Shape 102">
            <a:extLst>
              <a:ext uri="{FF2B5EF4-FFF2-40B4-BE49-F238E27FC236}">
                <a16:creationId xmlns:a16="http://schemas.microsoft.com/office/drawing/2014/main" id="{AD0F28CD-E5CD-491D-82F1-502DEC09267C}"/>
              </a:ext>
            </a:extLst>
          </p:cNvPr>
          <p:cNvSpPr/>
          <p:nvPr/>
        </p:nvSpPr>
        <p:spPr>
          <a:xfrm>
            <a:off x="619431" y="2350924"/>
            <a:ext cx="3390899" cy="47186"/>
          </a:xfrm>
          <a:prstGeom prst="rect">
            <a:avLst/>
          </a:prstGeom>
          <a:solidFill>
            <a:srgbClr val="464646"/>
          </a:solidFill>
          <a:ln w="12700">
            <a:miter lim="400000"/>
          </a:ln>
        </p:spPr>
        <p:txBody>
          <a:bodyPr lIns="25400" tIns="25400" rIns="25400" bIns="25400" anchor="ctr"/>
          <a:lstStyle/>
          <a:p>
            <a:pPr>
              <a:defRPr>
                <a:latin typeface="Arial"/>
                <a:ea typeface="Arial"/>
                <a:cs typeface="Arial"/>
                <a:sym typeface="Arial"/>
              </a:defRPr>
            </a:pPr>
            <a:endParaRPr sz="900"/>
          </a:p>
        </p:txBody>
      </p:sp>
      <p:sp>
        <p:nvSpPr>
          <p:cNvPr id="16" name="Titolo">
            <a:extLst>
              <a:ext uri="{FF2B5EF4-FFF2-40B4-BE49-F238E27FC236}">
                <a16:creationId xmlns:a16="http://schemas.microsoft.com/office/drawing/2014/main" id="{D17E599C-53BD-4EE0-97DE-5A2F9BBE4F02}"/>
              </a:ext>
            </a:extLst>
          </p:cNvPr>
          <p:cNvSpPr txBox="1"/>
          <p:nvPr/>
        </p:nvSpPr>
        <p:spPr>
          <a:xfrm>
            <a:off x="574294" y="1656219"/>
            <a:ext cx="3785394" cy="56457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8" tIns="35718" rIns="35718" bIns="35718" anchor="ctr">
            <a:spAutoFit/>
          </a:bodyPr>
          <a:lstStyle>
            <a:lvl1pPr marR="0" indent="0" defTabSz="820737">
              <a:defRPr sz="6400">
                <a:solidFill>
                  <a:srgbClr val="3B4152"/>
                </a:solidFill>
                <a:uFillTx/>
                <a:latin typeface="Montserrat Bold"/>
                <a:ea typeface="Montserrat Bold"/>
                <a:cs typeface="Montserrat Bold"/>
                <a:sym typeface="Montserrat Bold"/>
              </a:defRPr>
            </a:lvl1pPr>
          </a:lstStyle>
          <a:p>
            <a:endParaRPr sz="3200" dirty="0"/>
          </a:p>
        </p:txBody>
      </p:sp>
      <p:sp>
        <p:nvSpPr>
          <p:cNvPr id="17" name="Sottotitolo">
            <a:extLst>
              <a:ext uri="{FF2B5EF4-FFF2-40B4-BE49-F238E27FC236}">
                <a16:creationId xmlns:a16="http://schemas.microsoft.com/office/drawing/2014/main" id="{31A70E90-A83D-4889-A9CA-19BE9C2070D6}"/>
              </a:ext>
            </a:extLst>
          </p:cNvPr>
          <p:cNvSpPr txBox="1"/>
          <p:nvPr/>
        </p:nvSpPr>
        <p:spPr>
          <a:xfrm>
            <a:off x="574294" y="2643656"/>
            <a:ext cx="3785394" cy="33374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8" tIns="35718" rIns="35718" bIns="35718" anchor="ctr">
            <a:spAutoFit/>
          </a:bodyPr>
          <a:lstStyle>
            <a:lvl1pPr marR="0" indent="0" defTabSz="820737">
              <a:defRPr sz="3400">
                <a:solidFill>
                  <a:srgbClr val="3B4152"/>
                </a:solidFill>
                <a:uFillTx/>
                <a:latin typeface="Montserrat Bold"/>
                <a:ea typeface="Montserrat Bold"/>
                <a:cs typeface="Montserrat Bold"/>
                <a:sym typeface="Montserrat Bold"/>
              </a:defRPr>
            </a:lvl1pPr>
          </a:lstStyle>
          <a:p>
            <a:endParaRPr sz="1700" dirty="0"/>
          </a:p>
        </p:txBody>
      </p:sp>
      <p:sp>
        <p:nvSpPr>
          <p:cNvPr id="18" name="TextBox 3">
            <a:extLst>
              <a:ext uri="{FF2B5EF4-FFF2-40B4-BE49-F238E27FC236}">
                <a16:creationId xmlns:a16="http://schemas.microsoft.com/office/drawing/2014/main" id="{ACF2319F-24C1-4DA6-B51D-A24FB923D1A3}"/>
              </a:ext>
            </a:extLst>
          </p:cNvPr>
          <p:cNvSpPr txBox="1"/>
          <p:nvPr/>
        </p:nvSpPr>
        <p:spPr>
          <a:xfrm>
            <a:off x="964763" y="1194821"/>
            <a:ext cx="3004457" cy="830997"/>
          </a:xfrm>
          <a:prstGeom prst="rect">
            <a:avLst/>
          </a:prstGeom>
          <a:noFill/>
        </p:spPr>
        <p:txBody>
          <a:bodyPr wrap="square" rtlCol="0">
            <a:spAutoFit/>
          </a:bodyPr>
          <a:lstStyle>
            <a:defPPr>
              <a:defRPr lang="it-IT"/>
            </a:defPPr>
            <a:lvl1pPr algn="ctr">
              <a:defRPr sz="2400" b="1">
                <a:solidFill>
                  <a:srgbClr val="7F142A"/>
                </a:solidFill>
              </a:defRPr>
            </a:lvl1pPr>
          </a:lstStyle>
          <a:p>
            <a:r>
              <a:rPr lang="en-GB" dirty="0"/>
              <a:t>Computer Vision for Recycling</a:t>
            </a:r>
          </a:p>
        </p:txBody>
      </p:sp>
      <p:sp>
        <p:nvSpPr>
          <p:cNvPr id="19" name="Rectangle 2">
            <a:extLst>
              <a:ext uri="{FF2B5EF4-FFF2-40B4-BE49-F238E27FC236}">
                <a16:creationId xmlns:a16="http://schemas.microsoft.com/office/drawing/2014/main" id="{76DAA9CA-55A0-4392-8A97-4CCA6E6198A8}"/>
              </a:ext>
            </a:extLst>
          </p:cNvPr>
          <p:cNvSpPr>
            <a:spLocks noChangeArrowheads="1"/>
          </p:cNvSpPr>
          <p:nvPr/>
        </p:nvSpPr>
        <p:spPr bwMode="auto">
          <a:xfrm>
            <a:off x="5868625" y="1896333"/>
            <a:ext cx="92398" cy="1846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45720" tIns="22860" rIns="45720" bIns="22860" numCol="1" anchor="ctr" anchorCtr="0" compatLnSpc="1">
            <a:prstTxWarp prst="textNoShape">
              <a:avLst/>
            </a:prstTxWarp>
            <a:spAutoFit/>
          </a:bodyPr>
          <a:lstStyle/>
          <a:p>
            <a:endParaRPr lang="it-IT" sz="900"/>
          </a:p>
        </p:txBody>
      </p:sp>
      <p:sp>
        <p:nvSpPr>
          <p:cNvPr id="22" name="Rettangolo 21">
            <a:extLst>
              <a:ext uri="{FF2B5EF4-FFF2-40B4-BE49-F238E27FC236}">
                <a16:creationId xmlns:a16="http://schemas.microsoft.com/office/drawing/2014/main" id="{BA1C3230-7512-4CB5-AE32-2C3C2FC2BD1E}"/>
              </a:ext>
            </a:extLst>
          </p:cNvPr>
          <p:cNvSpPr/>
          <p:nvPr/>
        </p:nvSpPr>
        <p:spPr>
          <a:xfrm>
            <a:off x="4736973" y="2102966"/>
            <a:ext cx="7047260" cy="4847481"/>
          </a:xfrm>
          <a:prstGeom prst="rect">
            <a:avLst/>
          </a:prstGeom>
          <a:noFill/>
        </p:spPr>
        <p:txBody>
          <a:bodyPr wrap="square" lIns="45720" tIns="22860" rIns="45720" bIns="22860">
            <a:spAutoFit/>
            <a:scene3d>
              <a:camera prst="orthographicFront"/>
              <a:lightRig rig="threePt" dir="t"/>
            </a:scene3d>
            <a:sp3d extrusionH="57150">
              <a:bevelT w="38100" h="38100"/>
            </a:sp3d>
          </a:bodyPr>
          <a:lstStyle/>
          <a:p>
            <a:pPr algn="ctr"/>
            <a:endParaRPr lang="en-US" sz="800" b="1" dirty="0">
              <a:ln w="0"/>
              <a:effectLst>
                <a:outerShdw blurRad="38100" dist="25400" dir="5400000" algn="ctr" rotWithShape="0">
                  <a:srgbClr val="6E747A">
                    <a:alpha val="43000"/>
                  </a:srgbClr>
                </a:outerShdw>
              </a:effectLst>
            </a:endParaRPr>
          </a:p>
          <a:p>
            <a:pPr marL="142875" indent="-142875" algn="just">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142875" indent="-142875" algn="just">
              <a:buFont typeface="Arial" panose="020B0604020202020204" pitchFamily="34" charset="0"/>
              <a:buChar char="•"/>
            </a:pP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As</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far </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as</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food</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r>
              <a:rPr lang="it-IT" sz="2000" b="1"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sustainability</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is</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concerned</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 first </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version</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of a </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classifier</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might</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enable</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 </a:t>
            </a:r>
            <a:r>
              <a:rPr lang="it-IT" sz="2000" b="1"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restaurant</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or a shop to </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recognize</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whether</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there</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is</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still</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 </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return</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of </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residual</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food</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from the production </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process</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Afterwards</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by </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exploiting</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other</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sub-</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classifiers</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we</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could</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catch the </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opportunity</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of </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regenerating</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this</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residual</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food</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saving</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resources</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p>
          <a:p>
            <a:pPr marL="142875" indent="-142875" algn="just">
              <a:buFont typeface="Arial" panose="020B0604020202020204" pitchFamily="34" charset="0"/>
              <a:buChar char="•"/>
            </a:pPr>
            <a:endPar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endParaRPr>
          </a:p>
          <a:p>
            <a:pPr marL="142875" indent="-142875" algn="just">
              <a:buFont typeface="Arial" panose="020B0604020202020204" pitchFamily="34" charset="0"/>
              <a:buChar char="•"/>
            </a:pPr>
            <a:r>
              <a:rPr lang="it-IT"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AI</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r>
              <a:rPr lang="it-IT" sz="2000" b="1"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applications</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which</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can </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optimize</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all</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the </a:t>
            </a:r>
            <a:r>
              <a:rPr lang="it-IT"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flow</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r>
              <a:rPr lang="it-IT"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of</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r>
              <a:rPr lang="it-IT" sz="2000" b="1"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interactions</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with a </a:t>
            </a:r>
            <a:r>
              <a:rPr lang="it-IT" sz="2000" b="1"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restaurant</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decreasing</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the </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process</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costs</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and </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increasing</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sustainability</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r>
              <a:rPr lang="it-IT" sz="2000" i="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a:t>
            </a:r>
            <a:r>
              <a:rPr lang="it-IT" sz="2000" i="1"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Deep</a:t>
            </a:r>
            <a:r>
              <a:rPr lang="it-IT" sz="2000" i="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Learning al servizio del riciclo», Intervista su Wired, Pugliese, F.)</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Thanks</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to </a:t>
            </a:r>
            <a:r>
              <a:rPr lang="it-IT" sz="2000" b="1"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Artificial</a:t>
            </a:r>
            <a:r>
              <a:rPr lang="it-IT"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Intelligence</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in </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one</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work, some </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researchers</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have</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generated</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menus</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of some </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restaurants</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analyzing</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all</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r>
              <a:rPr lang="it-IT"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non-</a:t>
            </a:r>
            <a:r>
              <a:rPr lang="it-IT" sz="2000" b="1"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structured</a:t>
            </a:r>
            <a:r>
              <a:rPr lang="it-IT"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data</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from </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customers</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online </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comments</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endPar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endParaRPr>
          </a:p>
          <a:p>
            <a:pPr marL="142875" indent="-142875" algn="just">
              <a:buFont typeface="Arial" panose="020B0604020202020204" pitchFamily="34" charset="0"/>
              <a:buChar char="•"/>
            </a:pPr>
            <a:endParaRPr lang="en-US" sz="800" b="1" dirty="0">
              <a:ln w="0"/>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endParaRPr>
          </a:p>
          <a:p>
            <a:pPr marL="142875" indent="-142875" algn="just">
              <a:buFont typeface="Arial" panose="020B0604020202020204" pitchFamily="34" charset="0"/>
              <a:buChar char="•"/>
            </a:pPr>
            <a:endParaRPr lang="en-US" sz="800" b="1" dirty="0">
              <a:ln w="0"/>
              <a:effectLst>
                <a:outerShdw blurRad="38100" dist="25400" dir="5400000" algn="ctr" rotWithShape="0">
                  <a:srgbClr val="6E747A">
                    <a:alpha val="43000"/>
                  </a:srgbClr>
                </a:outerShdw>
              </a:effectLst>
            </a:endParaRPr>
          </a:p>
        </p:txBody>
      </p:sp>
      <p:pic>
        <p:nvPicPr>
          <p:cNvPr id="23" name="Immagine 22">
            <a:extLst>
              <a:ext uri="{FF2B5EF4-FFF2-40B4-BE49-F238E27FC236}">
                <a16:creationId xmlns:a16="http://schemas.microsoft.com/office/drawing/2014/main" id="{52F3B665-6971-4CC5-BBC6-952F00BCC46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18127" y="3617542"/>
            <a:ext cx="3251093" cy="2185013"/>
          </a:xfrm>
          <a:prstGeom prst="rect">
            <a:avLst/>
          </a:prstGeom>
        </p:spPr>
      </p:pic>
      <p:sp>
        <p:nvSpPr>
          <p:cNvPr id="24" name="Rettangolo 23">
            <a:extLst>
              <a:ext uri="{FF2B5EF4-FFF2-40B4-BE49-F238E27FC236}">
                <a16:creationId xmlns:a16="http://schemas.microsoft.com/office/drawing/2014/main" id="{121CDA25-8DDE-482F-8F16-DED8E663C9E2}"/>
              </a:ext>
            </a:extLst>
          </p:cNvPr>
          <p:cNvSpPr/>
          <p:nvPr/>
        </p:nvSpPr>
        <p:spPr>
          <a:xfrm>
            <a:off x="4736973" y="936171"/>
            <a:ext cx="7049990" cy="1461939"/>
          </a:xfrm>
          <a:prstGeom prst="rect">
            <a:avLst/>
          </a:prstGeom>
          <a:noFill/>
        </p:spPr>
        <p:txBody>
          <a:bodyPr wrap="square" lIns="45720" tIns="22860" rIns="45720" bIns="22860">
            <a:spAutoFit/>
            <a:scene3d>
              <a:camera prst="orthographicFront"/>
              <a:lightRig rig="threePt" dir="t"/>
            </a:scene3d>
            <a:sp3d extrusionH="57150">
              <a:bevelT w="38100" h="38100"/>
            </a:sp3d>
          </a:bodyPr>
          <a:lstStyle/>
          <a:p>
            <a:pPr algn="ctr"/>
            <a:endParaRPr lang="en-US" sz="800" b="1" dirty="0">
              <a:ln w="0"/>
              <a:effectLst>
                <a:outerShdw blurRad="38100" dist="25400" dir="5400000" algn="ctr" rotWithShape="0">
                  <a:srgbClr val="6E747A">
                    <a:alpha val="43000"/>
                  </a:srgbClr>
                </a:outerShdw>
              </a:effectLst>
            </a:endParaRPr>
          </a:p>
          <a:p>
            <a:pPr marL="142875" indent="-142875" algn="just">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142875" indent="-142875" algn="just">
              <a:buFont typeface="Arial" panose="020B0604020202020204" pitchFamily="34" charset="0"/>
              <a:buChar char="•"/>
            </a:pP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Smart Garbage Bins </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could classify waste and differentiate it automatically. This might reduce the enormous impact of human errors. </a:t>
            </a:r>
            <a:endParaRPr lang="en-US" sz="800" dirty="0">
              <a:latin typeface="Arial" panose="020B0604020202020204" pitchFamily="34" charset="0"/>
              <a:cs typeface="Arial" panose="020B0604020202020204" pitchFamily="34" charset="0"/>
            </a:endParaRPr>
          </a:p>
          <a:p>
            <a:pPr marL="142875" indent="-142875" algn="just">
              <a:buFont typeface="Arial" panose="020B0604020202020204" pitchFamily="34" charset="0"/>
              <a:buChar char="•"/>
            </a:pPr>
            <a:endParaRPr lang="en-US" sz="800" b="1" dirty="0">
              <a:ln w="0"/>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endParaRPr>
          </a:p>
          <a:p>
            <a:pPr marL="142875" indent="-142875" algn="just">
              <a:buFont typeface="Arial" panose="020B0604020202020204" pitchFamily="34" charset="0"/>
              <a:buChar char="•"/>
            </a:pPr>
            <a:endParaRPr lang="en-US" sz="800" b="1" dirty="0">
              <a:ln w="0"/>
              <a:effectLst>
                <a:outerShdw blurRad="38100" dist="25400" dir="5400000" algn="ctr" rotWithShape="0">
                  <a:srgbClr val="6E747A">
                    <a:alpha val="43000"/>
                  </a:srgbClr>
                </a:outerShdw>
              </a:effectLst>
            </a:endParaRPr>
          </a:p>
        </p:txBody>
      </p:sp>
      <p:pic>
        <p:nvPicPr>
          <p:cNvPr id="25" name="Immagine 24">
            <a:extLst>
              <a:ext uri="{FF2B5EF4-FFF2-40B4-BE49-F238E27FC236}">
                <a16:creationId xmlns:a16="http://schemas.microsoft.com/office/drawing/2014/main" id="{66C45E66-106D-4F76-957E-23C6D797156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18127" y="2545750"/>
            <a:ext cx="3251093" cy="924151"/>
          </a:xfrm>
          <a:prstGeom prst="rect">
            <a:avLst/>
          </a:prstGeom>
        </p:spPr>
      </p:pic>
    </p:spTree>
    <p:extLst>
      <p:ext uri="{BB962C8B-B14F-4D97-AF65-F5344CB8AC3E}">
        <p14:creationId xmlns:p14="http://schemas.microsoft.com/office/powerpoint/2010/main" val="287121494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9C634-5B2F-EB57-6082-5DC720B813A1}"/>
            </a:ext>
          </a:extLst>
        </p:cNvPr>
        <p:cNvGrpSpPr/>
        <p:nvPr/>
      </p:nvGrpSpPr>
      <p:grpSpPr>
        <a:xfrm>
          <a:off x="0" y="0"/>
          <a:ext cx="0" cy="0"/>
          <a:chOff x="0" y="0"/>
          <a:chExt cx="0" cy="0"/>
        </a:xfrm>
      </p:grpSpPr>
      <p:sp>
        <p:nvSpPr>
          <p:cNvPr id="5" name="Segnaposto numero diapositiva 4">
            <a:extLst>
              <a:ext uri="{FF2B5EF4-FFF2-40B4-BE49-F238E27FC236}">
                <a16:creationId xmlns:a16="http://schemas.microsoft.com/office/drawing/2014/main" id="{4A6D192E-D33F-A0D5-D38F-C60012962D91}"/>
              </a:ext>
            </a:extLst>
          </p:cNvPr>
          <p:cNvSpPr>
            <a:spLocks noGrp="1"/>
          </p:cNvSpPr>
          <p:nvPr>
            <p:ph type="sldNum" sz="quarter" idx="11"/>
          </p:nvPr>
        </p:nvSpPr>
        <p:spPr/>
        <p:txBody>
          <a:bodyPr/>
          <a:lstStyle/>
          <a:p>
            <a:pPr>
              <a:defRPr/>
            </a:pPr>
            <a:fld id="{48B4153A-D4C5-4CEF-8992-0D8815C829E3}" type="slidenum">
              <a:rPr lang="en-US" smtClean="0"/>
              <a:pPr>
                <a:defRPr/>
              </a:pPr>
              <a:t>28</a:t>
            </a:fld>
            <a:endParaRPr lang="en-US" dirty="0"/>
          </a:p>
        </p:txBody>
      </p:sp>
      <p:sp>
        <p:nvSpPr>
          <p:cNvPr id="28" name="Titolo 2">
            <a:extLst>
              <a:ext uri="{FF2B5EF4-FFF2-40B4-BE49-F238E27FC236}">
                <a16:creationId xmlns:a16="http://schemas.microsoft.com/office/drawing/2014/main" id="{F35675A1-3ADB-3EC0-A6D4-2D22CE6CB45C}"/>
              </a:ext>
            </a:extLst>
          </p:cNvPr>
          <p:cNvSpPr>
            <a:spLocks noGrp="1"/>
          </p:cNvSpPr>
          <p:nvPr>
            <p:ph type="title"/>
          </p:nvPr>
        </p:nvSpPr>
        <p:spPr>
          <a:xfrm>
            <a:off x="574294" y="413106"/>
            <a:ext cx="11269308" cy="1923604"/>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rtlCol="0" anchor="b" anchorCtr="0" compatLnSpc="1">
            <a:prstTxWarp prst="textNoShape">
              <a:avLst/>
            </a:prstTxWarp>
            <a:spAutoFit/>
          </a:bodyPr>
          <a:lstStyle/>
          <a:p>
            <a:r>
              <a:rPr lang="en-US" dirty="0">
                <a:solidFill>
                  <a:srgbClr val="464646"/>
                </a:solidFill>
              </a:rPr>
              <a:t>Why does Computer Vision matter so much?</a:t>
            </a:r>
            <a:br>
              <a:rPr lang="en-US" dirty="0">
                <a:solidFill>
                  <a:srgbClr val="464646"/>
                </a:solidFill>
              </a:rPr>
            </a:br>
            <a:br>
              <a:rPr lang="en-US" dirty="0"/>
            </a:br>
            <a:r>
              <a:rPr lang="en-US" dirty="0">
                <a:solidFill>
                  <a:srgbClr val="464646"/>
                </a:solidFill>
              </a:rPr>
              <a:t> </a:t>
            </a:r>
            <a:br>
              <a:rPr lang="en-US" dirty="0">
                <a:solidFill>
                  <a:srgbClr val="464646"/>
                </a:solidFill>
              </a:rPr>
            </a:br>
            <a:r>
              <a:rPr lang="it-IT" dirty="0">
                <a:solidFill>
                  <a:srgbClr val="464646"/>
                </a:solidFill>
              </a:rPr>
              <a:t> </a:t>
            </a:r>
            <a:br>
              <a:rPr lang="it-IT" dirty="0">
                <a:solidFill>
                  <a:srgbClr val="464646"/>
                </a:solidFill>
              </a:rPr>
            </a:br>
            <a:endParaRPr lang="it-IT" dirty="0"/>
          </a:p>
        </p:txBody>
      </p:sp>
      <p:sp>
        <p:nvSpPr>
          <p:cNvPr id="13" name="Shape 66">
            <a:extLst>
              <a:ext uri="{FF2B5EF4-FFF2-40B4-BE49-F238E27FC236}">
                <a16:creationId xmlns:a16="http://schemas.microsoft.com/office/drawing/2014/main" id="{373570FF-8DC1-4725-A9E0-0499BA860E05}"/>
              </a:ext>
            </a:extLst>
          </p:cNvPr>
          <p:cNvSpPr/>
          <p:nvPr/>
        </p:nvSpPr>
        <p:spPr>
          <a:xfrm>
            <a:off x="-1923470" y="1665537"/>
            <a:ext cx="8397737" cy="461665"/>
          </a:xfrm>
          <a:prstGeom prst="rect">
            <a:avLst/>
          </a:prstGeom>
          <a:noFill/>
          <a:extLst>
            <a:ext uri="{C572A759-6A51-4108-AA02-DFA0A04FC94B}">
              <ma14:wrappingTextBoxFlag xmlns:ma14="http://schemas.microsoft.com/office/mac/drawingml/2011/main" xmlns="" val="1"/>
            </a:ext>
          </a:extLst>
        </p:spPr>
        <p:txBody>
          <a:bodyPr wrap="square" rtlCol="0">
            <a:spAutoFit/>
          </a:bodyPr>
          <a:lstStyle/>
          <a:p>
            <a:pPr algn="ctr"/>
            <a:r>
              <a:rPr lang="it-IT" sz="2400" b="1" dirty="0">
                <a:solidFill>
                  <a:srgbClr val="7F142A"/>
                </a:solidFill>
              </a:rPr>
              <a:t>Image </a:t>
            </a:r>
            <a:r>
              <a:rPr lang="it-IT" sz="2400" b="1" dirty="0" err="1">
                <a:solidFill>
                  <a:srgbClr val="7F142A"/>
                </a:solidFill>
              </a:rPr>
              <a:t>Classification</a:t>
            </a:r>
            <a:r>
              <a:rPr lang="it-IT" sz="2400" b="1" dirty="0">
                <a:solidFill>
                  <a:srgbClr val="7F142A"/>
                </a:solidFill>
              </a:rPr>
              <a:t> </a:t>
            </a:r>
            <a:r>
              <a:rPr lang="it-IT" sz="2400" b="1" dirty="0" err="1">
                <a:solidFill>
                  <a:srgbClr val="7F142A"/>
                </a:solidFill>
              </a:rPr>
              <a:t>Problem</a:t>
            </a:r>
            <a:endParaRPr lang="it-IT" sz="2400" b="1" dirty="0">
              <a:solidFill>
                <a:srgbClr val="7F142A"/>
              </a:solidFill>
            </a:endParaRPr>
          </a:p>
        </p:txBody>
      </p:sp>
      <p:sp>
        <p:nvSpPr>
          <p:cNvPr id="15" name="Shape 118">
            <a:extLst>
              <a:ext uri="{FF2B5EF4-FFF2-40B4-BE49-F238E27FC236}">
                <a16:creationId xmlns:a16="http://schemas.microsoft.com/office/drawing/2014/main" id="{DC3591D4-434D-4DBA-8E22-B11126959CFC}"/>
              </a:ext>
            </a:extLst>
          </p:cNvPr>
          <p:cNvSpPr/>
          <p:nvPr/>
        </p:nvSpPr>
        <p:spPr>
          <a:xfrm>
            <a:off x="1911420" y="1472823"/>
            <a:ext cx="8369160" cy="4972071"/>
          </a:xfrm>
          <a:prstGeom prst="rect">
            <a:avLst/>
          </a:prstGeom>
          <a:noFill/>
          <a:ln w="12700">
            <a:miter lim="400000"/>
          </a:ln>
          <a:extLst>
            <a:ext uri="{C572A759-6A51-4108-AA02-DFA0A04FC94B}">
              <ma14:wrappingTextBoxFlag xmlns:ma14="http://schemas.microsoft.com/office/mac/drawingml/2011/main" xmlns="" val="1"/>
            </a:ext>
          </a:extLst>
        </p:spPr>
        <p:txBody>
          <a:bodyPr lIns="0" tIns="0" rIns="0" bIns="0" anchor="ctr">
            <a:noAutofit/>
          </a:bodyPr>
          <a:lstStyle/>
          <a:p>
            <a:pPr defTabSz="402336">
              <a:lnSpc>
                <a:spcPct val="90000"/>
              </a:lnSpc>
              <a:spcBef>
                <a:spcPts val="250"/>
              </a:spcBef>
              <a:buSzPct val="100000"/>
            </a:pP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sym typeface="Arial"/>
              </a:rPr>
              <a:t>									</a:t>
            </a:r>
          </a:p>
          <a:p>
            <a:pPr marL="285750" indent="-285750" defTabSz="402336">
              <a:lnSpc>
                <a:spcPct val="90000"/>
              </a:lnSpc>
              <a:spcBef>
                <a:spcPts val="250"/>
              </a:spcBef>
              <a:buSzPct val="100000"/>
              <a:buFont typeface="Arial" panose="020B0604020202020204" pitchFamily="34" charset="0"/>
              <a:buChar char="•"/>
            </a:pPr>
            <a:endPar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sym typeface="Arial"/>
            </a:endParaRPr>
          </a:p>
          <a:p>
            <a:pPr defTabSz="402336">
              <a:lnSpc>
                <a:spcPct val="90000"/>
              </a:lnSpc>
              <a:spcBef>
                <a:spcPts val="250"/>
              </a:spcBef>
              <a:buSzPct val="100000"/>
            </a:pPr>
            <a:endPar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sym typeface="Arial"/>
            </a:endParaRPr>
          </a:p>
          <a:p>
            <a:pPr defTabSz="402336">
              <a:lnSpc>
                <a:spcPct val="90000"/>
              </a:lnSpc>
              <a:spcBef>
                <a:spcPts val="250"/>
              </a:spcBef>
              <a:buSzPct val="100000"/>
            </a:pP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sym typeface="Arial"/>
              </a:rPr>
              <a:t>					What we see</a:t>
            </a:r>
          </a:p>
          <a:p>
            <a:pPr defTabSz="402336">
              <a:lnSpc>
                <a:spcPct val="90000"/>
              </a:lnSpc>
              <a:spcBef>
                <a:spcPts val="250"/>
              </a:spcBef>
              <a:buSzPct val="100000"/>
            </a:pPr>
            <a:endPar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sym typeface="Arial"/>
            </a:endParaRPr>
          </a:p>
          <a:p>
            <a:pPr marL="285750" indent="-285750" defTabSz="402336">
              <a:lnSpc>
                <a:spcPct val="90000"/>
              </a:lnSpc>
              <a:spcBef>
                <a:spcPts val="250"/>
              </a:spcBef>
              <a:buSzPct val="100000"/>
              <a:buFont typeface="Arial" panose="020B0604020202020204" pitchFamily="34" charset="0"/>
              <a:buChar char="•"/>
            </a:pPr>
            <a:endPar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sym typeface="Arial"/>
            </a:endParaRPr>
          </a:p>
          <a:p>
            <a:pPr marL="285750" indent="-285750" defTabSz="402336">
              <a:lnSpc>
                <a:spcPct val="90000"/>
              </a:lnSpc>
              <a:spcBef>
                <a:spcPts val="250"/>
              </a:spcBef>
              <a:buSzPct val="100000"/>
              <a:buFont typeface="Arial" panose="020B0604020202020204" pitchFamily="34" charset="0"/>
              <a:buChar char="•"/>
            </a:pPr>
            <a:endPar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sym typeface="Arial"/>
            </a:endParaRPr>
          </a:p>
          <a:p>
            <a:pPr defTabSz="402336">
              <a:lnSpc>
                <a:spcPct val="90000"/>
              </a:lnSpc>
              <a:spcBef>
                <a:spcPts val="250"/>
              </a:spcBef>
              <a:buSzPct val="100000"/>
            </a:pPr>
            <a:endPar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sym typeface="Arial"/>
            </a:endParaRPr>
          </a:p>
          <a:p>
            <a:pPr defTabSz="402336">
              <a:lnSpc>
                <a:spcPct val="90000"/>
              </a:lnSpc>
              <a:spcBef>
                <a:spcPts val="250"/>
              </a:spcBef>
              <a:buSzPct val="100000"/>
            </a:pP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sym typeface="Arial"/>
              </a:rPr>
              <a:t>						</a:t>
            </a:r>
          </a:p>
          <a:p>
            <a:pPr defTabSz="402336">
              <a:lnSpc>
                <a:spcPct val="90000"/>
              </a:lnSpc>
              <a:spcBef>
                <a:spcPts val="250"/>
              </a:spcBef>
              <a:buSzPct val="100000"/>
            </a:pPr>
            <a:endPar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sym typeface="Arial"/>
            </a:endParaRPr>
          </a:p>
          <a:p>
            <a:pPr defTabSz="402336">
              <a:lnSpc>
                <a:spcPct val="90000"/>
              </a:lnSpc>
              <a:spcBef>
                <a:spcPts val="250"/>
              </a:spcBef>
              <a:buSzPct val="100000"/>
            </a:pP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sym typeface="Arial"/>
              </a:rPr>
              <a:t>						</a:t>
            </a:r>
          </a:p>
          <a:p>
            <a:pPr defTabSz="402336">
              <a:lnSpc>
                <a:spcPct val="90000"/>
              </a:lnSpc>
              <a:spcBef>
                <a:spcPts val="250"/>
              </a:spcBef>
              <a:buSzPct val="100000"/>
            </a:pP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sym typeface="Arial"/>
              </a:rPr>
              <a:t>						What computers see</a:t>
            </a:r>
          </a:p>
        </p:txBody>
      </p:sp>
      <p:pic>
        <p:nvPicPr>
          <p:cNvPr id="20" name="Immagine 19">
            <a:extLst>
              <a:ext uri="{FF2B5EF4-FFF2-40B4-BE49-F238E27FC236}">
                <a16:creationId xmlns:a16="http://schemas.microsoft.com/office/drawing/2014/main" id="{2A2E238E-2962-408E-BBD5-8B9AEBDC58A8}"/>
              </a:ext>
            </a:extLst>
          </p:cNvPr>
          <p:cNvPicPr>
            <a:picLocks noChangeAspect="1"/>
          </p:cNvPicPr>
          <p:nvPr/>
        </p:nvPicPr>
        <p:blipFill>
          <a:blip r:embed="rId3"/>
          <a:stretch>
            <a:fillRect/>
          </a:stretch>
        </p:blipFill>
        <p:spPr>
          <a:xfrm>
            <a:off x="723564" y="2856669"/>
            <a:ext cx="3103670" cy="2425557"/>
          </a:xfrm>
          <a:prstGeom prst="rect">
            <a:avLst/>
          </a:prstGeom>
        </p:spPr>
      </p:pic>
      <p:pic>
        <p:nvPicPr>
          <p:cNvPr id="21" name="Immagine 20">
            <a:extLst>
              <a:ext uri="{FF2B5EF4-FFF2-40B4-BE49-F238E27FC236}">
                <a16:creationId xmlns:a16="http://schemas.microsoft.com/office/drawing/2014/main" id="{A5B2D5C4-40FC-41B9-90A3-DE9374F41759}"/>
              </a:ext>
            </a:extLst>
          </p:cNvPr>
          <p:cNvPicPr>
            <a:picLocks noChangeAspect="1"/>
          </p:cNvPicPr>
          <p:nvPr/>
        </p:nvPicPr>
        <p:blipFill>
          <a:blip r:embed="rId4"/>
          <a:stretch>
            <a:fillRect/>
          </a:stretch>
        </p:blipFill>
        <p:spPr>
          <a:xfrm>
            <a:off x="6646199" y="1472824"/>
            <a:ext cx="5365797" cy="4716744"/>
          </a:xfrm>
          <a:prstGeom prst="rect">
            <a:avLst/>
          </a:prstGeom>
        </p:spPr>
      </p:pic>
      <p:sp>
        <p:nvSpPr>
          <p:cNvPr id="26" name="Shape 102">
            <a:extLst>
              <a:ext uri="{FF2B5EF4-FFF2-40B4-BE49-F238E27FC236}">
                <a16:creationId xmlns:a16="http://schemas.microsoft.com/office/drawing/2014/main" id="{DBB689E6-4163-406F-A891-AEA5272B467F}"/>
              </a:ext>
            </a:extLst>
          </p:cNvPr>
          <p:cNvSpPr/>
          <p:nvPr/>
        </p:nvSpPr>
        <p:spPr>
          <a:xfrm>
            <a:off x="579950" y="2347818"/>
            <a:ext cx="3390899" cy="47186"/>
          </a:xfrm>
          <a:prstGeom prst="rect">
            <a:avLst/>
          </a:prstGeom>
          <a:solidFill>
            <a:srgbClr val="464646"/>
          </a:solidFill>
          <a:ln w="12700">
            <a:miter lim="400000"/>
          </a:ln>
        </p:spPr>
        <p:txBody>
          <a:bodyPr lIns="25400" tIns="25400" rIns="25400" bIns="25400" anchor="ctr"/>
          <a:lstStyle/>
          <a:p>
            <a:pPr>
              <a:defRPr>
                <a:latin typeface="Arial"/>
                <a:ea typeface="Arial"/>
                <a:cs typeface="Arial"/>
                <a:sym typeface="Arial"/>
              </a:defRPr>
            </a:pPr>
            <a:endParaRPr sz="900"/>
          </a:p>
        </p:txBody>
      </p:sp>
    </p:spTree>
    <p:extLst>
      <p:ext uri="{BB962C8B-B14F-4D97-AF65-F5344CB8AC3E}">
        <p14:creationId xmlns:p14="http://schemas.microsoft.com/office/powerpoint/2010/main" val="16849238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9C634-5B2F-EB57-6082-5DC720B813A1}"/>
            </a:ext>
          </a:extLst>
        </p:cNvPr>
        <p:cNvGrpSpPr/>
        <p:nvPr/>
      </p:nvGrpSpPr>
      <p:grpSpPr>
        <a:xfrm>
          <a:off x="0" y="0"/>
          <a:ext cx="0" cy="0"/>
          <a:chOff x="0" y="0"/>
          <a:chExt cx="0" cy="0"/>
        </a:xfrm>
      </p:grpSpPr>
      <p:sp>
        <p:nvSpPr>
          <p:cNvPr id="10" name="Shape 115">
            <a:extLst>
              <a:ext uri="{FF2B5EF4-FFF2-40B4-BE49-F238E27FC236}">
                <a16:creationId xmlns:a16="http://schemas.microsoft.com/office/drawing/2014/main" id="{77C90544-ECF9-49FE-89A0-E78F063D1098}"/>
              </a:ext>
            </a:extLst>
          </p:cNvPr>
          <p:cNvSpPr/>
          <p:nvPr/>
        </p:nvSpPr>
        <p:spPr>
          <a:xfrm>
            <a:off x="5989769" y="1560704"/>
            <a:ext cx="5934466" cy="784617"/>
          </a:xfrm>
          <a:prstGeom prst="rect">
            <a:avLst/>
          </a:prstGeom>
          <a:noFill/>
          <a:ln w="12700">
            <a:miter lim="400000"/>
          </a:ln>
          <a:extLst>
            <a:ext uri="{C572A759-6A51-4108-AA02-DFA0A04FC94B}">
              <ma14:wrappingTextBoxFlag xmlns:ma14="http://schemas.microsoft.com/office/mac/drawingml/2011/main" xmlns="" val="1"/>
            </a:ext>
          </a:extLst>
        </p:spPr>
        <p:txBody>
          <a:bodyPr lIns="0" tIns="0" rIns="0" bIns="0" anchor="ctr">
            <a:noAutofit/>
          </a:bodyPr>
          <a:lstStyle/>
          <a:p>
            <a:pPr marL="342900" indent="-342900">
              <a:buFont typeface="Arial" panose="020B0604020202020204" pitchFamily="34" charset="0"/>
              <a:buChar char="•"/>
            </a:pPr>
            <a:r>
              <a:rPr lang="en-GB" sz="2000" b="1" u="sng" dirty="0">
                <a:latin typeface="Arial" panose="020B0604020202020204" pitchFamily="34" charset="0"/>
                <a:cs typeface="Arial" panose="020B0604020202020204" pitchFamily="34" charset="0"/>
              </a:rPr>
              <a:t>ImageNet</a:t>
            </a:r>
            <a:r>
              <a:rPr lang="en-GB"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ImageNet is a dataset of over </a:t>
            </a:r>
            <a:r>
              <a:rPr lang="en-US" sz="2000" b="1" dirty="0">
                <a:latin typeface="Arial" panose="020B0604020202020204" pitchFamily="34" charset="0"/>
                <a:cs typeface="Arial" panose="020B0604020202020204" pitchFamily="34" charset="0"/>
              </a:rPr>
              <a:t>15</a:t>
            </a:r>
            <a:r>
              <a:rPr lang="en-US" sz="2000" dirty="0">
                <a:latin typeface="Arial" panose="020B0604020202020204" pitchFamily="34" charset="0"/>
                <a:cs typeface="Arial" panose="020B0604020202020204" pitchFamily="34" charset="0"/>
              </a:rPr>
              <a:t> million labeled high-resolution images belonging to roughly </a:t>
            </a:r>
            <a:r>
              <a:rPr lang="en-US" sz="2000" b="1" dirty="0">
                <a:latin typeface="Arial" panose="020B0604020202020204" pitchFamily="34" charset="0"/>
                <a:cs typeface="Arial" panose="020B0604020202020204" pitchFamily="34" charset="0"/>
              </a:rPr>
              <a:t>22,000</a:t>
            </a:r>
            <a:r>
              <a:rPr lang="en-US" sz="2000" dirty="0">
                <a:latin typeface="Arial" panose="020B0604020202020204" pitchFamily="34" charset="0"/>
                <a:cs typeface="Arial" panose="020B0604020202020204" pitchFamily="34" charset="0"/>
              </a:rPr>
              <a:t> </a:t>
            </a:r>
            <a:r>
              <a:rPr lang="it-IT" sz="2000" dirty="0" err="1">
                <a:latin typeface="Arial" panose="020B0604020202020204" pitchFamily="34" charset="0"/>
                <a:cs typeface="Arial" panose="020B0604020202020204" pitchFamily="34" charset="0"/>
              </a:rPr>
              <a:t>categories</a:t>
            </a:r>
            <a:r>
              <a:rPr lang="it-IT" sz="2000" dirty="0">
                <a:latin typeface="Arial" panose="020B0604020202020204" pitchFamily="34" charset="0"/>
                <a:cs typeface="Arial" panose="020B0604020202020204" pitchFamily="34" charset="0"/>
              </a:rPr>
              <a:t>. </a:t>
            </a:r>
          </a:p>
        </p:txBody>
      </p:sp>
      <p:pic>
        <p:nvPicPr>
          <p:cNvPr id="12" name="Immagine 11">
            <a:extLst>
              <a:ext uri="{FF2B5EF4-FFF2-40B4-BE49-F238E27FC236}">
                <a16:creationId xmlns:a16="http://schemas.microsoft.com/office/drawing/2014/main" id="{13C46E9F-836B-4028-8152-99678F1366B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07572" y="1953012"/>
            <a:ext cx="5062087" cy="3154723"/>
          </a:xfrm>
          <a:prstGeom prst="rect">
            <a:avLst/>
          </a:prstGeom>
        </p:spPr>
      </p:pic>
      <p:sp>
        <p:nvSpPr>
          <p:cNvPr id="16" name="Rettangolo 15">
            <a:extLst>
              <a:ext uri="{FF2B5EF4-FFF2-40B4-BE49-F238E27FC236}">
                <a16:creationId xmlns:a16="http://schemas.microsoft.com/office/drawing/2014/main" id="{FE3EFC8B-A837-4DA1-9CA6-5D8937DCADB5}"/>
              </a:ext>
            </a:extLst>
          </p:cNvPr>
          <p:cNvSpPr/>
          <p:nvPr/>
        </p:nvSpPr>
        <p:spPr>
          <a:xfrm>
            <a:off x="6409802" y="4442355"/>
            <a:ext cx="5366860" cy="1477328"/>
          </a:xfrm>
          <a:prstGeom prst="rect">
            <a:avLst/>
          </a:prstGeom>
        </p:spPr>
        <p:txBody>
          <a:bodyPr wrap="square">
            <a:spAutoFit/>
          </a:bodyPr>
          <a:lstStyle/>
          <a:p>
            <a:r>
              <a:rPr lang="en-US" b="1" dirty="0">
                <a:latin typeface="Arial" panose="020B0604020202020204" pitchFamily="34" charset="0"/>
                <a:cs typeface="Arial" panose="020B0604020202020204" pitchFamily="34" charset="0"/>
              </a:rPr>
              <a:t>Train Set:</a:t>
            </a:r>
            <a:r>
              <a:rPr lang="en-US" dirty="0">
                <a:latin typeface="Arial" panose="020B0604020202020204" pitchFamily="34" charset="0"/>
                <a:cs typeface="Arial" panose="020B0604020202020204" pitchFamily="34" charset="0"/>
              </a:rPr>
              <a:t> 1.2 million </a:t>
            </a:r>
          </a:p>
          <a:p>
            <a:endParaRPr lang="en-US" b="1" dirty="0">
              <a:latin typeface="Arial" panose="020B0604020202020204" pitchFamily="34" charset="0"/>
              <a:cs typeface="Arial" panose="020B0604020202020204" pitchFamily="34" charset="0"/>
            </a:endParaRPr>
          </a:p>
          <a:p>
            <a:r>
              <a:rPr lang="en-US" b="1" dirty="0">
                <a:latin typeface="Arial" panose="020B0604020202020204" pitchFamily="34" charset="0"/>
                <a:cs typeface="Arial" panose="020B0604020202020204" pitchFamily="34" charset="0"/>
              </a:rPr>
              <a:t>Validation Set:</a:t>
            </a:r>
            <a:r>
              <a:rPr lang="en-US" dirty="0">
                <a:latin typeface="Arial" panose="020B0604020202020204" pitchFamily="34" charset="0"/>
                <a:cs typeface="Arial" panose="020B0604020202020204" pitchFamily="34" charset="0"/>
              </a:rPr>
              <a:t> 50,000 </a:t>
            </a:r>
          </a:p>
          <a:p>
            <a:endParaRPr lang="en-US" b="1" dirty="0">
              <a:latin typeface="Arial" panose="020B0604020202020204" pitchFamily="34" charset="0"/>
              <a:cs typeface="Arial" panose="020B0604020202020204" pitchFamily="34" charset="0"/>
            </a:endParaRPr>
          </a:p>
          <a:p>
            <a:r>
              <a:rPr lang="en-US" b="1" dirty="0">
                <a:latin typeface="Arial" panose="020B0604020202020204" pitchFamily="34" charset="0"/>
                <a:cs typeface="Arial" panose="020B0604020202020204" pitchFamily="34" charset="0"/>
              </a:rPr>
              <a:t>Test set:</a:t>
            </a:r>
            <a:r>
              <a:rPr lang="en-US" dirty="0">
                <a:latin typeface="Arial" panose="020B0604020202020204" pitchFamily="34" charset="0"/>
                <a:cs typeface="Arial" panose="020B0604020202020204" pitchFamily="34" charset="0"/>
              </a:rPr>
              <a:t> </a:t>
            </a:r>
            <a:r>
              <a:rPr lang="it-IT" dirty="0">
                <a:latin typeface="Arial" panose="020B0604020202020204" pitchFamily="34" charset="0"/>
                <a:cs typeface="Arial" panose="020B0604020202020204" pitchFamily="34" charset="0"/>
              </a:rPr>
              <a:t>150,000</a:t>
            </a:r>
            <a:endParaRPr lang="en-US" dirty="0">
              <a:latin typeface="Arial" panose="020B0604020202020204" pitchFamily="34" charset="0"/>
              <a:cs typeface="Arial" panose="020B0604020202020204" pitchFamily="34" charset="0"/>
            </a:endParaRPr>
          </a:p>
        </p:txBody>
      </p:sp>
      <p:sp>
        <p:nvSpPr>
          <p:cNvPr id="17" name="Rettangolo 16">
            <a:extLst>
              <a:ext uri="{FF2B5EF4-FFF2-40B4-BE49-F238E27FC236}">
                <a16:creationId xmlns:a16="http://schemas.microsoft.com/office/drawing/2014/main" id="{A4635E29-286C-4A38-9B1B-0DA709BEB041}"/>
              </a:ext>
            </a:extLst>
          </p:cNvPr>
          <p:cNvSpPr/>
          <p:nvPr/>
        </p:nvSpPr>
        <p:spPr>
          <a:xfrm>
            <a:off x="5989769" y="2673577"/>
            <a:ext cx="5612027" cy="1200329"/>
          </a:xfrm>
          <a:prstGeom prst="rect">
            <a:avLst/>
          </a:prstGeom>
        </p:spPr>
        <p:txBody>
          <a:bodyPr wrap="square">
            <a:spAutoFit/>
          </a:bodyPr>
          <a:lstStyle/>
          <a:p>
            <a:pPr marL="342900" indent="-342900">
              <a:buFont typeface="Arial" panose="020B0604020202020204" pitchFamily="34" charset="0"/>
              <a:buChar char="•"/>
            </a:pPr>
            <a:r>
              <a:rPr lang="it-IT" dirty="0" err="1">
                <a:latin typeface="Arial" panose="020B0604020202020204" pitchFamily="34" charset="0"/>
                <a:cs typeface="Arial" panose="020B0604020202020204" pitchFamily="34" charset="0"/>
              </a:rPr>
              <a:t>Since</a:t>
            </a:r>
            <a:r>
              <a:rPr lang="it-IT" dirty="0">
                <a:latin typeface="Arial" panose="020B0604020202020204" pitchFamily="34" charset="0"/>
                <a:cs typeface="Arial" panose="020B0604020202020204" pitchFamily="34" charset="0"/>
              </a:rPr>
              <a:t> </a:t>
            </a:r>
            <a:r>
              <a:rPr lang="it-IT" b="1" dirty="0">
                <a:latin typeface="Arial" panose="020B0604020202020204" pitchFamily="34" charset="0"/>
                <a:cs typeface="Arial" panose="020B0604020202020204" pitchFamily="34" charset="0"/>
              </a:rPr>
              <a:t>2010</a:t>
            </a:r>
            <a:r>
              <a:rPr lang="it-IT" dirty="0">
                <a:latin typeface="Arial" panose="020B0604020202020204" pitchFamily="34" charset="0"/>
                <a:cs typeface="Arial" panose="020B0604020202020204" pitchFamily="34" charset="0"/>
              </a:rPr>
              <a:t> a </a:t>
            </a:r>
            <a:r>
              <a:rPr lang="it-IT" dirty="0" err="1">
                <a:latin typeface="Arial" panose="020B0604020202020204" pitchFamily="34" charset="0"/>
                <a:cs typeface="Arial" panose="020B0604020202020204" pitchFamily="34" charset="0"/>
              </a:rPr>
              <a:t>competition</a:t>
            </a:r>
            <a:r>
              <a:rPr lang="it-IT" dirty="0">
                <a:latin typeface="Arial" panose="020B0604020202020204" pitchFamily="34" charset="0"/>
                <a:cs typeface="Arial" panose="020B0604020202020204" pitchFamily="34" charset="0"/>
              </a:rPr>
              <a:t> </a:t>
            </a:r>
            <a:r>
              <a:rPr lang="it-IT" dirty="0" err="1">
                <a:latin typeface="Arial" panose="020B0604020202020204" pitchFamily="34" charset="0"/>
                <a:cs typeface="Arial" panose="020B0604020202020204" pitchFamily="34" charset="0"/>
              </a:rPr>
              <a:t>called</a:t>
            </a:r>
            <a:r>
              <a:rPr lang="it-IT" dirty="0">
                <a:latin typeface="Arial" panose="020B0604020202020204" pitchFamily="34" charset="0"/>
                <a:cs typeface="Arial" panose="020B0604020202020204" pitchFamily="34" charset="0"/>
              </a:rPr>
              <a:t> «</a:t>
            </a:r>
            <a:r>
              <a:rPr lang="it-IT" dirty="0" err="1">
                <a:latin typeface="Arial" panose="020B0604020202020204" pitchFamily="34" charset="0"/>
                <a:cs typeface="Arial" panose="020B0604020202020204" pitchFamily="34" charset="0"/>
              </a:rPr>
              <a:t>ImageNet</a:t>
            </a:r>
            <a:r>
              <a:rPr lang="it-IT" dirty="0">
                <a:latin typeface="Arial" panose="020B0604020202020204" pitchFamily="34" charset="0"/>
                <a:cs typeface="Arial" panose="020B0604020202020204" pitchFamily="34" charset="0"/>
              </a:rPr>
              <a:t> Large-Scale Visual </a:t>
            </a:r>
            <a:r>
              <a:rPr lang="it-IT" dirty="0" err="1">
                <a:latin typeface="Arial" panose="020B0604020202020204" pitchFamily="34" charset="0"/>
                <a:cs typeface="Arial" panose="020B0604020202020204" pitchFamily="34" charset="0"/>
              </a:rPr>
              <a:t>Recognition</a:t>
            </a:r>
            <a:r>
              <a:rPr lang="it-IT" dirty="0">
                <a:latin typeface="Arial" panose="020B0604020202020204" pitchFamily="34" charset="0"/>
                <a:cs typeface="Arial" panose="020B0604020202020204" pitchFamily="34" charset="0"/>
              </a:rPr>
              <a:t> Challenge (ILSVRC)» </a:t>
            </a:r>
            <a:r>
              <a:rPr lang="en-US" dirty="0">
                <a:latin typeface="Arial" panose="020B0604020202020204" pitchFamily="34" charset="0"/>
                <a:cs typeface="Arial" panose="020B0604020202020204" pitchFamily="34" charset="0"/>
              </a:rPr>
              <a:t>uses a subset of ImageNet with roughly </a:t>
            </a:r>
            <a:r>
              <a:rPr lang="en-US" b="1" dirty="0">
                <a:latin typeface="Arial" panose="020B0604020202020204" pitchFamily="34" charset="0"/>
                <a:cs typeface="Arial" panose="020B0604020202020204" pitchFamily="34" charset="0"/>
              </a:rPr>
              <a:t>1000</a:t>
            </a:r>
            <a:r>
              <a:rPr lang="en-US" dirty="0">
                <a:latin typeface="Arial" panose="020B0604020202020204" pitchFamily="34" charset="0"/>
                <a:cs typeface="Arial" panose="020B0604020202020204" pitchFamily="34" charset="0"/>
              </a:rPr>
              <a:t> images in each of </a:t>
            </a:r>
            <a:r>
              <a:rPr lang="en-US" b="1" dirty="0">
                <a:latin typeface="Arial" panose="020B0604020202020204" pitchFamily="34" charset="0"/>
                <a:cs typeface="Arial" panose="020B0604020202020204" pitchFamily="34" charset="0"/>
              </a:rPr>
              <a:t>1000</a:t>
            </a:r>
            <a:r>
              <a:rPr lang="en-US" dirty="0">
                <a:latin typeface="Arial" panose="020B0604020202020204" pitchFamily="34" charset="0"/>
                <a:cs typeface="Arial" panose="020B0604020202020204" pitchFamily="34" charset="0"/>
              </a:rPr>
              <a:t> categories. </a:t>
            </a:r>
          </a:p>
        </p:txBody>
      </p:sp>
      <p:sp>
        <p:nvSpPr>
          <p:cNvPr id="19" name="CasellaDiTesto 18">
            <a:extLst>
              <a:ext uri="{FF2B5EF4-FFF2-40B4-BE49-F238E27FC236}">
                <a16:creationId xmlns:a16="http://schemas.microsoft.com/office/drawing/2014/main" id="{D22F47B8-CEED-498E-BCD6-EF66F4EC9D11}"/>
              </a:ext>
            </a:extLst>
          </p:cNvPr>
          <p:cNvSpPr txBox="1"/>
          <p:nvPr/>
        </p:nvSpPr>
        <p:spPr>
          <a:xfrm>
            <a:off x="707572" y="433636"/>
            <a:ext cx="10254342" cy="523220"/>
          </a:xfrm>
          <a:prstGeom prst="rect">
            <a:avLst/>
          </a:prstGeom>
          <a:noFill/>
        </p:spPr>
        <p:txBody>
          <a:bodyPr wrap="square">
            <a:spAutoFit/>
          </a:bodyPr>
          <a:lstStyle/>
          <a:p>
            <a:r>
              <a:rPr lang="en-US" sz="2800" b="1" dirty="0">
                <a:solidFill>
                  <a:srgbClr val="464646"/>
                </a:solidFill>
                <a:latin typeface="Arial" panose="020B0604020202020204" pitchFamily="34" charset="0"/>
                <a:ea typeface="+mj-ea"/>
                <a:cs typeface="Arial" panose="020B0604020202020204" pitchFamily="34" charset="0"/>
              </a:rPr>
              <a:t>Computer Vision Datasets and Competitions</a:t>
            </a:r>
          </a:p>
        </p:txBody>
      </p:sp>
      <p:sp>
        <p:nvSpPr>
          <p:cNvPr id="32" name="Segnaposto numero diapositiva 4">
            <a:extLst>
              <a:ext uri="{FF2B5EF4-FFF2-40B4-BE49-F238E27FC236}">
                <a16:creationId xmlns:a16="http://schemas.microsoft.com/office/drawing/2014/main" id="{93A3E2F4-595D-444A-BF7C-4CF518A9F61A}"/>
              </a:ext>
            </a:extLst>
          </p:cNvPr>
          <p:cNvSpPr>
            <a:spLocks noGrp="1"/>
          </p:cNvSpPr>
          <p:nvPr>
            <p:ph type="sldNum" sz="quarter" idx="11"/>
          </p:nvPr>
        </p:nvSpPr>
        <p:spPr>
          <a:xfrm>
            <a:off x="323469" y="6397225"/>
            <a:ext cx="501650" cy="365125"/>
          </a:xfrm>
        </p:spPr>
        <p:txBody>
          <a:bodyPr/>
          <a:lstStyle/>
          <a:p>
            <a:pPr>
              <a:defRPr/>
            </a:pPr>
            <a:fld id="{48B4153A-D4C5-4CEF-8992-0D8815C829E3}" type="slidenum">
              <a:rPr lang="en-US" smtClean="0"/>
              <a:pPr>
                <a:defRPr/>
              </a:pPr>
              <a:t>29</a:t>
            </a:fld>
            <a:endParaRPr lang="en-US" dirty="0"/>
          </a:p>
        </p:txBody>
      </p:sp>
    </p:spTree>
    <p:extLst>
      <p:ext uri="{BB962C8B-B14F-4D97-AF65-F5344CB8AC3E}">
        <p14:creationId xmlns:p14="http://schemas.microsoft.com/office/powerpoint/2010/main" val="21201642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9C634-5B2F-EB57-6082-5DC720B813A1}"/>
            </a:ext>
          </a:extLst>
        </p:cNvPr>
        <p:cNvGrpSpPr/>
        <p:nvPr/>
      </p:nvGrpSpPr>
      <p:grpSpPr>
        <a:xfrm>
          <a:off x="0" y="0"/>
          <a:ext cx="0" cy="0"/>
          <a:chOff x="0" y="0"/>
          <a:chExt cx="0" cy="0"/>
        </a:xfrm>
      </p:grpSpPr>
      <p:sp>
        <p:nvSpPr>
          <p:cNvPr id="19" name="CasellaDiTesto 18">
            <a:extLst>
              <a:ext uri="{FF2B5EF4-FFF2-40B4-BE49-F238E27FC236}">
                <a16:creationId xmlns:a16="http://schemas.microsoft.com/office/drawing/2014/main" id="{D22F47B8-CEED-498E-BCD6-EF66F4EC9D11}"/>
              </a:ext>
            </a:extLst>
          </p:cNvPr>
          <p:cNvSpPr txBox="1"/>
          <p:nvPr/>
        </p:nvSpPr>
        <p:spPr>
          <a:xfrm>
            <a:off x="707572" y="433636"/>
            <a:ext cx="10254342" cy="523220"/>
          </a:xfrm>
          <a:prstGeom prst="rect">
            <a:avLst/>
          </a:prstGeom>
          <a:noFill/>
        </p:spPr>
        <p:txBody>
          <a:bodyPr wrap="square">
            <a:spAutoFit/>
          </a:bodyPr>
          <a:lstStyle/>
          <a:p>
            <a:r>
              <a:rPr lang="en-US" sz="2800" b="1" dirty="0">
                <a:solidFill>
                  <a:srgbClr val="464646"/>
                </a:solidFill>
                <a:latin typeface="Arial" panose="020B0604020202020204" pitchFamily="34" charset="0"/>
                <a:ea typeface="+mj-ea"/>
                <a:cs typeface="Arial" panose="020B0604020202020204" pitchFamily="34" charset="0"/>
              </a:rPr>
              <a:t>Computer Vision Datasets and Competitions</a:t>
            </a:r>
          </a:p>
        </p:txBody>
      </p:sp>
      <p:sp>
        <p:nvSpPr>
          <p:cNvPr id="32" name="Segnaposto numero diapositiva 4">
            <a:extLst>
              <a:ext uri="{FF2B5EF4-FFF2-40B4-BE49-F238E27FC236}">
                <a16:creationId xmlns:a16="http://schemas.microsoft.com/office/drawing/2014/main" id="{93A3E2F4-595D-444A-BF7C-4CF518A9F61A}"/>
              </a:ext>
            </a:extLst>
          </p:cNvPr>
          <p:cNvSpPr>
            <a:spLocks noGrp="1"/>
          </p:cNvSpPr>
          <p:nvPr>
            <p:ph type="sldNum" sz="quarter" idx="11"/>
          </p:nvPr>
        </p:nvSpPr>
        <p:spPr>
          <a:xfrm>
            <a:off x="323469" y="6397225"/>
            <a:ext cx="501650" cy="365125"/>
          </a:xfrm>
        </p:spPr>
        <p:txBody>
          <a:bodyPr/>
          <a:lstStyle/>
          <a:p>
            <a:pPr>
              <a:defRPr/>
            </a:pPr>
            <a:fld id="{48B4153A-D4C5-4CEF-8992-0D8815C829E3}" type="slidenum">
              <a:rPr lang="en-US" smtClean="0"/>
              <a:pPr>
                <a:defRPr/>
              </a:pPr>
              <a:t>30</a:t>
            </a:fld>
            <a:endParaRPr lang="en-US" dirty="0"/>
          </a:p>
        </p:txBody>
      </p:sp>
      <p:sp>
        <p:nvSpPr>
          <p:cNvPr id="8" name="Sottotitolo">
            <a:extLst>
              <a:ext uri="{FF2B5EF4-FFF2-40B4-BE49-F238E27FC236}">
                <a16:creationId xmlns:a16="http://schemas.microsoft.com/office/drawing/2014/main" id="{BBB6FA4A-CCF4-4DEA-AAE1-0B8307671640}"/>
              </a:ext>
            </a:extLst>
          </p:cNvPr>
          <p:cNvSpPr txBox="1"/>
          <p:nvPr/>
        </p:nvSpPr>
        <p:spPr>
          <a:xfrm>
            <a:off x="624519" y="2715462"/>
            <a:ext cx="3785394" cy="33374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8" tIns="35718" rIns="35718" bIns="35718" anchor="ctr">
            <a:spAutoFit/>
          </a:bodyPr>
          <a:lstStyle>
            <a:lvl1pPr marR="0" indent="0" defTabSz="820737">
              <a:defRPr sz="3400">
                <a:solidFill>
                  <a:srgbClr val="3B4152"/>
                </a:solidFill>
                <a:uFillTx/>
                <a:latin typeface="Montserrat Bold"/>
                <a:ea typeface="Montserrat Bold"/>
                <a:cs typeface="Montserrat Bold"/>
                <a:sym typeface="Montserrat Bold"/>
              </a:defRPr>
            </a:lvl1pPr>
          </a:lstStyle>
          <a:p>
            <a:endParaRPr sz="1700" dirty="0"/>
          </a:p>
        </p:txBody>
      </p:sp>
      <p:sp>
        <p:nvSpPr>
          <p:cNvPr id="9" name="Shape 115">
            <a:extLst>
              <a:ext uri="{FF2B5EF4-FFF2-40B4-BE49-F238E27FC236}">
                <a16:creationId xmlns:a16="http://schemas.microsoft.com/office/drawing/2014/main" id="{44E783EC-561A-42C1-9AF9-3D2F76E5D235}"/>
              </a:ext>
            </a:extLst>
          </p:cNvPr>
          <p:cNvSpPr/>
          <p:nvPr/>
        </p:nvSpPr>
        <p:spPr>
          <a:xfrm>
            <a:off x="4748386" y="1289074"/>
            <a:ext cx="7120145" cy="5888792"/>
          </a:xfrm>
          <a:prstGeom prst="rect">
            <a:avLst/>
          </a:prstGeom>
          <a:extLst>
            <a:ext uri="{C572A759-6A51-4108-AA02-DFA0A04FC94B}">
              <ma14:wrappingTextBoxFlag xmlns:ma14="http://schemas.microsoft.com/office/mac/drawingml/2011/main" xmlns="" val="1"/>
            </a:ext>
          </a:extLst>
        </p:spPr>
        <p:txBody>
          <a:bodyPr wrap="square">
            <a:spAutoFit/>
          </a:bodyPr>
          <a:lstStyle/>
          <a:p>
            <a:pPr marL="285750" indent="-285750" algn="just">
              <a:spcBef>
                <a:spcPts val="400"/>
              </a:spcBef>
              <a:buFont typeface="Arial" panose="020B0604020202020204" pitchFamily="34" charset="0"/>
              <a:buChar char="•"/>
            </a:pP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The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CIFAR-10</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dataset consists of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60,000</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32x32</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r>
              <a:rPr lang="en-US"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coloured</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images divided into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10 classes</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with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6000 images per class</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There are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50,000</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training</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images and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10,000</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test </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images. </a:t>
            </a:r>
          </a:p>
          <a:p>
            <a:pPr marL="285750" indent="-285750" algn="just">
              <a:spcBef>
                <a:spcPts val="400"/>
              </a:spcBef>
              <a:buFont typeface="Arial" panose="020B0604020202020204" pitchFamily="34" charset="0"/>
              <a:buChar char="•"/>
            </a:pPr>
            <a:endPar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endParaRPr>
          </a:p>
          <a:p>
            <a:pPr marL="285750" indent="-285750" algn="just">
              <a:spcBef>
                <a:spcPts val="400"/>
              </a:spcBef>
              <a:buFont typeface="Arial" panose="020B0604020202020204" pitchFamily="34" charset="0"/>
              <a:buChar char="•"/>
            </a:pP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The dataset is divided into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five training batches </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and one test batch, each with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10,000</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images. The test batch contains exactly 1000 randomly-selected images from each class. The training batches contain the remaining images in random order, but some training batches may contain more images from one class than another. Between them, the training batches contain exactly 5000 images from each class.</a:t>
            </a:r>
          </a:p>
          <a:p>
            <a:pPr marL="285750" indent="-285750" algn="just">
              <a:spcBef>
                <a:spcPts val="400"/>
              </a:spcBef>
              <a:buFont typeface="Arial" panose="020B0604020202020204" pitchFamily="34" charset="0"/>
              <a:buChar char="•"/>
            </a:pPr>
            <a:endPar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endParaRPr>
          </a:p>
          <a:p>
            <a:pPr marL="285750" indent="-285750" algn="just">
              <a:spcBef>
                <a:spcPts val="400"/>
              </a:spcBef>
              <a:buFont typeface="Arial" panose="020B0604020202020204" pitchFamily="34" charset="0"/>
              <a:buChar char="•"/>
            </a:pP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The classes are completely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mutually exclusive</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There is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no overlap </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between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automobiles</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and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trucks</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"Automobile" includes sedans, SUVs, things of that sort. "Truck" includes only big trucks. Neither includes pickup trucks.</a:t>
            </a:r>
          </a:p>
          <a:p>
            <a:pPr algn="just">
              <a:spcBef>
                <a:spcPts val="400"/>
              </a:spcBef>
            </a:pP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b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br>
            <a:endPar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endParaRPr>
          </a:p>
        </p:txBody>
      </p:sp>
      <p:pic>
        <p:nvPicPr>
          <p:cNvPr id="11" name="Immagine 10">
            <a:extLst>
              <a:ext uri="{FF2B5EF4-FFF2-40B4-BE49-F238E27FC236}">
                <a16:creationId xmlns:a16="http://schemas.microsoft.com/office/drawing/2014/main" id="{83291022-1526-416B-9690-9AA0F91C1E69}"/>
              </a:ext>
            </a:extLst>
          </p:cNvPr>
          <p:cNvPicPr>
            <a:picLocks noChangeAspect="1"/>
          </p:cNvPicPr>
          <p:nvPr/>
        </p:nvPicPr>
        <p:blipFill>
          <a:blip r:embed="rId3"/>
          <a:stretch>
            <a:fillRect/>
          </a:stretch>
        </p:blipFill>
        <p:spPr>
          <a:xfrm>
            <a:off x="434122" y="2066645"/>
            <a:ext cx="4145028" cy="3351844"/>
          </a:xfrm>
          <a:prstGeom prst="rect">
            <a:avLst/>
          </a:prstGeom>
        </p:spPr>
      </p:pic>
    </p:spTree>
    <p:extLst>
      <p:ext uri="{BB962C8B-B14F-4D97-AF65-F5344CB8AC3E}">
        <p14:creationId xmlns:p14="http://schemas.microsoft.com/office/powerpoint/2010/main" val="50283968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9C634-5B2F-EB57-6082-5DC720B813A1}"/>
            </a:ext>
          </a:extLst>
        </p:cNvPr>
        <p:cNvGrpSpPr/>
        <p:nvPr/>
      </p:nvGrpSpPr>
      <p:grpSpPr>
        <a:xfrm>
          <a:off x="0" y="0"/>
          <a:ext cx="0" cy="0"/>
          <a:chOff x="0" y="0"/>
          <a:chExt cx="0" cy="0"/>
        </a:xfrm>
      </p:grpSpPr>
      <p:sp>
        <p:nvSpPr>
          <p:cNvPr id="19" name="CasellaDiTesto 18">
            <a:extLst>
              <a:ext uri="{FF2B5EF4-FFF2-40B4-BE49-F238E27FC236}">
                <a16:creationId xmlns:a16="http://schemas.microsoft.com/office/drawing/2014/main" id="{D22F47B8-CEED-498E-BCD6-EF66F4EC9D11}"/>
              </a:ext>
            </a:extLst>
          </p:cNvPr>
          <p:cNvSpPr txBox="1"/>
          <p:nvPr/>
        </p:nvSpPr>
        <p:spPr>
          <a:xfrm>
            <a:off x="707572" y="433636"/>
            <a:ext cx="10254342" cy="523220"/>
          </a:xfrm>
          <a:prstGeom prst="rect">
            <a:avLst/>
          </a:prstGeom>
          <a:noFill/>
        </p:spPr>
        <p:txBody>
          <a:bodyPr wrap="square">
            <a:spAutoFit/>
          </a:bodyPr>
          <a:lstStyle/>
          <a:p>
            <a:r>
              <a:rPr lang="en-US" sz="2800" b="1" dirty="0">
                <a:solidFill>
                  <a:srgbClr val="464646"/>
                </a:solidFill>
                <a:latin typeface="Arial" panose="020B0604020202020204" pitchFamily="34" charset="0"/>
                <a:ea typeface="+mj-ea"/>
                <a:cs typeface="Arial" panose="020B0604020202020204" pitchFamily="34" charset="0"/>
              </a:rPr>
              <a:t>Computer Vision Datasets and Competitions</a:t>
            </a:r>
          </a:p>
        </p:txBody>
      </p:sp>
      <p:sp>
        <p:nvSpPr>
          <p:cNvPr id="32" name="Segnaposto numero diapositiva 4">
            <a:extLst>
              <a:ext uri="{FF2B5EF4-FFF2-40B4-BE49-F238E27FC236}">
                <a16:creationId xmlns:a16="http://schemas.microsoft.com/office/drawing/2014/main" id="{93A3E2F4-595D-444A-BF7C-4CF518A9F61A}"/>
              </a:ext>
            </a:extLst>
          </p:cNvPr>
          <p:cNvSpPr>
            <a:spLocks noGrp="1"/>
          </p:cNvSpPr>
          <p:nvPr>
            <p:ph type="sldNum" sz="quarter" idx="11"/>
          </p:nvPr>
        </p:nvSpPr>
        <p:spPr>
          <a:xfrm>
            <a:off x="323469" y="6397225"/>
            <a:ext cx="501650" cy="365125"/>
          </a:xfrm>
        </p:spPr>
        <p:txBody>
          <a:bodyPr/>
          <a:lstStyle/>
          <a:p>
            <a:pPr>
              <a:defRPr/>
            </a:pPr>
            <a:fld id="{48B4153A-D4C5-4CEF-8992-0D8815C829E3}" type="slidenum">
              <a:rPr lang="en-US" smtClean="0"/>
              <a:pPr>
                <a:defRPr/>
              </a:pPr>
              <a:t>31</a:t>
            </a:fld>
            <a:endParaRPr lang="en-US" dirty="0"/>
          </a:p>
        </p:txBody>
      </p:sp>
      <p:sp>
        <p:nvSpPr>
          <p:cNvPr id="7" name="Sottotitolo">
            <a:extLst>
              <a:ext uri="{FF2B5EF4-FFF2-40B4-BE49-F238E27FC236}">
                <a16:creationId xmlns:a16="http://schemas.microsoft.com/office/drawing/2014/main" id="{CF90EFBC-DEA4-4B78-BBDA-D81792582A52}"/>
              </a:ext>
            </a:extLst>
          </p:cNvPr>
          <p:cNvSpPr txBox="1"/>
          <p:nvPr/>
        </p:nvSpPr>
        <p:spPr>
          <a:xfrm>
            <a:off x="624519" y="2874034"/>
            <a:ext cx="3785394" cy="33374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8" tIns="35718" rIns="35718" bIns="35718" anchor="ctr">
            <a:spAutoFit/>
          </a:bodyPr>
          <a:lstStyle>
            <a:lvl1pPr marR="0" indent="0" defTabSz="820737">
              <a:defRPr sz="3400">
                <a:solidFill>
                  <a:srgbClr val="3B4152"/>
                </a:solidFill>
                <a:uFillTx/>
                <a:latin typeface="Montserrat Bold"/>
                <a:ea typeface="Montserrat Bold"/>
                <a:cs typeface="Montserrat Bold"/>
                <a:sym typeface="Montserrat Bold"/>
              </a:defRPr>
            </a:lvl1pPr>
          </a:lstStyle>
          <a:p>
            <a:endParaRPr sz="1700" dirty="0"/>
          </a:p>
        </p:txBody>
      </p:sp>
      <p:sp>
        <p:nvSpPr>
          <p:cNvPr id="10" name="Shape 115">
            <a:extLst>
              <a:ext uri="{FF2B5EF4-FFF2-40B4-BE49-F238E27FC236}">
                <a16:creationId xmlns:a16="http://schemas.microsoft.com/office/drawing/2014/main" id="{F85CFBE0-B6A5-49B0-A772-5CDDDF5861F3}"/>
              </a:ext>
            </a:extLst>
          </p:cNvPr>
          <p:cNvSpPr/>
          <p:nvPr/>
        </p:nvSpPr>
        <p:spPr>
          <a:xfrm>
            <a:off x="4748386" y="1214381"/>
            <a:ext cx="7120145" cy="5324535"/>
          </a:xfrm>
          <a:prstGeom prst="rect">
            <a:avLst/>
          </a:prstGeom>
          <a:extLst>
            <a:ext uri="{C572A759-6A51-4108-AA02-DFA0A04FC94B}">
              <ma14:wrappingTextBoxFlag xmlns:ma14="http://schemas.microsoft.com/office/mac/drawingml/2011/main" xmlns="" val="1"/>
            </a:ext>
          </a:extLst>
        </p:spPr>
        <p:txBody>
          <a:bodyPr wrap="square">
            <a:spAutoFit/>
          </a:bodyPr>
          <a:lstStyle/>
          <a:p>
            <a:pPr marL="285750" indent="-285750" algn="just">
              <a:spcBef>
                <a:spcPts val="400"/>
              </a:spcBef>
              <a:buFont typeface="Arial" panose="020B0604020202020204" pitchFamily="34" charset="0"/>
              <a:buChar char="•"/>
            </a:pP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The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MNIST</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database of handwritten digits has a training set of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60,000</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examples, and a test set of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10,000</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examples. </a:t>
            </a:r>
          </a:p>
          <a:p>
            <a:pPr marL="285750" indent="-285750" algn="just">
              <a:spcBef>
                <a:spcPts val="400"/>
              </a:spcBef>
              <a:buFont typeface="Arial" panose="020B0604020202020204" pitchFamily="34" charset="0"/>
              <a:buChar char="•"/>
            </a:pPr>
            <a:endPar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endParaRPr>
          </a:p>
          <a:p>
            <a:pPr marL="285750" indent="-285750" algn="just">
              <a:spcBef>
                <a:spcPts val="400"/>
              </a:spcBef>
              <a:buFont typeface="Arial" panose="020B0604020202020204" pitchFamily="34" charset="0"/>
              <a:buChar char="•"/>
            </a:pP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It is a subset of a larger set available from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NIST</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The digits have been size-normalized and centered in a fixed-size image</a:t>
            </a:r>
            <a:r>
              <a:rPr lang="en-US" sz="2000" dirty="0"/>
              <a:t>. </a:t>
            </a:r>
          </a:p>
          <a:p>
            <a:pPr marL="285750" indent="-285750" algn="just">
              <a:spcBef>
                <a:spcPts val="400"/>
              </a:spcBef>
              <a:buFont typeface="Arial" panose="020B0604020202020204" pitchFamily="34" charset="0"/>
              <a:buChar char="•"/>
            </a:pPr>
            <a:endPar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endParaRPr>
          </a:p>
          <a:p>
            <a:pPr marL="285750" indent="-285750" algn="just">
              <a:spcBef>
                <a:spcPts val="400"/>
              </a:spcBef>
              <a:buFont typeface="Arial" panose="020B0604020202020204" pitchFamily="34" charset="0"/>
              <a:buChar char="•"/>
            </a:pP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It is a good database for people who want to try learning techniques and pattern recognition methods on real-world data while spending minimal efforts on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preprocessing</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and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formatting</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p>
          <a:p>
            <a:pPr marL="285750" indent="-285750" algn="just">
              <a:spcBef>
                <a:spcPts val="400"/>
              </a:spcBef>
              <a:buFont typeface="Arial" panose="020B0604020202020204" pitchFamily="34" charset="0"/>
              <a:buChar char="•"/>
            </a:pPr>
            <a:endPar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endParaRPr>
          </a:p>
          <a:p>
            <a:pPr marL="285750" indent="-285750" algn="just">
              <a:spcBef>
                <a:spcPts val="400"/>
              </a:spcBef>
              <a:buFont typeface="Arial" panose="020B0604020202020204" pitchFamily="34" charset="0"/>
              <a:buChar char="•"/>
            </a:pP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The images contain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grey levels </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as a result of the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anti-aliasing technique</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used by the normalization algorithm. The images were centered in a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28x28</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image by computing the center of mass of the pixels, and translating the image so as to position this point at the center of the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28x28</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field. </a:t>
            </a:r>
          </a:p>
        </p:txBody>
      </p:sp>
      <p:pic>
        <p:nvPicPr>
          <p:cNvPr id="12" name="Immagine 11">
            <a:extLst>
              <a:ext uri="{FF2B5EF4-FFF2-40B4-BE49-F238E27FC236}">
                <a16:creationId xmlns:a16="http://schemas.microsoft.com/office/drawing/2014/main" id="{804C9D54-0023-412C-B07F-4EFE00E617B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4519" y="2254526"/>
            <a:ext cx="3885713" cy="2989970"/>
          </a:xfrm>
          <a:prstGeom prst="rect">
            <a:avLst/>
          </a:prstGeom>
        </p:spPr>
      </p:pic>
    </p:spTree>
    <p:extLst>
      <p:ext uri="{BB962C8B-B14F-4D97-AF65-F5344CB8AC3E}">
        <p14:creationId xmlns:p14="http://schemas.microsoft.com/office/powerpoint/2010/main" val="62728974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9C634-5B2F-EB57-6082-5DC720B813A1}"/>
            </a:ext>
          </a:extLst>
        </p:cNvPr>
        <p:cNvGrpSpPr/>
        <p:nvPr/>
      </p:nvGrpSpPr>
      <p:grpSpPr>
        <a:xfrm>
          <a:off x="0" y="0"/>
          <a:ext cx="0" cy="0"/>
          <a:chOff x="0" y="0"/>
          <a:chExt cx="0" cy="0"/>
        </a:xfrm>
      </p:grpSpPr>
      <p:sp>
        <p:nvSpPr>
          <p:cNvPr id="19" name="CasellaDiTesto 18">
            <a:extLst>
              <a:ext uri="{FF2B5EF4-FFF2-40B4-BE49-F238E27FC236}">
                <a16:creationId xmlns:a16="http://schemas.microsoft.com/office/drawing/2014/main" id="{D22F47B8-CEED-498E-BCD6-EF66F4EC9D11}"/>
              </a:ext>
            </a:extLst>
          </p:cNvPr>
          <p:cNvSpPr txBox="1"/>
          <p:nvPr/>
        </p:nvSpPr>
        <p:spPr>
          <a:xfrm>
            <a:off x="707572" y="433636"/>
            <a:ext cx="10254342" cy="523220"/>
          </a:xfrm>
          <a:prstGeom prst="rect">
            <a:avLst/>
          </a:prstGeom>
          <a:noFill/>
        </p:spPr>
        <p:txBody>
          <a:bodyPr wrap="square">
            <a:spAutoFit/>
          </a:bodyPr>
          <a:lstStyle/>
          <a:p>
            <a:r>
              <a:rPr lang="en-US" sz="2800" b="1" dirty="0">
                <a:solidFill>
                  <a:srgbClr val="464646"/>
                </a:solidFill>
                <a:latin typeface="Arial" panose="020B0604020202020204" pitchFamily="34" charset="0"/>
                <a:ea typeface="+mj-ea"/>
                <a:cs typeface="Arial" panose="020B0604020202020204" pitchFamily="34" charset="0"/>
              </a:rPr>
              <a:t>Computer Vision Datasets and Competitions</a:t>
            </a:r>
          </a:p>
        </p:txBody>
      </p:sp>
      <p:sp>
        <p:nvSpPr>
          <p:cNvPr id="32" name="Segnaposto numero diapositiva 4">
            <a:extLst>
              <a:ext uri="{FF2B5EF4-FFF2-40B4-BE49-F238E27FC236}">
                <a16:creationId xmlns:a16="http://schemas.microsoft.com/office/drawing/2014/main" id="{93A3E2F4-595D-444A-BF7C-4CF518A9F61A}"/>
              </a:ext>
            </a:extLst>
          </p:cNvPr>
          <p:cNvSpPr>
            <a:spLocks noGrp="1"/>
          </p:cNvSpPr>
          <p:nvPr>
            <p:ph type="sldNum" sz="quarter" idx="11"/>
          </p:nvPr>
        </p:nvSpPr>
        <p:spPr>
          <a:xfrm>
            <a:off x="323469" y="6397225"/>
            <a:ext cx="501650" cy="365125"/>
          </a:xfrm>
        </p:spPr>
        <p:txBody>
          <a:bodyPr/>
          <a:lstStyle/>
          <a:p>
            <a:pPr>
              <a:defRPr/>
            </a:pPr>
            <a:fld id="{48B4153A-D4C5-4CEF-8992-0D8815C829E3}" type="slidenum">
              <a:rPr lang="en-US" smtClean="0"/>
              <a:pPr>
                <a:defRPr/>
              </a:pPr>
              <a:t>32</a:t>
            </a:fld>
            <a:endParaRPr lang="en-US" dirty="0"/>
          </a:p>
        </p:txBody>
      </p:sp>
      <p:sp>
        <p:nvSpPr>
          <p:cNvPr id="8" name="Sottotitolo">
            <a:extLst>
              <a:ext uri="{FF2B5EF4-FFF2-40B4-BE49-F238E27FC236}">
                <a16:creationId xmlns:a16="http://schemas.microsoft.com/office/drawing/2014/main" id="{BBB6FA4A-CCF4-4DEA-AAE1-0B8307671640}"/>
              </a:ext>
            </a:extLst>
          </p:cNvPr>
          <p:cNvSpPr txBox="1"/>
          <p:nvPr/>
        </p:nvSpPr>
        <p:spPr>
          <a:xfrm>
            <a:off x="624519" y="2715462"/>
            <a:ext cx="3785394" cy="33374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8" tIns="35718" rIns="35718" bIns="35718" anchor="ctr">
            <a:spAutoFit/>
          </a:bodyPr>
          <a:lstStyle>
            <a:lvl1pPr marR="0" indent="0" defTabSz="820737">
              <a:defRPr sz="3400">
                <a:solidFill>
                  <a:srgbClr val="3B4152"/>
                </a:solidFill>
                <a:uFillTx/>
                <a:latin typeface="Montserrat Bold"/>
                <a:ea typeface="Montserrat Bold"/>
                <a:cs typeface="Montserrat Bold"/>
                <a:sym typeface="Montserrat Bold"/>
              </a:defRPr>
            </a:lvl1pPr>
          </a:lstStyle>
          <a:p>
            <a:endParaRPr sz="1700" dirty="0"/>
          </a:p>
        </p:txBody>
      </p:sp>
      <p:pic>
        <p:nvPicPr>
          <p:cNvPr id="7" name="Immagine 6">
            <a:extLst>
              <a:ext uri="{FF2B5EF4-FFF2-40B4-BE49-F238E27FC236}">
                <a16:creationId xmlns:a16="http://schemas.microsoft.com/office/drawing/2014/main" id="{81E70ECF-1203-4484-9437-DB2BC4E24B1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5119" y="2029662"/>
            <a:ext cx="3321838" cy="3321838"/>
          </a:xfrm>
          <a:prstGeom prst="rect">
            <a:avLst/>
          </a:prstGeom>
        </p:spPr>
      </p:pic>
      <p:sp>
        <p:nvSpPr>
          <p:cNvPr id="10" name="Shape 115">
            <a:extLst>
              <a:ext uri="{FF2B5EF4-FFF2-40B4-BE49-F238E27FC236}">
                <a16:creationId xmlns:a16="http://schemas.microsoft.com/office/drawing/2014/main" id="{D903AC1D-AAE9-44C4-AA8C-8A187C22FA7D}"/>
              </a:ext>
            </a:extLst>
          </p:cNvPr>
          <p:cNvSpPr/>
          <p:nvPr/>
        </p:nvSpPr>
        <p:spPr>
          <a:xfrm>
            <a:off x="4748386" y="1186034"/>
            <a:ext cx="7120145" cy="5940088"/>
          </a:xfrm>
          <a:prstGeom prst="rect">
            <a:avLst/>
          </a:prstGeom>
          <a:extLst>
            <a:ext uri="{C572A759-6A51-4108-AA02-DFA0A04FC94B}">
              <ma14:wrappingTextBoxFlag xmlns:ma14="http://schemas.microsoft.com/office/mac/drawingml/2011/main" xmlns="" val="1"/>
            </a:ext>
          </a:extLst>
        </p:spPr>
        <p:txBody>
          <a:bodyPr wrap="square">
            <a:spAutoFit/>
          </a:bodyPr>
          <a:lstStyle/>
          <a:p>
            <a:pPr marL="285750" indent="-285750" algn="just">
              <a:spcBef>
                <a:spcPts val="400"/>
              </a:spcBef>
              <a:buFont typeface="Arial" panose="020B0604020202020204" pitchFamily="34" charset="0"/>
              <a:buChar char="•"/>
            </a:pP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Fashion MNIST</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is a dataset of </a:t>
            </a:r>
            <a:r>
              <a:rPr lang="en-US" sz="2000" b="1"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Zalando’s</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article images consisting of a training set of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60,000</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images and a test set of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10,000</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examples. </a:t>
            </a:r>
          </a:p>
          <a:p>
            <a:pPr marL="285750" indent="-285750" algn="just">
              <a:spcBef>
                <a:spcPts val="400"/>
              </a:spcBef>
              <a:buFont typeface="Arial" panose="020B0604020202020204" pitchFamily="34" charset="0"/>
              <a:buChar char="•"/>
            </a:pPr>
            <a:endPar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endParaRPr>
          </a:p>
          <a:p>
            <a:pPr marL="285750" indent="-285750" algn="just">
              <a:spcBef>
                <a:spcPts val="400"/>
              </a:spcBef>
              <a:buFont typeface="Arial" panose="020B0604020202020204" pitchFamily="34" charset="0"/>
              <a:buChar char="•"/>
            </a:pP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Each example is a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28 x 28 </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grayscale image associated with a label from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10 classes</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p>
          <a:p>
            <a:pPr marL="285750" indent="-285750" algn="just">
              <a:spcBef>
                <a:spcPts val="400"/>
              </a:spcBef>
              <a:buFont typeface="Arial" panose="020B0604020202020204" pitchFamily="34" charset="0"/>
              <a:buChar char="•"/>
            </a:pPr>
            <a:endPar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endParaRPr>
          </a:p>
          <a:p>
            <a:pPr marL="285750" indent="-285750" algn="just">
              <a:spcBef>
                <a:spcPts val="400"/>
              </a:spcBef>
              <a:buFont typeface="Arial" panose="020B0604020202020204" pitchFamily="34" charset="0"/>
              <a:buChar char="•"/>
            </a:pP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Reasons for replacing MNIST according to </a:t>
            </a:r>
            <a:r>
              <a:rPr lang="en-US" sz="2000" b="1"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Zalando</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opinions: </a:t>
            </a:r>
          </a:p>
          <a:p>
            <a:pPr marL="285750" indent="-285750" algn="just">
              <a:spcBef>
                <a:spcPts val="400"/>
              </a:spcBef>
              <a:buFont typeface="Arial" panose="020B0604020202020204" pitchFamily="34" charset="0"/>
              <a:buChar char="•"/>
            </a:pPr>
            <a:endPar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endParaRPr>
          </a:p>
          <a:p>
            <a:pPr lvl="3"/>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MNIST is too easy. </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Convolutional nets can achieve 	   99.7% on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MNIST</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Classic machine learning algorithms  </a:t>
            </a:r>
          </a:p>
          <a:p>
            <a:pPr lvl="3"/>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can also achieve 97% easily. </a:t>
            </a:r>
          </a:p>
          <a:p>
            <a:pPr lvl="3"/>
            <a:endPar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endParaRPr>
          </a:p>
          <a:p>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MNIST is overused and cannot represent modern CV 	  tasks</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as noted by deep learning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expert/</a:t>
            </a:r>
            <a:r>
              <a:rPr lang="en-US" sz="2000" b="1"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Keras</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author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François </a:t>
            </a:r>
            <a:r>
              <a:rPr lang="en-US" sz="2000" b="1"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Chollet</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a:t>
            </a:r>
          </a:p>
          <a:p>
            <a:pPr marL="285750" indent="-285750" algn="just">
              <a:spcBef>
                <a:spcPts val="400"/>
              </a:spcBef>
              <a:buFont typeface="Arial" panose="020B0604020202020204" pitchFamily="34" charset="0"/>
              <a:buChar char="•"/>
            </a:pPr>
            <a:endPar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2440186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9C634-5B2F-EB57-6082-5DC720B813A1}"/>
            </a:ext>
          </a:extLst>
        </p:cNvPr>
        <p:cNvGrpSpPr/>
        <p:nvPr/>
      </p:nvGrpSpPr>
      <p:grpSpPr>
        <a:xfrm>
          <a:off x="0" y="0"/>
          <a:ext cx="0" cy="0"/>
          <a:chOff x="0" y="0"/>
          <a:chExt cx="0" cy="0"/>
        </a:xfrm>
      </p:grpSpPr>
      <p:sp>
        <p:nvSpPr>
          <p:cNvPr id="19" name="CasellaDiTesto 18">
            <a:extLst>
              <a:ext uri="{FF2B5EF4-FFF2-40B4-BE49-F238E27FC236}">
                <a16:creationId xmlns:a16="http://schemas.microsoft.com/office/drawing/2014/main" id="{D22F47B8-CEED-498E-BCD6-EF66F4EC9D11}"/>
              </a:ext>
            </a:extLst>
          </p:cNvPr>
          <p:cNvSpPr txBox="1"/>
          <p:nvPr/>
        </p:nvSpPr>
        <p:spPr>
          <a:xfrm>
            <a:off x="707572" y="433636"/>
            <a:ext cx="10254342" cy="954107"/>
          </a:xfrm>
          <a:prstGeom prst="rect">
            <a:avLst/>
          </a:prstGeom>
          <a:noFill/>
        </p:spPr>
        <p:txBody>
          <a:bodyPr wrap="square">
            <a:spAutoFit/>
          </a:bodyPr>
          <a:lstStyle/>
          <a:p>
            <a:r>
              <a:rPr lang="en-US" sz="2800" b="1" dirty="0">
                <a:solidFill>
                  <a:srgbClr val="464646"/>
                </a:solidFill>
                <a:latin typeface="Arial" panose="020B0604020202020204" pitchFamily="34" charset="0"/>
                <a:ea typeface="+mj-ea"/>
                <a:cs typeface="Arial" panose="020B0604020202020204" pitchFamily="34" charset="0"/>
              </a:rPr>
              <a:t>Convolutional Neural Networks (</a:t>
            </a:r>
            <a:r>
              <a:rPr lang="en-US" sz="2800" b="1" dirty="0" err="1">
                <a:solidFill>
                  <a:srgbClr val="464646"/>
                </a:solidFill>
                <a:latin typeface="Arial" panose="020B0604020202020204" pitchFamily="34" charset="0"/>
                <a:ea typeface="+mj-ea"/>
                <a:cs typeface="Arial" panose="020B0604020202020204" pitchFamily="34" charset="0"/>
              </a:rPr>
              <a:t>ConvNets</a:t>
            </a:r>
            <a:r>
              <a:rPr lang="en-US" sz="2800" b="1" dirty="0">
                <a:solidFill>
                  <a:srgbClr val="464646"/>
                </a:solidFill>
                <a:latin typeface="Arial" panose="020B0604020202020204" pitchFamily="34" charset="0"/>
                <a:ea typeface="+mj-ea"/>
                <a:cs typeface="Arial" panose="020B0604020202020204" pitchFamily="34" charset="0"/>
              </a:rPr>
              <a:t> or CNNs)</a:t>
            </a:r>
          </a:p>
          <a:p>
            <a:endParaRPr lang="en-US" sz="2800" b="1" dirty="0">
              <a:solidFill>
                <a:srgbClr val="464646"/>
              </a:solidFill>
              <a:latin typeface="Arial" panose="020B0604020202020204" pitchFamily="34" charset="0"/>
              <a:ea typeface="+mj-ea"/>
              <a:cs typeface="Arial" panose="020B0604020202020204" pitchFamily="34" charset="0"/>
            </a:endParaRPr>
          </a:p>
        </p:txBody>
      </p:sp>
      <p:sp>
        <p:nvSpPr>
          <p:cNvPr id="32" name="Segnaposto numero diapositiva 4">
            <a:extLst>
              <a:ext uri="{FF2B5EF4-FFF2-40B4-BE49-F238E27FC236}">
                <a16:creationId xmlns:a16="http://schemas.microsoft.com/office/drawing/2014/main" id="{93A3E2F4-595D-444A-BF7C-4CF518A9F61A}"/>
              </a:ext>
            </a:extLst>
          </p:cNvPr>
          <p:cNvSpPr>
            <a:spLocks noGrp="1"/>
          </p:cNvSpPr>
          <p:nvPr>
            <p:ph type="sldNum" sz="quarter" idx="11"/>
          </p:nvPr>
        </p:nvSpPr>
        <p:spPr>
          <a:xfrm>
            <a:off x="323469" y="6397225"/>
            <a:ext cx="501650" cy="365125"/>
          </a:xfrm>
        </p:spPr>
        <p:txBody>
          <a:bodyPr/>
          <a:lstStyle/>
          <a:p>
            <a:pPr>
              <a:defRPr/>
            </a:pPr>
            <a:fld id="{48B4153A-D4C5-4CEF-8992-0D8815C829E3}" type="slidenum">
              <a:rPr lang="en-US" smtClean="0"/>
              <a:pPr>
                <a:defRPr/>
              </a:pPr>
              <a:t>33</a:t>
            </a:fld>
            <a:endParaRPr lang="en-US" dirty="0"/>
          </a:p>
        </p:txBody>
      </p:sp>
      <p:sp>
        <p:nvSpPr>
          <p:cNvPr id="8" name="Sottotitolo">
            <a:extLst>
              <a:ext uri="{FF2B5EF4-FFF2-40B4-BE49-F238E27FC236}">
                <a16:creationId xmlns:a16="http://schemas.microsoft.com/office/drawing/2014/main" id="{BBB6FA4A-CCF4-4DEA-AAE1-0B8307671640}"/>
              </a:ext>
            </a:extLst>
          </p:cNvPr>
          <p:cNvSpPr txBox="1"/>
          <p:nvPr/>
        </p:nvSpPr>
        <p:spPr>
          <a:xfrm>
            <a:off x="624519" y="2715462"/>
            <a:ext cx="3785394" cy="33374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8" tIns="35718" rIns="35718" bIns="35718" anchor="ctr">
            <a:spAutoFit/>
          </a:bodyPr>
          <a:lstStyle>
            <a:lvl1pPr marR="0" indent="0" defTabSz="820737">
              <a:defRPr sz="3400">
                <a:solidFill>
                  <a:srgbClr val="3B4152"/>
                </a:solidFill>
                <a:uFillTx/>
                <a:latin typeface="Montserrat Bold"/>
                <a:ea typeface="Montserrat Bold"/>
                <a:cs typeface="Montserrat Bold"/>
                <a:sym typeface="Montserrat Bold"/>
              </a:defRPr>
            </a:lvl1pPr>
          </a:lstStyle>
          <a:p>
            <a:endParaRPr sz="1700" dirty="0"/>
          </a:p>
        </p:txBody>
      </p:sp>
      <p:sp>
        <p:nvSpPr>
          <p:cNvPr id="9" name="Shape 115">
            <a:extLst>
              <a:ext uri="{FF2B5EF4-FFF2-40B4-BE49-F238E27FC236}">
                <a16:creationId xmlns:a16="http://schemas.microsoft.com/office/drawing/2014/main" id="{44DD469F-6293-4110-9951-19140B69EEED}"/>
              </a:ext>
            </a:extLst>
          </p:cNvPr>
          <p:cNvSpPr/>
          <p:nvPr/>
        </p:nvSpPr>
        <p:spPr>
          <a:xfrm>
            <a:off x="5257954" y="4558220"/>
            <a:ext cx="6331168" cy="1839005"/>
          </a:xfrm>
          <a:prstGeom prst="rect">
            <a:avLst/>
          </a:prstGeom>
          <a:noFill/>
          <a:ln w="12700">
            <a:miter lim="400000"/>
          </a:ln>
          <a:extLst>
            <a:ext uri="{C572A759-6A51-4108-AA02-DFA0A04FC94B}">
              <ma14:wrappingTextBoxFlag xmlns:ma14="http://schemas.microsoft.com/office/mac/drawingml/2011/main" xmlns="" val="1"/>
            </a:ext>
          </a:extLst>
        </p:spPr>
        <p:txBody>
          <a:bodyPr lIns="0" tIns="0" rIns="0" bIns="0" anchor="ctr">
            <a:noAutofit/>
          </a:bodyPr>
          <a:lstStyle/>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Each neuron in the convolutional layer is connected only to a local region in the input volume spatially. In this case there are 5 neurons along the depth all looking at the same region. </a:t>
            </a:r>
          </a:p>
        </p:txBody>
      </p:sp>
      <p:cxnSp>
        <p:nvCxnSpPr>
          <p:cNvPr id="11" name="Connettore 2 10">
            <a:extLst>
              <a:ext uri="{FF2B5EF4-FFF2-40B4-BE49-F238E27FC236}">
                <a16:creationId xmlns:a16="http://schemas.microsoft.com/office/drawing/2014/main" id="{1AD1AE23-07D6-4A59-9296-67B458ED9073}"/>
              </a:ext>
            </a:extLst>
          </p:cNvPr>
          <p:cNvCxnSpPr/>
          <p:nvPr/>
        </p:nvCxnSpPr>
        <p:spPr>
          <a:xfrm flipH="1" flipV="1">
            <a:off x="3687070" y="5337047"/>
            <a:ext cx="1310183" cy="285894"/>
          </a:xfrm>
          <a:prstGeom prst="straightConnector1">
            <a:avLst/>
          </a:prstGeom>
          <a:noFill/>
          <a:ln w="76200" cap="flat">
            <a:solidFill>
              <a:srgbClr val="860A0A"/>
            </a:solidFill>
            <a:prstDash val="solid"/>
            <a:bevel/>
            <a:tailEnd type="arrow"/>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0">
            <a:scrgbClr r="0" g="0" b="0"/>
          </a:lnRef>
          <a:fillRef idx="0">
            <a:scrgbClr r="0" g="0" b="0"/>
          </a:fillRef>
          <a:effectRef idx="0">
            <a:scrgbClr r="0" g="0" b="0"/>
          </a:effectRef>
          <a:fontRef idx="none"/>
        </p:style>
      </p:cxnSp>
      <p:pic>
        <p:nvPicPr>
          <p:cNvPr id="12" name="Immagine 11">
            <a:extLst>
              <a:ext uri="{FF2B5EF4-FFF2-40B4-BE49-F238E27FC236}">
                <a16:creationId xmlns:a16="http://schemas.microsoft.com/office/drawing/2014/main" id="{9C47DDA8-482E-4437-8EDF-D8A12920638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3469" y="3577693"/>
            <a:ext cx="3248479" cy="2181530"/>
          </a:xfrm>
          <a:prstGeom prst="rect">
            <a:avLst/>
          </a:prstGeom>
        </p:spPr>
      </p:pic>
      <p:sp>
        <p:nvSpPr>
          <p:cNvPr id="13" name="Shape 115">
            <a:extLst>
              <a:ext uri="{FF2B5EF4-FFF2-40B4-BE49-F238E27FC236}">
                <a16:creationId xmlns:a16="http://schemas.microsoft.com/office/drawing/2014/main" id="{1ABCBC58-E783-41FD-850F-5EAB4BB8EC83}"/>
              </a:ext>
            </a:extLst>
          </p:cNvPr>
          <p:cNvSpPr/>
          <p:nvPr/>
        </p:nvSpPr>
        <p:spPr>
          <a:xfrm>
            <a:off x="4997253" y="1519518"/>
            <a:ext cx="6455391" cy="1961857"/>
          </a:xfrm>
          <a:prstGeom prst="rect">
            <a:avLst/>
          </a:prstGeom>
          <a:noFill/>
          <a:ln w="12700">
            <a:miter lim="400000"/>
          </a:ln>
          <a:extLst>
            <a:ext uri="{C572A759-6A51-4108-AA02-DFA0A04FC94B}">
              <ma14:wrappingTextBoxFlag xmlns:ma14="http://schemas.microsoft.com/office/mac/drawingml/2011/main" xmlns="" val="1"/>
            </a:ext>
          </a:extLst>
        </p:spPr>
        <p:txBody>
          <a:bodyPr lIns="0" tIns="0" rIns="0" bIns="0">
            <a:noAutofit/>
          </a:bodyPr>
          <a:lstStyle/>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Convolutional Neural Networks (CNN)</a:t>
            </a:r>
            <a:r>
              <a:rPr lang="en-US" dirty="0">
                <a:latin typeface="Arial" panose="020B0604020202020204" pitchFamily="34" charset="0"/>
                <a:cs typeface="Arial" panose="020B0604020202020204" pitchFamily="34" charset="0"/>
              </a:rPr>
              <a:t> are biologically-inspired variants of </a:t>
            </a:r>
            <a:r>
              <a:rPr lang="en-US" b="1" dirty="0">
                <a:latin typeface="Arial" panose="020B0604020202020204" pitchFamily="34" charset="0"/>
                <a:cs typeface="Arial" panose="020B0604020202020204" pitchFamily="34" charset="0"/>
              </a:rPr>
              <a:t>MLPs</a:t>
            </a:r>
            <a:r>
              <a:rPr lang="en-US" dirty="0">
                <a:latin typeface="Arial" panose="020B0604020202020204" pitchFamily="34" charset="0"/>
                <a:cs typeface="Arial" panose="020B0604020202020204" pitchFamily="34" charset="0"/>
              </a:rPr>
              <a:t>. We know the visual cortex contains a complex arrangement of cells </a:t>
            </a:r>
            <a:r>
              <a:rPr lang="en-US" b="1" dirty="0">
                <a:latin typeface="Arial" panose="020B0604020202020204" pitchFamily="34" charset="0"/>
                <a:cs typeface="Arial" panose="020B0604020202020204" pitchFamily="34" charset="0"/>
              </a:rPr>
              <a:t>(</a:t>
            </a:r>
            <a:r>
              <a:rPr lang="en-US" b="1" i="1" dirty="0">
                <a:latin typeface="Arial" panose="020B0604020202020204" pitchFamily="34" charset="0"/>
                <a:cs typeface="Arial" panose="020B0604020202020204" pitchFamily="34" charset="0"/>
              </a:rPr>
              <a:t>Hubel, D. and Wiesel, T., 1968</a:t>
            </a:r>
            <a:r>
              <a:rPr lang="en-US" b="1" dirty="0">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These cells are sensitive to small sub-regions of the visual field, called a </a:t>
            </a:r>
            <a:r>
              <a:rPr lang="en-US" i="1" dirty="0">
                <a:latin typeface="Arial" panose="020B0604020202020204" pitchFamily="34" charset="0"/>
                <a:cs typeface="Arial" panose="020B0604020202020204" pitchFamily="34" charset="0"/>
              </a:rPr>
              <a:t>receptive field</a:t>
            </a:r>
            <a:r>
              <a:rPr lang="en-US" dirty="0">
                <a:latin typeface="Arial" panose="020B0604020202020204" pitchFamily="34" charset="0"/>
                <a:cs typeface="Arial" panose="020B0604020202020204" pitchFamily="34" charset="0"/>
              </a:rPr>
              <a:t>. Other layers are: </a:t>
            </a:r>
            <a:r>
              <a:rPr lang="en-US" b="1" dirty="0">
                <a:latin typeface="Arial" panose="020B0604020202020204" pitchFamily="34" charset="0"/>
                <a:cs typeface="Arial" panose="020B0604020202020204" pitchFamily="34" charset="0"/>
              </a:rPr>
              <a:t>RELU layer</a:t>
            </a:r>
            <a:r>
              <a:rPr lang="en-US" dirty="0">
                <a:latin typeface="Arial" panose="020B0604020202020204" pitchFamily="34" charset="0"/>
                <a:cs typeface="Arial" panose="020B0604020202020204" pitchFamily="34" charset="0"/>
              </a:rPr>
              <a:t>, </a:t>
            </a:r>
            <a:r>
              <a:rPr lang="en-US" b="1" dirty="0">
                <a:latin typeface="Arial" panose="020B0604020202020204" pitchFamily="34" charset="0"/>
                <a:cs typeface="Arial" panose="020B0604020202020204" pitchFamily="34" charset="0"/>
              </a:rPr>
              <a:t>Pool Layer</a:t>
            </a:r>
            <a:r>
              <a:rPr lang="en-US" dirty="0">
                <a:latin typeface="Arial" panose="020B0604020202020204" pitchFamily="34" charset="0"/>
                <a:cs typeface="Arial" panose="020B0604020202020204" pitchFamily="34" charset="0"/>
              </a:rPr>
              <a:t>. Typical CNNs settings are: a) </a:t>
            </a:r>
            <a:r>
              <a:rPr lang="en-US" b="1" dirty="0">
                <a:latin typeface="Arial" panose="020B0604020202020204" pitchFamily="34" charset="0"/>
                <a:cs typeface="Arial" panose="020B0604020202020204" pitchFamily="34" charset="0"/>
              </a:rPr>
              <a:t>Number of Kernels (Filters)</a:t>
            </a:r>
            <a:r>
              <a:rPr lang="en-US" dirty="0">
                <a:latin typeface="Arial" panose="020B0604020202020204" pitchFamily="34" charset="0"/>
                <a:cs typeface="Arial" panose="020B0604020202020204" pitchFamily="34" charset="0"/>
              </a:rPr>
              <a:t>, b)  </a:t>
            </a:r>
            <a:r>
              <a:rPr lang="en-US" b="1" dirty="0">
                <a:latin typeface="Arial" panose="020B0604020202020204" pitchFamily="34" charset="0"/>
                <a:cs typeface="Arial" panose="020B0604020202020204" pitchFamily="34" charset="0"/>
              </a:rPr>
              <a:t>Receptive Field size</a:t>
            </a:r>
            <a:r>
              <a:rPr lang="en-US" dirty="0">
                <a:latin typeface="Arial" panose="020B0604020202020204" pitchFamily="34" charset="0"/>
                <a:cs typeface="Arial" panose="020B0604020202020204" pitchFamily="34" charset="0"/>
              </a:rPr>
              <a:t>, b) </a:t>
            </a:r>
            <a:r>
              <a:rPr lang="en-US" b="1" dirty="0">
                <a:latin typeface="Arial" panose="020B0604020202020204" pitchFamily="34" charset="0"/>
                <a:cs typeface="Arial" panose="020B0604020202020204" pitchFamily="34" charset="0"/>
              </a:rPr>
              <a:t>Padding</a:t>
            </a:r>
            <a:r>
              <a:rPr lang="en-US" dirty="0">
                <a:latin typeface="Arial" panose="020B0604020202020204" pitchFamily="34" charset="0"/>
                <a:cs typeface="Arial" panose="020B0604020202020204" pitchFamily="34" charset="0"/>
              </a:rPr>
              <a:t>, c) </a:t>
            </a:r>
            <a:r>
              <a:rPr lang="en-US" b="1" dirty="0">
                <a:latin typeface="Arial" panose="020B0604020202020204" pitchFamily="34" charset="0"/>
                <a:cs typeface="Arial" panose="020B0604020202020204" pitchFamily="34" charset="0"/>
              </a:rPr>
              <a:t>Stride. </a:t>
            </a:r>
            <a:r>
              <a:rPr lang="en-US" dirty="0">
                <a:latin typeface="Arial" panose="020B0604020202020204" pitchFamily="34" charset="0"/>
                <a:cs typeface="Arial" panose="020B0604020202020204" pitchFamily="34" charset="0"/>
              </a:rPr>
              <a:t>These parameters are tied by the following equation:  </a:t>
            </a:r>
          </a:p>
          <a:p>
            <a:pPr marL="285750" indent="-285750">
              <a:buFont typeface="Arial" panose="020B0604020202020204" pitchFamily="34" charset="0"/>
              <a:buChar char="•"/>
            </a:pPr>
            <a:endParaRPr lang="en-US" b="1" dirty="0">
              <a:latin typeface="Arial" panose="020B0604020202020204" pitchFamily="34" charset="0"/>
              <a:cs typeface="Arial" panose="020B0604020202020204" pitchFamily="34" charset="0"/>
            </a:endParaRPr>
          </a:p>
        </p:txBody>
      </p:sp>
      <p:sp>
        <p:nvSpPr>
          <p:cNvPr id="14" name="Shape 115">
            <a:extLst>
              <a:ext uri="{FF2B5EF4-FFF2-40B4-BE49-F238E27FC236}">
                <a16:creationId xmlns:a16="http://schemas.microsoft.com/office/drawing/2014/main" id="{830786BF-77EF-4AD6-8446-FAD25B6201A3}"/>
              </a:ext>
            </a:extLst>
          </p:cNvPr>
          <p:cNvSpPr/>
          <p:nvPr/>
        </p:nvSpPr>
        <p:spPr>
          <a:xfrm>
            <a:off x="8423538" y="3404346"/>
            <a:ext cx="5002060" cy="1839005"/>
          </a:xfrm>
          <a:prstGeom prst="rect">
            <a:avLst/>
          </a:prstGeom>
          <a:noFill/>
          <a:ln w="12700">
            <a:miter lim="400000"/>
          </a:ln>
          <a:extLst>
            <a:ext uri="{C572A759-6A51-4108-AA02-DFA0A04FC94B}">
              <ma14:wrappingTextBoxFlag xmlns:ma14="http://schemas.microsoft.com/office/mac/drawingml/2011/main" xmlns="" val="1"/>
            </a:ext>
          </a:extLst>
        </p:spPr>
        <p:txBody>
          <a:bodyPr lIns="0" tIns="0" rIns="0" bIns="0" anchor="ctr">
            <a:noAutofit/>
          </a:bodyPr>
          <a:lstStyle/>
          <a:p>
            <a:r>
              <a:rPr lang="en-US" b="1" dirty="0">
                <a:solidFill>
                  <a:srgbClr val="FF0000"/>
                </a:solidFill>
                <a:latin typeface="Arial" panose="020B0604020202020204" pitchFamily="34" charset="0"/>
                <a:cs typeface="Arial" panose="020B0604020202020204" pitchFamily="34" charset="0"/>
              </a:rPr>
              <a:t>(W – F + 2P) / S + 1</a:t>
            </a:r>
          </a:p>
        </p:txBody>
      </p:sp>
    </p:spTree>
    <p:extLst>
      <p:ext uri="{BB962C8B-B14F-4D97-AF65-F5344CB8AC3E}">
        <p14:creationId xmlns:p14="http://schemas.microsoft.com/office/powerpoint/2010/main" val="103546874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9C634-5B2F-EB57-6082-5DC720B813A1}"/>
            </a:ext>
          </a:extLst>
        </p:cNvPr>
        <p:cNvGrpSpPr/>
        <p:nvPr/>
      </p:nvGrpSpPr>
      <p:grpSpPr>
        <a:xfrm>
          <a:off x="0" y="0"/>
          <a:ext cx="0" cy="0"/>
          <a:chOff x="0" y="0"/>
          <a:chExt cx="0" cy="0"/>
        </a:xfrm>
      </p:grpSpPr>
      <p:sp>
        <p:nvSpPr>
          <p:cNvPr id="19" name="CasellaDiTesto 18">
            <a:extLst>
              <a:ext uri="{FF2B5EF4-FFF2-40B4-BE49-F238E27FC236}">
                <a16:creationId xmlns:a16="http://schemas.microsoft.com/office/drawing/2014/main" id="{D22F47B8-CEED-498E-BCD6-EF66F4EC9D11}"/>
              </a:ext>
            </a:extLst>
          </p:cNvPr>
          <p:cNvSpPr txBox="1"/>
          <p:nvPr/>
        </p:nvSpPr>
        <p:spPr>
          <a:xfrm>
            <a:off x="707572" y="433636"/>
            <a:ext cx="10254342" cy="1384995"/>
          </a:xfrm>
          <a:prstGeom prst="rect">
            <a:avLst/>
          </a:prstGeom>
          <a:noFill/>
        </p:spPr>
        <p:txBody>
          <a:bodyPr wrap="square">
            <a:spAutoFit/>
          </a:bodyPr>
          <a:lstStyle/>
          <a:p>
            <a:r>
              <a:rPr lang="it-IT" sz="2800" b="1" dirty="0" err="1">
                <a:solidFill>
                  <a:srgbClr val="464646"/>
                </a:solidFill>
                <a:latin typeface="Arial" panose="020B0604020202020204" pitchFamily="34" charset="0"/>
                <a:ea typeface="+mj-ea"/>
                <a:cs typeface="Arial" panose="020B0604020202020204" pitchFamily="34" charset="0"/>
              </a:rPr>
              <a:t>Former</a:t>
            </a:r>
            <a:r>
              <a:rPr lang="it-IT" sz="2800" b="1" dirty="0">
                <a:solidFill>
                  <a:srgbClr val="464646"/>
                </a:solidFill>
                <a:latin typeface="Arial" panose="020B0604020202020204" pitchFamily="34" charset="0"/>
                <a:ea typeface="+mj-ea"/>
                <a:cs typeface="Arial" panose="020B0604020202020204" pitchFamily="34" charset="0"/>
              </a:rPr>
              <a:t> </a:t>
            </a:r>
            <a:r>
              <a:rPr lang="it-IT" sz="2800" b="1" dirty="0" err="1">
                <a:solidFill>
                  <a:srgbClr val="464646"/>
                </a:solidFill>
                <a:latin typeface="Arial" panose="020B0604020202020204" pitchFamily="34" charset="0"/>
                <a:ea typeface="+mj-ea"/>
                <a:cs typeface="Arial" panose="020B0604020202020204" pitchFamily="34" charset="0"/>
              </a:rPr>
              <a:t>Successful</a:t>
            </a:r>
            <a:r>
              <a:rPr lang="it-IT" sz="2800" b="1" dirty="0">
                <a:solidFill>
                  <a:srgbClr val="464646"/>
                </a:solidFill>
                <a:latin typeface="Arial" panose="020B0604020202020204" pitchFamily="34" charset="0"/>
                <a:ea typeface="+mj-ea"/>
                <a:cs typeface="Arial" panose="020B0604020202020204" pitchFamily="34" charset="0"/>
              </a:rPr>
              <a:t> Deep </a:t>
            </a:r>
            <a:r>
              <a:rPr lang="it-IT" sz="2800" b="1" dirty="0" err="1">
                <a:solidFill>
                  <a:srgbClr val="464646"/>
                </a:solidFill>
                <a:latin typeface="Arial" panose="020B0604020202020204" pitchFamily="34" charset="0"/>
                <a:ea typeface="+mj-ea"/>
                <a:cs typeface="Arial" panose="020B0604020202020204" pitchFamily="34" charset="0"/>
              </a:rPr>
              <a:t>Neural</a:t>
            </a:r>
            <a:r>
              <a:rPr lang="it-IT" sz="2800" b="1" dirty="0">
                <a:solidFill>
                  <a:srgbClr val="464646"/>
                </a:solidFill>
                <a:latin typeface="Arial" panose="020B0604020202020204" pitchFamily="34" charset="0"/>
                <a:ea typeface="+mj-ea"/>
                <a:cs typeface="Arial" panose="020B0604020202020204" pitchFamily="34" charset="0"/>
              </a:rPr>
              <a:t> Networks</a:t>
            </a:r>
          </a:p>
          <a:p>
            <a:endParaRPr lang="fr-FR" sz="2800" b="1" dirty="0">
              <a:solidFill>
                <a:srgbClr val="464646"/>
              </a:solidFill>
              <a:latin typeface="Arial" panose="020B0604020202020204" pitchFamily="34" charset="0"/>
              <a:ea typeface="+mj-ea"/>
              <a:cs typeface="Arial" panose="020B0604020202020204" pitchFamily="34" charset="0"/>
            </a:endParaRPr>
          </a:p>
          <a:p>
            <a:endParaRPr lang="en-US" sz="2800" b="1" dirty="0">
              <a:solidFill>
                <a:srgbClr val="464646"/>
              </a:solidFill>
              <a:latin typeface="Arial" panose="020B0604020202020204" pitchFamily="34" charset="0"/>
              <a:ea typeface="+mj-ea"/>
              <a:cs typeface="Arial" panose="020B0604020202020204" pitchFamily="34" charset="0"/>
            </a:endParaRPr>
          </a:p>
        </p:txBody>
      </p:sp>
      <p:sp>
        <p:nvSpPr>
          <p:cNvPr id="32" name="Segnaposto numero diapositiva 4">
            <a:extLst>
              <a:ext uri="{FF2B5EF4-FFF2-40B4-BE49-F238E27FC236}">
                <a16:creationId xmlns:a16="http://schemas.microsoft.com/office/drawing/2014/main" id="{93A3E2F4-595D-444A-BF7C-4CF518A9F61A}"/>
              </a:ext>
            </a:extLst>
          </p:cNvPr>
          <p:cNvSpPr>
            <a:spLocks noGrp="1"/>
          </p:cNvSpPr>
          <p:nvPr>
            <p:ph type="sldNum" sz="quarter" idx="11"/>
          </p:nvPr>
        </p:nvSpPr>
        <p:spPr>
          <a:xfrm>
            <a:off x="323469" y="6397225"/>
            <a:ext cx="501650" cy="365125"/>
          </a:xfrm>
        </p:spPr>
        <p:txBody>
          <a:bodyPr/>
          <a:lstStyle/>
          <a:p>
            <a:pPr>
              <a:defRPr/>
            </a:pPr>
            <a:fld id="{48B4153A-D4C5-4CEF-8992-0D8815C829E3}" type="slidenum">
              <a:rPr lang="en-US" smtClean="0"/>
              <a:pPr>
                <a:defRPr/>
              </a:pPr>
              <a:t>34</a:t>
            </a:fld>
            <a:endParaRPr lang="en-US" dirty="0"/>
          </a:p>
        </p:txBody>
      </p:sp>
      <p:sp>
        <p:nvSpPr>
          <p:cNvPr id="9" name="Sottotitolo">
            <a:extLst>
              <a:ext uri="{FF2B5EF4-FFF2-40B4-BE49-F238E27FC236}">
                <a16:creationId xmlns:a16="http://schemas.microsoft.com/office/drawing/2014/main" id="{48B908D5-1FE9-4F1E-AB7B-1C77B68977F6}"/>
              </a:ext>
            </a:extLst>
          </p:cNvPr>
          <p:cNvSpPr txBox="1"/>
          <p:nvPr/>
        </p:nvSpPr>
        <p:spPr>
          <a:xfrm>
            <a:off x="717694" y="2577519"/>
            <a:ext cx="3785394" cy="33374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8" tIns="35718" rIns="35718" bIns="35718" anchor="ctr">
            <a:spAutoFit/>
          </a:bodyPr>
          <a:lstStyle>
            <a:lvl1pPr marR="0" indent="0" defTabSz="820737">
              <a:defRPr sz="3400">
                <a:solidFill>
                  <a:srgbClr val="3B4152"/>
                </a:solidFill>
                <a:uFillTx/>
                <a:latin typeface="Montserrat Bold"/>
                <a:ea typeface="Montserrat Bold"/>
                <a:cs typeface="Montserrat Bold"/>
                <a:sym typeface="Montserrat Bold"/>
              </a:defRPr>
            </a:lvl1pPr>
          </a:lstStyle>
          <a:p>
            <a:endParaRPr sz="1700" dirty="0"/>
          </a:p>
        </p:txBody>
      </p:sp>
      <p:sp>
        <p:nvSpPr>
          <p:cNvPr id="11" name="Shape 115">
            <a:extLst>
              <a:ext uri="{FF2B5EF4-FFF2-40B4-BE49-F238E27FC236}">
                <a16:creationId xmlns:a16="http://schemas.microsoft.com/office/drawing/2014/main" id="{FEE7507C-83C0-42DF-9F74-D3862AD58AA8}"/>
              </a:ext>
            </a:extLst>
          </p:cNvPr>
          <p:cNvSpPr/>
          <p:nvPr/>
        </p:nvSpPr>
        <p:spPr>
          <a:xfrm>
            <a:off x="4903281" y="1760732"/>
            <a:ext cx="7120145" cy="4385816"/>
          </a:xfrm>
          <a:prstGeom prst="rect">
            <a:avLst/>
          </a:prstGeom>
          <a:extLst>
            <a:ext uri="{C572A759-6A51-4108-AA02-DFA0A04FC94B}">
              <ma14:wrappingTextBoxFlag xmlns:ma14="http://schemas.microsoft.com/office/mac/drawingml/2011/main" xmlns="" val="1"/>
            </a:ext>
          </a:extLst>
        </p:spPr>
        <p:txBody>
          <a:bodyPr wrap="square">
            <a:spAutoFit/>
          </a:bodyPr>
          <a:lstStyle/>
          <a:p>
            <a:pPr algn="just">
              <a:spcBef>
                <a:spcPts val="400"/>
              </a:spcBef>
            </a:pP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Traditional issues with Convolutional Layers</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p>
          <a:p>
            <a:pPr defTabSz="402336">
              <a:lnSpc>
                <a:spcPct val="90000"/>
              </a:lnSpc>
              <a:spcBef>
                <a:spcPts val="250"/>
              </a:spcBef>
              <a:buSzPct val="100000"/>
              <a:buFont typeface="Arial"/>
              <a:buChar char="•"/>
            </a:pP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Wide convolutional layers determine overfitting and vanishing gradient problem with the Solver (SGD, Adam, </a:t>
            </a:r>
            <a:r>
              <a:rPr lang="en-US"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etc</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p>
          <a:p>
            <a:pPr defTabSz="402336">
              <a:lnSpc>
                <a:spcPct val="90000"/>
              </a:lnSpc>
              <a:spcBef>
                <a:spcPts val="250"/>
              </a:spcBef>
              <a:buSzPct val="100000"/>
              <a:buFont typeface="Arial"/>
              <a:buChar char="•"/>
            </a:pPr>
            <a:endPar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endParaRPr>
          </a:p>
          <a:p>
            <a:pPr defTabSz="402336">
              <a:lnSpc>
                <a:spcPct val="90000"/>
              </a:lnSpc>
              <a:spcBef>
                <a:spcPts val="250"/>
              </a:spcBef>
              <a:buSzPct val="100000"/>
              <a:buFont typeface="Arial"/>
              <a:buChar char="•"/>
            </a:pP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Low depth architectures produce  raw features (need to push the depth forward).</a:t>
            </a:r>
          </a:p>
          <a:p>
            <a:pPr defTabSz="402336">
              <a:lnSpc>
                <a:spcPct val="90000"/>
              </a:lnSpc>
              <a:spcBef>
                <a:spcPts val="250"/>
              </a:spcBef>
              <a:buSzPct val="100000"/>
              <a:buFont typeface="Arial"/>
              <a:buChar char="•"/>
            </a:pPr>
            <a:endPar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endParaRPr>
          </a:p>
          <a:p>
            <a:pPr defTabSz="402336">
              <a:lnSpc>
                <a:spcPct val="90000"/>
              </a:lnSpc>
              <a:spcBef>
                <a:spcPts val="250"/>
              </a:spcBef>
              <a:buSzPct val="100000"/>
              <a:buFont typeface="Arial"/>
              <a:buChar char="•"/>
            </a:pPr>
            <a:endPar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endParaRPr>
          </a:p>
          <a:p>
            <a:pPr algn="just" defTabSz="402336">
              <a:lnSpc>
                <a:spcPct val="90000"/>
              </a:lnSpc>
              <a:spcBef>
                <a:spcPts val="250"/>
              </a:spcBef>
              <a:buSzPct val="100000"/>
            </a:pP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Model Regularization : </a:t>
            </a:r>
          </a:p>
          <a:p>
            <a:pPr algn="just" defTabSz="402336">
              <a:lnSpc>
                <a:spcPct val="90000"/>
              </a:lnSpc>
              <a:spcBef>
                <a:spcPts val="250"/>
              </a:spcBef>
              <a:buSzPct val="100000"/>
              <a:buFont typeface="Arial"/>
              <a:buChar char="•"/>
            </a:pP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Dropout - Co-adaptation and Models Ensemble (</a:t>
            </a:r>
            <a:r>
              <a:rPr lang="it-IT"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Srivastava</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N. et al., 2014).</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p>
          <a:p>
            <a:pPr algn="just" defTabSz="402336">
              <a:lnSpc>
                <a:spcPct val="90000"/>
              </a:lnSpc>
              <a:spcBef>
                <a:spcPts val="250"/>
              </a:spcBef>
              <a:buSzPct val="100000"/>
              <a:buFont typeface="Arial"/>
              <a:buChar char="•"/>
            </a:pP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Weight penalty L1/L2</a:t>
            </a:r>
          </a:p>
          <a:p>
            <a:pPr algn="just" defTabSz="402336">
              <a:lnSpc>
                <a:spcPct val="90000"/>
              </a:lnSpc>
              <a:spcBef>
                <a:spcPts val="250"/>
              </a:spcBef>
              <a:buSzPct val="100000"/>
              <a:buFont typeface="Arial"/>
              <a:buChar char="•"/>
            </a:pP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Data Augmentation (crop, flip, rotation, ZCA whitening, etc.) </a:t>
            </a:r>
          </a:p>
          <a:p>
            <a:pPr defTabSz="402336">
              <a:lnSpc>
                <a:spcPct val="90000"/>
              </a:lnSpc>
              <a:spcBef>
                <a:spcPts val="250"/>
              </a:spcBef>
              <a:buSzPct val="100000"/>
            </a:pPr>
            <a:endPar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endParaRPr>
          </a:p>
        </p:txBody>
      </p:sp>
      <p:graphicFrame>
        <p:nvGraphicFramePr>
          <p:cNvPr id="12" name="Diagramma 11">
            <a:extLst>
              <a:ext uri="{FF2B5EF4-FFF2-40B4-BE49-F238E27FC236}">
                <a16:creationId xmlns:a16="http://schemas.microsoft.com/office/drawing/2014/main" id="{5F9D3EDC-B3DB-42F5-ABE8-CA4447862E0E}"/>
              </a:ext>
            </a:extLst>
          </p:cNvPr>
          <p:cNvGraphicFramePr/>
          <p:nvPr>
            <p:extLst>
              <p:ext uri="{D42A27DB-BD31-4B8C-83A1-F6EECF244321}">
                <p14:modId xmlns:p14="http://schemas.microsoft.com/office/powerpoint/2010/main" val="3474717623"/>
              </p:ext>
            </p:extLst>
          </p:nvPr>
        </p:nvGraphicFramePr>
        <p:xfrm>
          <a:off x="624440" y="2081102"/>
          <a:ext cx="3878648" cy="34142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7223696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wipe(down)">
                                      <p:cBhvr>
                                        <p:cTn id="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2" grpId="0">
        <p:bldAsOne/>
      </p:bldGraphic>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9C634-5B2F-EB57-6082-5DC720B813A1}"/>
            </a:ext>
          </a:extLst>
        </p:cNvPr>
        <p:cNvGrpSpPr/>
        <p:nvPr/>
      </p:nvGrpSpPr>
      <p:grpSpPr>
        <a:xfrm>
          <a:off x="0" y="0"/>
          <a:ext cx="0" cy="0"/>
          <a:chOff x="0" y="0"/>
          <a:chExt cx="0" cy="0"/>
        </a:xfrm>
      </p:grpSpPr>
      <p:sp>
        <p:nvSpPr>
          <p:cNvPr id="5" name="Segnaposto numero diapositiva 4">
            <a:extLst>
              <a:ext uri="{FF2B5EF4-FFF2-40B4-BE49-F238E27FC236}">
                <a16:creationId xmlns:a16="http://schemas.microsoft.com/office/drawing/2014/main" id="{4A6D192E-D33F-A0D5-D38F-C60012962D91}"/>
              </a:ext>
            </a:extLst>
          </p:cNvPr>
          <p:cNvSpPr>
            <a:spLocks noGrp="1"/>
          </p:cNvSpPr>
          <p:nvPr>
            <p:ph type="sldNum" sz="quarter" idx="11"/>
          </p:nvPr>
        </p:nvSpPr>
        <p:spPr/>
        <p:txBody>
          <a:bodyPr/>
          <a:lstStyle/>
          <a:p>
            <a:pPr>
              <a:defRPr/>
            </a:pPr>
            <a:fld id="{48B4153A-D4C5-4CEF-8992-0D8815C829E3}" type="slidenum">
              <a:rPr lang="en-US" smtClean="0"/>
              <a:pPr>
                <a:defRPr/>
              </a:pPr>
              <a:t>35</a:t>
            </a:fld>
            <a:endParaRPr lang="en-US" dirty="0"/>
          </a:p>
        </p:txBody>
      </p:sp>
      <p:sp>
        <p:nvSpPr>
          <p:cNvPr id="28" name="Titolo 2">
            <a:extLst>
              <a:ext uri="{FF2B5EF4-FFF2-40B4-BE49-F238E27FC236}">
                <a16:creationId xmlns:a16="http://schemas.microsoft.com/office/drawing/2014/main" id="{F35675A1-3ADB-3EC0-A6D4-2D22CE6CB45C}"/>
              </a:ext>
            </a:extLst>
          </p:cNvPr>
          <p:cNvSpPr>
            <a:spLocks noGrp="1"/>
          </p:cNvSpPr>
          <p:nvPr>
            <p:ph type="title"/>
          </p:nvPr>
        </p:nvSpPr>
        <p:spPr>
          <a:xfrm>
            <a:off x="574294" y="379260"/>
            <a:ext cx="11269308" cy="2308324"/>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rtlCol="0" anchor="b" anchorCtr="0" compatLnSpc="1">
            <a:prstTxWarp prst="textNoShape">
              <a:avLst/>
            </a:prstTxWarp>
            <a:spAutoFit/>
          </a:bodyPr>
          <a:lstStyle/>
          <a:p>
            <a:r>
              <a:rPr lang="en-GB">
                <a:latin typeface="Tahoma" panose="020B0604030504040204" pitchFamily="34" charset="0"/>
                <a:ea typeface="Tahoma" panose="020B0604030504040204" pitchFamily="34" charset="0"/>
                <a:cs typeface="Tahoma" panose="020B0604030504040204" pitchFamily="34" charset="0"/>
              </a:rPr>
              <a:t>The Innovation of Transformers</a:t>
            </a:r>
            <a:br>
              <a:rPr lang="en-GB">
                <a:latin typeface="Tahoma" panose="020B0604030504040204" pitchFamily="34" charset="0"/>
                <a:ea typeface="Tahoma" panose="020B0604030504040204" pitchFamily="34" charset="0"/>
                <a:cs typeface="Tahoma" panose="020B0604030504040204" pitchFamily="34" charset="0"/>
              </a:rPr>
            </a:br>
            <a:br>
              <a:rPr lang="en-US">
                <a:solidFill>
                  <a:srgbClr val="464646"/>
                </a:solidFill>
              </a:rPr>
            </a:br>
            <a:br>
              <a:rPr lang="en-US"/>
            </a:br>
            <a:r>
              <a:rPr lang="en-US">
                <a:solidFill>
                  <a:srgbClr val="464646"/>
                </a:solidFill>
              </a:rPr>
              <a:t> </a:t>
            </a:r>
            <a:br>
              <a:rPr lang="en-US">
                <a:solidFill>
                  <a:srgbClr val="464646"/>
                </a:solidFill>
              </a:rPr>
            </a:br>
            <a:r>
              <a:rPr lang="it-IT">
                <a:solidFill>
                  <a:srgbClr val="464646"/>
                </a:solidFill>
              </a:rPr>
              <a:t> </a:t>
            </a:r>
            <a:br>
              <a:rPr lang="it-IT">
                <a:solidFill>
                  <a:srgbClr val="464646"/>
                </a:solidFill>
              </a:rPr>
            </a:br>
            <a:endParaRPr lang="it-IT" dirty="0"/>
          </a:p>
        </p:txBody>
      </p:sp>
      <p:sp>
        <p:nvSpPr>
          <p:cNvPr id="14" name="TextBox 2">
            <a:extLst>
              <a:ext uri="{FF2B5EF4-FFF2-40B4-BE49-F238E27FC236}">
                <a16:creationId xmlns:a16="http://schemas.microsoft.com/office/drawing/2014/main" id="{0380D1DD-8D7B-9E4C-A72A-083E008477B6}"/>
              </a:ext>
            </a:extLst>
          </p:cNvPr>
          <p:cNvSpPr txBox="1"/>
          <p:nvPr/>
        </p:nvSpPr>
        <p:spPr>
          <a:xfrm>
            <a:off x="226175" y="1178387"/>
            <a:ext cx="7026916" cy="5078313"/>
          </a:xfrm>
          <a:prstGeom prst="rect">
            <a:avLst/>
          </a:prstGeom>
          <a:noFill/>
        </p:spPr>
        <p:txBody>
          <a:bodyPr wrap="square" rtlCol="0">
            <a:spAutoFit/>
          </a:bodyPr>
          <a:lstStyle/>
          <a:p>
            <a:pPr marL="285750" indent="-285750">
              <a:buFont typeface="Wingdings" pitchFamily="2" charset="2"/>
              <a:buChar char="ü"/>
            </a:pPr>
            <a:r>
              <a:rPr lang="en-US" b="1" dirty="0">
                <a:latin typeface="Tahoma" panose="020B0604030504040204" pitchFamily="34" charset="0"/>
                <a:ea typeface="Tahoma" panose="020B0604030504040204" pitchFamily="34" charset="0"/>
                <a:cs typeface="Tahoma" panose="020B0604030504040204" pitchFamily="34" charset="0"/>
              </a:rPr>
              <a:t>Transformers</a:t>
            </a:r>
            <a:r>
              <a:rPr lang="en-US" dirty="0">
                <a:latin typeface="Tahoma" panose="020B0604030504040204" pitchFamily="34" charset="0"/>
                <a:ea typeface="Tahoma" panose="020B0604030504040204" pitchFamily="34" charset="0"/>
                <a:cs typeface="Tahoma" panose="020B0604030504040204" pitchFamily="34" charset="0"/>
              </a:rPr>
              <a:t> change all the game in </a:t>
            </a:r>
            <a:r>
              <a:rPr lang="en-US" b="1" dirty="0">
                <a:latin typeface="Tahoma" panose="020B0604030504040204" pitchFamily="34" charset="0"/>
                <a:ea typeface="Tahoma" panose="020B0604030504040204" pitchFamily="34" charset="0"/>
                <a:cs typeface="Tahoma" panose="020B0604030504040204" pitchFamily="34" charset="0"/>
              </a:rPr>
              <a:t>Natural Language Processing (NLP)</a:t>
            </a:r>
            <a:r>
              <a:rPr lang="en-US" dirty="0">
                <a:latin typeface="Tahoma" panose="020B0604030504040204" pitchFamily="34" charset="0"/>
                <a:ea typeface="Tahoma" panose="020B0604030504040204" pitchFamily="34" charset="0"/>
                <a:cs typeface="Tahoma" panose="020B0604030504040204" pitchFamily="34" charset="0"/>
              </a:rPr>
              <a:t>, which has become one of the pillars of artificial intelligence in a global digital economy.</a:t>
            </a:r>
          </a:p>
          <a:p>
            <a:pPr marL="285750" indent="-285750">
              <a:buFont typeface="Wingdings" pitchFamily="2" charset="2"/>
              <a:buChar char="ü"/>
            </a:pPr>
            <a:endParaRPr lang="en-US" dirty="0">
              <a:latin typeface="Tahoma" panose="020B0604030504040204" pitchFamily="34" charset="0"/>
              <a:ea typeface="Tahoma" panose="020B0604030504040204" pitchFamily="34" charset="0"/>
              <a:cs typeface="Tahoma" panose="020B0604030504040204" pitchFamily="34" charset="0"/>
            </a:endParaRPr>
          </a:p>
          <a:p>
            <a:pPr marL="285750" indent="-285750">
              <a:buFont typeface="Wingdings" pitchFamily="2" charset="2"/>
              <a:buChar char="ü"/>
            </a:pPr>
            <a:r>
              <a:rPr lang="en-US" b="1" dirty="0">
                <a:latin typeface="Tahoma" panose="020B0604030504040204" pitchFamily="34" charset="0"/>
                <a:ea typeface="Tahoma" panose="020B0604030504040204" pitchFamily="34" charset="0"/>
                <a:cs typeface="Tahoma" panose="020B0604030504040204" pitchFamily="34" charset="0"/>
              </a:rPr>
              <a:t>Transformer</a:t>
            </a:r>
            <a:r>
              <a:rPr lang="en-US" dirty="0">
                <a:latin typeface="Tahoma" panose="020B0604030504040204" pitchFamily="34" charset="0"/>
                <a:ea typeface="Tahoma" panose="020B0604030504040204" pitchFamily="34" charset="0"/>
                <a:cs typeface="Tahoma" panose="020B0604030504040204" pitchFamily="34" charset="0"/>
              </a:rPr>
              <a:t> models are disruptive and are leading to a new age in </a:t>
            </a:r>
            <a:r>
              <a:rPr lang="en-US" b="1" dirty="0">
                <a:latin typeface="Tahoma" panose="020B0604030504040204" pitchFamily="34" charset="0"/>
                <a:ea typeface="Tahoma" panose="020B0604030504040204" pitchFamily="34" charset="0"/>
                <a:cs typeface="Tahoma" panose="020B0604030504040204" pitchFamily="34" charset="0"/>
              </a:rPr>
              <a:t>Artificial</a:t>
            </a:r>
            <a:r>
              <a:rPr lang="en-US" dirty="0">
                <a:latin typeface="Tahoma" panose="020B0604030504040204" pitchFamily="34" charset="0"/>
                <a:ea typeface="Tahoma" panose="020B0604030504040204" pitchFamily="34" charset="0"/>
                <a:cs typeface="Tahoma" panose="020B0604030504040204" pitchFamily="34" charset="0"/>
              </a:rPr>
              <a:t> </a:t>
            </a:r>
            <a:r>
              <a:rPr lang="en-US" b="1" dirty="0">
                <a:latin typeface="Tahoma" panose="020B0604030504040204" pitchFamily="34" charset="0"/>
                <a:ea typeface="Tahoma" panose="020B0604030504040204" pitchFamily="34" charset="0"/>
                <a:cs typeface="Tahoma" panose="020B0604030504040204" pitchFamily="34" charset="0"/>
              </a:rPr>
              <a:t>Intelligence</a:t>
            </a:r>
            <a:r>
              <a:rPr lang="en-US" dirty="0">
                <a:latin typeface="Tahoma" panose="020B0604030504040204" pitchFamily="34" charset="0"/>
                <a:ea typeface="Tahoma" panose="020B0604030504040204" pitchFamily="34" charset="0"/>
                <a:cs typeface="Tahoma" panose="020B0604030504040204" pitchFamily="34" charset="0"/>
              </a:rPr>
              <a:t>. Language understanding has become the mile-stone of language modeling, </a:t>
            </a:r>
            <a:r>
              <a:rPr lang="en-US" dirty="0" err="1">
                <a:latin typeface="Tahoma" panose="020B0604030504040204" pitchFamily="34" charset="0"/>
                <a:ea typeface="Tahoma" panose="020B0604030504040204" pitchFamily="34" charset="0"/>
                <a:cs typeface="Tahoma" panose="020B0604030504040204" pitchFamily="34" charset="0"/>
              </a:rPr>
              <a:t>chatbots</a:t>
            </a:r>
            <a:r>
              <a:rPr lang="en-US" dirty="0">
                <a:latin typeface="Tahoma" panose="020B0604030504040204" pitchFamily="34" charset="0"/>
                <a:ea typeface="Tahoma" panose="020B0604030504040204" pitchFamily="34" charset="0"/>
                <a:cs typeface="Tahoma" panose="020B0604030504040204" pitchFamily="34" charset="0"/>
              </a:rPr>
              <a:t>, personal assistants, question answering, text summarizing, speech-to-text, sentiment analysis, machine translation, and more.</a:t>
            </a:r>
          </a:p>
          <a:p>
            <a:pPr marL="285750" indent="-285750">
              <a:buFont typeface="Wingdings" pitchFamily="2" charset="2"/>
              <a:buChar char="ü"/>
            </a:pPr>
            <a:endParaRPr lang="en-US" dirty="0">
              <a:latin typeface="Tahoma" panose="020B0604030504040204" pitchFamily="34" charset="0"/>
              <a:ea typeface="Tahoma" panose="020B0604030504040204" pitchFamily="34" charset="0"/>
              <a:cs typeface="Tahoma" panose="020B0604030504040204" pitchFamily="34" charset="0"/>
            </a:endParaRPr>
          </a:p>
          <a:p>
            <a:pPr marL="285750" indent="-285750">
              <a:buFont typeface="Wingdings" pitchFamily="2" charset="2"/>
              <a:buChar char="ü"/>
            </a:pPr>
            <a:r>
              <a:rPr lang="en-US" dirty="0">
                <a:latin typeface="Tahoma" panose="020B0604030504040204" pitchFamily="34" charset="0"/>
                <a:ea typeface="Tahoma" panose="020B0604030504040204" pitchFamily="34" charset="0"/>
                <a:cs typeface="Tahoma" panose="020B0604030504040204" pitchFamily="34" charset="0"/>
              </a:rPr>
              <a:t>By means of </a:t>
            </a:r>
            <a:r>
              <a:rPr lang="en-US" b="1" dirty="0">
                <a:latin typeface="Tahoma" panose="020B0604030504040204" pitchFamily="34" charset="0"/>
                <a:ea typeface="Tahoma" panose="020B0604030504040204" pitchFamily="34" charset="0"/>
                <a:cs typeface="Tahoma" panose="020B0604030504040204" pitchFamily="34" charset="0"/>
              </a:rPr>
              <a:t>Transformers, Artificial</a:t>
            </a:r>
            <a:r>
              <a:rPr lang="en-US" dirty="0">
                <a:latin typeface="Tahoma" panose="020B0604030504040204" pitchFamily="34" charset="0"/>
                <a:ea typeface="Tahoma" panose="020B0604030504040204" pitchFamily="34" charset="0"/>
                <a:cs typeface="Tahoma" panose="020B0604030504040204" pitchFamily="34" charset="0"/>
              </a:rPr>
              <a:t> </a:t>
            </a:r>
            <a:r>
              <a:rPr lang="en-US" b="1" dirty="0">
                <a:latin typeface="Tahoma" panose="020B0604030504040204" pitchFamily="34" charset="0"/>
                <a:ea typeface="Tahoma" panose="020B0604030504040204" pitchFamily="34" charset="0"/>
                <a:cs typeface="Tahoma" panose="020B0604030504040204" pitchFamily="34" charset="0"/>
              </a:rPr>
              <a:t>Intelligence</a:t>
            </a:r>
            <a:r>
              <a:rPr lang="en-US" dirty="0">
                <a:latin typeface="Tahoma" panose="020B0604030504040204" pitchFamily="34" charset="0"/>
                <a:ea typeface="Tahoma" panose="020B0604030504040204" pitchFamily="34" charset="0"/>
                <a:cs typeface="Tahoma" panose="020B0604030504040204" pitchFamily="34" charset="0"/>
              </a:rPr>
              <a:t> has evolved to billion-parameter models in order to address the challenge of trillion-word datasets.</a:t>
            </a:r>
          </a:p>
          <a:p>
            <a:pPr marL="285750" indent="-285750">
              <a:buFont typeface="Wingdings" pitchFamily="2" charset="2"/>
              <a:buChar char="ü"/>
            </a:pPr>
            <a:endParaRPr lang="en-US" dirty="0">
              <a:latin typeface="Tahoma" panose="020B0604030504040204" pitchFamily="34" charset="0"/>
              <a:ea typeface="Tahoma" panose="020B0604030504040204" pitchFamily="34" charset="0"/>
              <a:cs typeface="Tahoma" panose="020B0604030504040204" pitchFamily="34" charset="0"/>
            </a:endParaRPr>
          </a:p>
          <a:p>
            <a:pPr marL="285750" indent="-285750">
              <a:buFont typeface="Wingdings" pitchFamily="2" charset="2"/>
              <a:buChar char="ü"/>
            </a:pPr>
            <a:r>
              <a:rPr lang="en-US" dirty="0">
                <a:latin typeface="Tahoma" panose="020B0604030504040204" pitchFamily="34" charset="0"/>
                <a:ea typeface="Tahoma" panose="020B0604030504040204" pitchFamily="34" charset="0"/>
                <a:cs typeface="Tahoma" panose="020B0604030504040204" pitchFamily="34" charset="0"/>
              </a:rPr>
              <a:t>They get far from the past, leaving the dominance of </a:t>
            </a:r>
            <a:r>
              <a:rPr lang="en-US" b="1" dirty="0">
                <a:latin typeface="Tahoma" panose="020B0604030504040204" pitchFamily="34" charset="0"/>
                <a:ea typeface="Tahoma" panose="020B0604030504040204" pitchFamily="34" charset="0"/>
                <a:cs typeface="Tahoma" panose="020B0604030504040204" pitchFamily="34" charset="0"/>
              </a:rPr>
              <a:t>RNNs</a:t>
            </a:r>
            <a:r>
              <a:rPr lang="en-US" dirty="0">
                <a:latin typeface="Tahoma" panose="020B0604030504040204" pitchFamily="34" charset="0"/>
                <a:ea typeface="Tahoma" panose="020B0604030504040204" pitchFamily="34" charset="0"/>
                <a:cs typeface="Tahoma" panose="020B0604030504040204" pitchFamily="34" charset="0"/>
              </a:rPr>
              <a:t> and </a:t>
            </a:r>
            <a:r>
              <a:rPr lang="en-US" b="1" dirty="0">
                <a:latin typeface="Tahoma" panose="020B0604030504040204" pitchFamily="34" charset="0"/>
                <a:ea typeface="Tahoma" panose="020B0604030504040204" pitchFamily="34" charset="0"/>
                <a:cs typeface="Tahoma" panose="020B0604030504040204" pitchFamily="34" charset="0"/>
              </a:rPr>
              <a:t>CNNs</a:t>
            </a:r>
            <a:r>
              <a:rPr lang="en-US" dirty="0">
                <a:latin typeface="Tahoma" panose="020B0604030504040204" pitchFamily="34" charset="0"/>
                <a:ea typeface="Tahoma" panose="020B0604030504040204" pitchFamily="34" charset="0"/>
                <a:cs typeface="Tahoma" panose="020B0604030504040204" pitchFamily="34" charset="0"/>
              </a:rPr>
              <a:t> behind. </a:t>
            </a:r>
            <a:r>
              <a:rPr lang="en-US" b="1" dirty="0">
                <a:latin typeface="Tahoma" panose="020B0604030504040204" pitchFamily="34" charset="0"/>
                <a:ea typeface="Tahoma" panose="020B0604030504040204" pitchFamily="34" charset="0"/>
                <a:cs typeface="Tahoma" panose="020B0604030504040204" pitchFamily="34" charset="0"/>
              </a:rPr>
              <a:t>BERT</a:t>
            </a:r>
            <a:r>
              <a:rPr lang="en-US" dirty="0">
                <a:latin typeface="Tahoma" panose="020B0604030504040204" pitchFamily="34" charset="0"/>
                <a:ea typeface="Tahoma" panose="020B0604030504040204" pitchFamily="34" charset="0"/>
                <a:cs typeface="Tahoma" panose="020B0604030504040204" pitchFamily="34" charset="0"/>
              </a:rPr>
              <a:t> and </a:t>
            </a:r>
            <a:r>
              <a:rPr lang="en-US" b="1" dirty="0">
                <a:latin typeface="Tahoma" panose="020B0604030504040204" pitchFamily="34" charset="0"/>
                <a:ea typeface="Tahoma" panose="020B0604030504040204" pitchFamily="34" charset="0"/>
                <a:cs typeface="Tahoma" panose="020B0604030504040204" pitchFamily="34" charset="0"/>
              </a:rPr>
              <a:t>GPT</a:t>
            </a:r>
            <a:r>
              <a:rPr lang="en-US" dirty="0">
                <a:latin typeface="Tahoma" panose="020B0604030504040204" pitchFamily="34" charset="0"/>
                <a:ea typeface="Tahoma" panose="020B0604030504040204" pitchFamily="34" charset="0"/>
                <a:cs typeface="Tahoma" panose="020B0604030504040204" pitchFamily="34" charset="0"/>
              </a:rPr>
              <a:t> models leave the recurrent network layers back and replace them with self-attention mechanisms.</a:t>
            </a:r>
          </a:p>
        </p:txBody>
      </p:sp>
      <p:pic>
        <p:nvPicPr>
          <p:cNvPr id="16" name="Immagine 1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43013" y="1726738"/>
            <a:ext cx="4500589" cy="4535608"/>
          </a:xfrm>
          <a:prstGeom prst="rect">
            <a:avLst/>
          </a:prstGeom>
        </p:spPr>
      </p:pic>
    </p:spTree>
    <p:extLst>
      <p:ext uri="{BB962C8B-B14F-4D97-AF65-F5344CB8AC3E}">
        <p14:creationId xmlns:p14="http://schemas.microsoft.com/office/powerpoint/2010/main" val="14567926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9C634-5B2F-EB57-6082-5DC720B813A1}"/>
            </a:ext>
          </a:extLst>
        </p:cNvPr>
        <p:cNvGrpSpPr/>
        <p:nvPr/>
      </p:nvGrpSpPr>
      <p:grpSpPr>
        <a:xfrm>
          <a:off x="0" y="0"/>
          <a:ext cx="0" cy="0"/>
          <a:chOff x="0" y="0"/>
          <a:chExt cx="0" cy="0"/>
        </a:xfrm>
      </p:grpSpPr>
      <p:sp>
        <p:nvSpPr>
          <p:cNvPr id="5" name="Segnaposto numero diapositiva 4">
            <a:extLst>
              <a:ext uri="{FF2B5EF4-FFF2-40B4-BE49-F238E27FC236}">
                <a16:creationId xmlns:a16="http://schemas.microsoft.com/office/drawing/2014/main" id="{4A6D192E-D33F-A0D5-D38F-C60012962D91}"/>
              </a:ext>
            </a:extLst>
          </p:cNvPr>
          <p:cNvSpPr>
            <a:spLocks noGrp="1"/>
          </p:cNvSpPr>
          <p:nvPr>
            <p:ph type="sldNum" sz="quarter" idx="11"/>
          </p:nvPr>
        </p:nvSpPr>
        <p:spPr/>
        <p:txBody>
          <a:bodyPr/>
          <a:lstStyle/>
          <a:p>
            <a:pPr>
              <a:defRPr/>
            </a:pPr>
            <a:fld id="{48B4153A-D4C5-4CEF-8992-0D8815C829E3}" type="slidenum">
              <a:rPr lang="en-US" smtClean="0"/>
              <a:pPr>
                <a:defRPr/>
              </a:pPr>
              <a:t>36</a:t>
            </a:fld>
            <a:endParaRPr lang="en-US" dirty="0"/>
          </a:p>
        </p:txBody>
      </p:sp>
      <p:sp>
        <p:nvSpPr>
          <p:cNvPr id="28" name="Titolo 2">
            <a:extLst>
              <a:ext uri="{FF2B5EF4-FFF2-40B4-BE49-F238E27FC236}">
                <a16:creationId xmlns:a16="http://schemas.microsoft.com/office/drawing/2014/main" id="{F35675A1-3ADB-3EC0-A6D4-2D22CE6CB45C}"/>
              </a:ext>
            </a:extLst>
          </p:cNvPr>
          <p:cNvSpPr>
            <a:spLocks noGrp="1"/>
          </p:cNvSpPr>
          <p:nvPr>
            <p:ph type="title"/>
          </p:nvPr>
        </p:nvSpPr>
        <p:spPr>
          <a:xfrm>
            <a:off x="574294" y="380215"/>
            <a:ext cx="11269308" cy="2693045"/>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rtlCol="0" anchor="b" anchorCtr="0" compatLnSpc="1">
            <a:prstTxWarp prst="textNoShape">
              <a:avLst/>
            </a:prstTxWarp>
            <a:spAutoFit/>
          </a:bodyPr>
          <a:lstStyle/>
          <a:p>
            <a:r>
              <a:rPr lang="en-GB">
                <a:latin typeface="Tahoma" panose="020B0604030504040204" pitchFamily="34" charset="0"/>
                <a:ea typeface="Tahoma" panose="020B0604030504040204" pitchFamily="34" charset="0"/>
                <a:cs typeface="Tahoma" panose="020B0604030504040204" pitchFamily="34" charset="0"/>
              </a:rPr>
              <a:t>The increasing amount of Data Dilemma</a:t>
            </a:r>
            <a:br>
              <a:rPr lang="en-GB">
                <a:latin typeface="Tahoma" panose="020B0604030504040204" pitchFamily="34" charset="0"/>
                <a:ea typeface="Tahoma" panose="020B0604030504040204" pitchFamily="34" charset="0"/>
                <a:cs typeface="Tahoma" panose="020B0604030504040204" pitchFamily="34" charset="0"/>
              </a:rPr>
            </a:br>
            <a:br>
              <a:rPr lang="en-GB">
                <a:latin typeface="Tahoma" panose="020B0604030504040204" pitchFamily="34" charset="0"/>
                <a:ea typeface="Tahoma" panose="020B0604030504040204" pitchFamily="34" charset="0"/>
                <a:cs typeface="Tahoma" panose="020B0604030504040204" pitchFamily="34" charset="0"/>
              </a:rPr>
            </a:br>
            <a:br>
              <a:rPr lang="en-US">
                <a:solidFill>
                  <a:srgbClr val="464646"/>
                </a:solidFill>
              </a:rPr>
            </a:br>
            <a:br>
              <a:rPr lang="en-US"/>
            </a:br>
            <a:r>
              <a:rPr lang="en-US">
                <a:solidFill>
                  <a:srgbClr val="464646"/>
                </a:solidFill>
              </a:rPr>
              <a:t> </a:t>
            </a:r>
            <a:br>
              <a:rPr lang="en-US">
                <a:solidFill>
                  <a:srgbClr val="464646"/>
                </a:solidFill>
              </a:rPr>
            </a:br>
            <a:r>
              <a:rPr lang="it-IT">
                <a:solidFill>
                  <a:srgbClr val="464646"/>
                </a:solidFill>
              </a:rPr>
              <a:t> </a:t>
            </a:r>
            <a:br>
              <a:rPr lang="it-IT">
                <a:solidFill>
                  <a:srgbClr val="464646"/>
                </a:solidFill>
              </a:rPr>
            </a:br>
            <a:endParaRPr lang="it-IT" dirty="0"/>
          </a:p>
        </p:txBody>
      </p:sp>
      <p:sp>
        <p:nvSpPr>
          <p:cNvPr id="2" name="Rettangolo 1"/>
          <p:cNvSpPr/>
          <p:nvPr/>
        </p:nvSpPr>
        <p:spPr>
          <a:xfrm>
            <a:off x="574293" y="1422300"/>
            <a:ext cx="11110887" cy="2308324"/>
          </a:xfrm>
          <a:prstGeom prst="rect">
            <a:avLst/>
          </a:prstGeom>
        </p:spPr>
        <p:txBody>
          <a:bodyPr wrap="square">
            <a:spAutoFit/>
          </a:bodyPr>
          <a:lstStyle/>
          <a:p>
            <a:pPr marL="285750" indent="-285750">
              <a:buFont typeface="Wingdings" pitchFamily="2" charset="2"/>
              <a:buChar char="ü"/>
            </a:pPr>
            <a:r>
              <a:rPr lang="en-US">
                <a:latin typeface="Tahoma" panose="020B0604030504040204" pitchFamily="34" charset="0"/>
                <a:ea typeface="Tahoma" panose="020B0604030504040204" pitchFamily="34" charset="0"/>
                <a:cs typeface="Tahoma" panose="020B0604030504040204" pitchFamily="34" charset="0"/>
              </a:rPr>
              <a:t>The increasing amount of data requires training AI models at a very large scale, therefore </a:t>
            </a:r>
            <a:r>
              <a:rPr lang="en-US" b="1">
                <a:latin typeface="Tahoma" panose="020B0604030504040204" pitchFamily="34" charset="0"/>
                <a:ea typeface="Tahoma" panose="020B0604030504040204" pitchFamily="34" charset="0"/>
                <a:cs typeface="Tahoma" panose="020B0604030504040204" pitchFamily="34" charset="0"/>
              </a:rPr>
              <a:t>Transformers</a:t>
            </a:r>
            <a:r>
              <a:rPr lang="en-US">
                <a:latin typeface="Tahoma" panose="020B0604030504040204" pitchFamily="34" charset="0"/>
                <a:ea typeface="Tahoma" panose="020B0604030504040204" pitchFamily="34" charset="0"/>
                <a:cs typeface="Tahoma" panose="020B0604030504040204" pitchFamily="34" charset="0"/>
              </a:rPr>
              <a:t> launch new era of </a:t>
            </a:r>
            <a:r>
              <a:rPr lang="en-US" b="1">
                <a:latin typeface="Tahoma" panose="020B0604030504040204" pitchFamily="34" charset="0"/>
                <a:ea typeface="Tahoma" panose="020B0604030504040204" pitchFamily="34" charset="0"/>
                <a:cs typeface="Tahoma" panose="020B0604030504040204" pitchFamily="34" charset="0"/>
              </a:rPr>
              <a:t>parameter-driven AI</a:t>
            </a:r>
            <a:r>
              <a:rPr lang="en-US">
                <a:latin typeface="Tahoma" panose="020B0604030504040204" pitchFamily="34" charset="0"/>
                <a:ea typeface="Tahoma" panose="020B0604030504040204" pitchFamily="34" charset="0"/>
                <a:cs typeface="Tahoma" panose="020B0604030504040204" pitchFamily="34" charset="0"/>
              </a:rPr>
              <a:t>. Learning to understand how hundreds of millions of words fit together in sentences requires a tremendous amount of parameters.</a:t>
            </a:r>
          </a:p>
          <a:p>
            <a:pPr marL="285750" indent="-285750">
              <a:buFont typeface="Wingdings" pitchFamily="2" charset="2"/>
              <a:buChar char="ü"/>
            </a:pPr>
            <a:endParaRPr lang="en-US">
              <a:latin typeface="Tahoma" panose="020B0604030504040204" pitchFamily="34" charset="0"/>
              <a:ea typeface="Tahoma" panose="020B0604030504040204" pitchFamily="34" charset="0"/>
              <a:cs typeface="Tahoma" panose="020B0604030504040204" pitchFamily="34" charset="0"/>
            </a:endParaRPr>
          </a:p>
          <a:p>
            <a:pPr marL="285750" indent="-285750">
              <a:buFont typeface="Wingdings" pitchFamily="2" charset="2"/>
              <a:buChar char="ü"/>
            </a:pPr>
            <a:r>
              <a:rPr lang="en-US" b="1">
                <a:latin typeface="Tahoma" panose="020B0604030504040204" pitchFamily="34" charset="0"/>
                <a:ea typeface="Tahoma" panose="020B0604030504040204" pitchFamily="34" charset="0"/>
                <a:cs typeface="Tahoma" panose="020B0604030504040204" pitchFamily="34" charset="0"/>
              </a:rPr>
              <a:t>Transformers</a:t>
            </a:r>
            <a:r>
              <a:rPr lang="en-US">
                <a:latin typeface="Tahoma" panose="020B0604030504040204" pitchFamily="34" charset="0"/>
                <a:ea typeface="Tahoma" panose="020B0604030504040204" pitchFamily="34" charset="0"/>
                <a:cs typeface="Tahoma" panose="020B0604030504040204" pitchFamily="34" charset="0"/>
              </a:rPr>
              <a:t> </a:t>
            </a:r>
            <a:r>
              <a:rPr lang="en-US" b="1">
                <a:latin typeface="Tahoma" panose="020B0604030504040204" pitchFamily="34" charset="0"/>
                <a:ea typeface="Tahoma" panose="020B0604030504040204" pitchFamily="34" charset="0"/>
                <a:cs typeface="Tahoma" panose="020B0604030504040204" pitchFamily="34" charset="0"/>
              </a:rPr>
              <a:t>encoders</a:t>
            </a:r>
            <a:r>
              <a:rPr lang="en-US">
                <a:latin typeface="Tahoma" panose="020B0604030504040204" pitchFamily="34" charset="0"/>
                <a:ea typeface="Tahoma" panose="020B0604030504040204" pitchFamily="34" charset="0"/>
                <a:cs typeface="Tahoma" panose="020B0604030504040204" pitchFamily="34" charset="0"/>
              </a:rPr>
              <a:t> and </a:t>
            </a:r>
            <a:r>
              <a:rPr lang="en-US" b="1">
                <a:latin typeface="Tahoma" panose="020B0604030504040204" pitchFamily="34" charset="0"/>
                <a:ea typeface="Tahoma" panose="020B0604030504040204" pitchFamily="34" charset="0"/>
                <a:cs typeface="Tahoma" panose="020B0604030504040204" pitchFamily="34" charset="0"/>
              </a:rPr>
              <a:t>decoders</a:t>
            </a:r>
            <a:r>
              <a:rPr lang="en-US">
                <a:latin typeface="Tahoma" panose="020B0604030504040204" pitchFamily="34" charset="0"/>
                <a:ea typeface="Tahoma" panose="020B0604030504040204" pitchFamily="34" charset="0"/>
                <a:cs typeface="Tahoma" panose="020B0604030504040204" pitchFamily="34" charset="0"/>
              </a:rPr>
              <a:t> contain </a:t>
            </a:r>
            <a:r>
              <a:rPr lang="en-US" b="1">
                <a:latin typeface="Tahoma" panose="020B0604030504040204" pitchFamily="34" charset="0"/>
                <a:ea typeface="Tahoma" panose="020B0604030504040204" pitchFamily="34" charset="0"/>
                <a:cs typeface="Tahoma" panose="020B0604030504040204" pitchFamily="34" charset="0"/>
              </a:rPr>
              <a:t>attention</a:t>
            </a:r>
            <a:r>
              <a:rPr lang="en-US">
                <a:latin typeface="Tahoma" panose="020B0604030504040204" pitchFamily="34" charset="0"/>
                <a:ea typeface="Tahoma" panose="020B0604030504040204" pitchFamily="34" charset="0"/>
                <a:cs typeface="Tahoma" panose="020B0604030504040204" pitchFamily="34" charset="0"/>
              </a:rPr>
              <a:t> </a:t>
            </a:r>
            <a:r>
              <a:rPr lang="en-US" b="1">
                <a:latin typeface="Tahoma" panose="020B0604030504040204" pitchFamily="34" charset="0"/>
                <a:ea typeface="Tahoma" panose="020B0604030504040204" pitchFamily="34" charset="0"/>
                <a:cs typeface="Tahoma" panose="020B0604030504040204" pitchFamily="34" charset="0"/>
              </a:rPr>
              <a:t>heads</a:t>
            </a:r>
            <a:r>
              <a:rPr lang="en-US">
                <a:latin typeface="Tahoma" panose="020B0604030504040204" pitchFamily="34" charset="0"/>
                <a:ea typeface="Tahoma" panose="020B0604030504040204" pitchFamily="34" charset="0"/>
                <a:cs typeface="Tahoma" panose="020B0604030504040204" pitchFamily="34" charset="0"/>
              </a:rPr>
              <a:t> that train separately, parallelizing cutting-edge hardware. Attention heads can run on separate </a:t>
            </a:r>
            <a:r>
              <a:rPr lang="en-US" b="1">
                <a:latin typeface="Tahoma" panose="020B0604030504040204" pitchFamily="34" charset="0"/>
                <a:ea typeface="Tahoma" panose="020B0604030504040204" pitchFamily="34" charset="0"/>
                <a:cs typeface="Tahoma" panose="020B0604030504040204" pitchFamily="34" charset="0"/>
              </a:rPr>
              <a:t>GPUs</a:t>
            </a:r>
            <a:r>
              <a:rPr lang="en-US">
                <a:latin typeface="Tahoma" panose="020B0604030504040204" pitchFamily="34" charset="0"/>
                <a:ea typeface="Tahoma" panose="020B0604030504040204" pitchFamily="34" charset="0"/>
                <a:cs typeface="Tahoma" panose="020B0604030504040204" pitchFamily="34" charset="0"/>
              </a:rPr>
              <a:t> opening the door to billion-parameter models and soon-to-come trillion-parameter models. </a:t>
            </a:r>
            <a:r>
              <a:rPr lang="en-US" b="1">
                <a:latin typeface="Tahoma" panose="020B0604030504040204" pitchFamily="34" charset="0"/>
                <a:ea typeface="Tahoma" panose="020B0604030504040204" pitchFamily="34" charset="0"/>
                <a:cs typeface="Tahoma" panose="020B0604030504040204" pitchFamily="34" charset="0"/>
              </a:rPr>
              <a:t>OpenAI</a:t>
            </a:r>
            <a:r>
              <a:rPr lang="en-US">
                <a:latin typeface="Tahoma" panose="020B0604030504040204" pitchFamily="34" charset="0"/>
                <a:ea typeface="Tahoma" panose="020B0604030504040204" pitchFamily="34" charset="0"/>
                <a:cs typeface="Tahoma" panose="020B0604030504040204" pitchFamily="34" charset="0"/>
              </a:rPr>
              <a:t> trained a 175 billion parameter </a:t>
            </a:r>
            <a:r>
              <a:rPr lang="en-US" b="1">
                <a:latin typeface="Tahoma" panose="020B0604030504040204" pitchFamily="34" charset="0"/>
                <a:ea typeface="Tahoma" panose="020B0604030504040204" pitchFamily="34" charset="0"/>
                <a:cs typeface="Tahoma" panose="020B0604030504040204" pitchFamily="34" charset="0"/>
              </a:rPr>
              <a:t>GPT-3</a:t>
            </a:r>
            <a:r>
              <a:rPr lang="en-US">
                <a:latin typeface="Tahoma" panose="020B0604030504040204" pitchFamily="34" charset="0"/>
                <a:ea typeface="Tahoma" panose="020B0604030504040204" pitchFamily="34" charset="0"/>
                <a:cs typeface="Tahoma" panose="020B0604030504040204" pitchFamily="34" charset="0"/>
              </a:rPr>
              <a:t> Transformer model on a supercomputer with </a:t>
            </a:r>
            <a:r>
              <a:rPr lang="en-US" b="1">
                <a:latin typeface="Tahoma" panose="020B0604030504040204" pitchFamily="34" charset="0"/>
                <a:ea typeface="Tahoma" panose="020B0604030504040204" pitchFamily="34" charset="0"/>
                <a:cs typeface="Tahoma" panose="020B0604030504040204" pitchFamily="34" charset="0"/>
              </a:rPr>
              <a:t>10,000 GPUs </a:t>
            </a:r>
            <a:r>
              <a:rPr lang="en-US">
                <a:latin typeface="Tahoma" panose="020B0604030504040204" pitchFamily="34" charset="0"/>
                <a:ea typeface="Tahoma" panose="020B0604030504040204" pitchFamily="34" charset="0"/>
                <a:cs typeface="Tahoma" panose="020B0604030504040204" pitchFamily="34" charset="0"/>
              </a:rPr>
              <a:t>and </a:t>
            </a:r>
            <a:r>
              <a:rPr lang="en-US" b="1">
                <a:latin typeface="Tahoma" panose="020B0604030504040204" pitchFamily="34" charset="0"/>
                <a:ea typeface="Tahoma" panose="020B0604030504040204" pitchFamily="34" charset="0"/>
                <a:cs typeface="Tahoma" panose="020B0604030504040204" pitchFamily="34" charset="0"/>
              </a:rPr>
              <a:t>285,000 CPU</a:t>
            </a:r>
            <a:r>
              <a:rPr lang="en-US">
                <a:latin typeface="Tahoma" panose="020B0604030504040204" pitchFamily="34" charset="0"/>
                <a:ea typeface="Tahoma" panose="020B0604030504040204" pitchFamily="34" charset="0"/>
                <a:cs typeface="Tahoma" panose="020B0604030504040204" pitchFamily="34" charset="0"/>
              </a:rPr>
              <a:t> cores.</a:t>
            </a:r>
            <a:endParaRPr lang="en-US" dirty="0">
              <a:latin typeface="Tahoma" panose="020B0604030504040204" pitchFamily="34" charset="0"/>
              <a:ea typeface="Tahoma" panose="020B0604030504040204" pitchFamily="34" charset="0"/>
              <a:cs typeface="Tahoma" panose="020B0604030504040204" pitchFamily="34" charset="0"/>
            </a:endParaRPr>
          </a:p>
        </p:txBody>
      </p:sp>
      <p:pic>
        <p:nvPicPr>
          <p:cNvPr id="7" name="Immagin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81030" y="3933645"/>
            <a:ext cx="6747392" cy="2815391"/>
          </a:xfrm>
          <a:prstGeom prst="rect">
            <a:avLst/>
          </a:prstGeom>
        </p:spPr>
      </p:pic>
    </p:spTree>
    <p:extLst>
      <p:ext uri="{BB962C8B-B14F-4D97-AF65-F5344CB8AC3E}">
        <p14:creationId xmlns:p14="http://schemas.microsoft.com/office/powerpoint/2010/main" val="65602380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9C634-5B2F-EB57-6082-5DC720B813A1}"/>
            </a:ext>
          </a:extLst>
        </p:cNvPr>
        <p:cNvGrpSpPr/>
        <p:nvPr/>
      </p:nvGrpSpPr>
      <p:grpSpPr>
        <a:xfrm>
          <a:off x="0" y="0"/>
          <a:ext cx="0" cy="0"/>
          <a:chOff x="0" y="0"/>
          <a:chExt cx="0" cy="0"/>
        </a:xfrm>
      </p:grpSpPr>
      <p:sp>
        <p:nvSpPr>
          <p:cNvPr id="5" name="Segnaposto numero diapositiva 4">
            <a:extLst>
              <a:ext uri="{FF2B5EF4-FFF2-40B4-BE49-F238E27FC236}">
                <a16:creationId xmlns:a16="http://schemas.microsoft.com/office/drawing/2014/main" id="{4A6D192E-D33F-A0D5-D38F-C60012962D91}"/>
              </a:ext>
            </a:extLst>
          </p:cNvPr>
          <p:cNvSpPr>
            <a:spLocks noGrp="1"/>
          </p:cNvSpPr>
          <p:nvPr>
            <p:ph type="sldNum" sz="quarter" idx="11"/>
          </p:nvPr>
        </p:nvSpPr>
        <p:spPr/>
        <p:txBody>
          <a:bodyPr/>
          <a:lstStyle/>
          <a:p>
            <a:pPr>
              <a:defRPr/>
            </a:pPr>
            <a:fld id="{48B4153A-D4C5-4CEF-8992-0D8815C829E3}" type="slidenum">
              <a:rPr lang="en-US" smtClean="0"/>
              <a:pPr>
                <a:defRPr/>
              </a:pPr>
              <a:t>37</a:t>
            </a:fld>
            <a:endParaRPr lang="en-US" dirty="0"/>
          </a:p>
        </p:txBody>
      </p:sp>
      <p:sp>
        <p:nvSpPr>
          <p:cNvPr id="28" name="Titolo 2">
            <a:extLst>
              <a:ext uri="{FF2B5EF4-FFF2-40B4-BE49-F238E27FC236}">
                <a16:creationId xmlns:a16="http://schemas.microsoft.com/office/drawing/2014/main" id="{F35675A1-3ADB-3EC0-A6D4-2D22CE6CB45C}"/>
              </a:ext>
            </a:extLst>
          </p:cNvPr>
          <p:cNvSpPr>
            <a:spLocks noGrp="1"/>
          </p:cNvSpPr>
          <p:nvPr>
            <p:ph type="title"/>
          </p:nvPr>
        </p:nvSpPr>
        <p:spPr>
          <a:xfrm>
            <a:off x="574293" y="447276"/>
            <a:ext cx="11269308" cy="3077766"/>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rtlCol="0" anchor="b" anchorCtr="0" compatLnSpc="1">
            <a:prstTxWarp prst="textNoShape">
              <a:avLst/>
            </a:prstTxWarp>
            <a:spAutoFit/>
          </a:bodyPr>
          <a:lstStyle/>
          <a:p>
            <a:r>
              <a:rPr lang="en-GB">
                <a:latin typeface="Tahoma" panose="020B0604030504040204" pitchFamily="34" charset="0"/>
                <a:ea typeface="Tahoma" panose="020B0604030504040204" pitchFamily="34" charset="0"/>
                <a:cs typeface="Tahoma" panose="020B0604030504040204" pitchFamily="34" charset="0"/>
              </a:rPr>
              <a:t>What are Foundation Models?</a:t>
            </a:r>
            <a:br>
              <a:rPr lang="en-GB">
                <a:latin typeface="Tahoma" panose="020B0604030504040204" pitchFamily="34" charset="0"/>
                <a:ea typeface="Tahoma" panose="020B0604030504040204" pitchFamily="34" charset="0"/>
                <a:cs typeface="Tahoma" panose="020B0604030504040204" pitchFamily="34" charset="0"/>
              </a:rPr>
            </a:br>
            <a:br>
              <a:rPr lang="en-GB">
                <a:latin typeface="Tahoma" panose="020B0604030504040204" pitchFamily="34" charset="0"/>
                <a:ea typeface="Tahoma" panose="020B0604030504040204" pitchFamily="34" charset="0"/>
                <a:cs typeface="Tahoma" panose="020B0604030504040204" pitchFamily="34" charset="0"/>
              </a:rPr>
            </a:br>
            <a:br>
              <a:rPr lang="en-GB">
                <a:latin typeface="Tahoma" panose="020B0604030504040204" pitchFamily="34" charset="0"/>
                <a:ea typeface="Tahoma" panose="020B0604030504040204" pitchFamily="34" charset="0"/>
                <a:cs typeface="Tahoma" panose="020B0604030504040204" pitchFamily="34" charset="0"/>
              </a:rPr>
            </a:br>
            <a:br>
              <a:rPr lang="en-US">
                <a:solidFill>
                  <a:srgbClr val="464646"/>
                </a:solidFill>
              </a:rPr>
            </a:br>
            <a:br>
              <a:rPr lang="en-US"/>
            </a:br>
            <a:r>
              <a:rPr lang="en-US">
                <a:solidFill>
                  <a:srgbClr val="464646"/>
                </a:solidFill>
              </a:rPr>
              <a:t> </a:t>
            </a:r>
            <a:br>
              <a:rPr lang="en-US">
                <a:solidFill>
                  <a:srgbClr val="464646"/>
                </a:solidFill>
              </a:rPr>
            </a:br>
            <a:r>
              <a:rPr lang="it-IT">
                <a:solidFill>
                  <a:srgbClr val="464646"/>
                </a:solidFill>
              </a:rPr>
              <a:t> </a:t>
            </a:r>
            <a:br>
              <a:rPr lang="it-IT">
                <a:solidFill>
                  <a:srgbClr val="464646"/>
                </a:solidFill>
              </a:rPr>
            </a:br>
            <a:endParaRPr lang="it-IT" dirty="0"/>
          </a:p>
        </p:txBody>
      </p:sp>
      <p:sp>
        <p:nvSpPr>
          <p:cNvPr id="6" name="Rettangolo 5"/>
          <p:cNvSpPr/>
          <p:nvPr/>
        </p:nvSpPr>
        <p:spPr>
          <a:xfrm>
            <a:off x="233916" y="1307199"/>
            <a:ext cx="5925344" cy="3970318"/>
          </a:xfrm>
          <a:prstGeom prst="rect">
            <a:avLst/>
          </a:prstGeom>
        </p:spPr>
        <p:txBody>
          <a:bodyPr wrap="square">
            <a:spAutoFit/>
          </a:bodyPr>
          <a:lstStyle/>
          <a:p>
            <a:pPr marL="285750" indent="-285750">
              <a:buFont typeface="Wingdings" panose="05000000000000000000" pitchFamily="2" charset="2"/>
              <a:buChar char="ü"/>
            </a:pPr>
            <a:r>
              <a:rPr lang="it-IT" b="1" dirty="0">
                <a:latin typeface="Tahoma" panose="020B0604030504040204" pitchFamily="34" charset="0"/>
                <a:ea typeface="Tahoma" panose="020B0604030504040204" pitchFamily="34" charset="0"/>
                <a:cs typeface="Tahoma" panose="020B0604030504040204" pitchFamily="34" charset="0"/>
              </a:rPr>
              <a:t>Foundation</a:t>
            </a:r>
            <a:r>
              <a:rPr lang="it-IT" dirty="0">
                <a:latin typeface="Tahoma" panose="020B0604030504040204" pitchFamily="34" charset="0"/>
                <a:ea typeface="Tahoma" panose="020B0604030504040204" pitchFamily="34" charset="0"/>
                <a:cs typeface="Tahoma" panose="020B0604030504040204" pitchFamily="34" charset="0"/>
              </a:rPr>
              <a:t> </a:t>
            </a:r>
            <a:r>
              <a:rPr lang="it-IT" b="1" dirty="0" err="1">
                <a:latin typeface="Tahoma" panose="020B0604030504040204" pitchFamily="34" charset="0"/>
                <a:ea typeface="Tahoma" panose="020B0604030504040204" pitchFamily="34" charset="0"/>
                <a:cs typeface="Tahoma" panose="020B0604030504040204" pitchFamily="34" charset="0"/>
              </a:rPr>
              <a:t>Models</a:t>
            </a:r>
            <a:r>
              <a:rPr lang="it-IT" dirty="0">
                <a:latin typeface="Tahoma" panose="020B0604030504040204" pitchFamily="34" charset="0"/>
                <a:ea typeface="Tahoma" panose="020B0604030504040204" pitchFamily="34" charset="0"/>
                <a:cs typeface="Tahoma" panose="020B0604030504040204" pitchFamily="34" charset="0"/>
              </a:rPr>
              <a:t> are </a:t>
            </a:r>
            <a:r>
              <a:rPr lang="it-IT" dirty="0" err="1">
                <a:latin typeface="Tahoma" panose="020B0604030504040204" pitchFamily="34" charset="0"/>
                <a:ea typeface="Tahoma" panose="020B0604030504040204" pitchFamily="34" charset="0"/>
                <a:cs typeface="Tahoma" panose="020B0604030504040204" pitchFamily="34" charset="0"/>
              </a:rPr>
              <a:t>fully</a:t>
            </a:r>
            <a:r>
              <a:rPr lang="it-IT" dirty="0">
                <a:latin typeface="Tahoma" panose="020B0604030504040204" pitchFamily="34" charset="0"/>
                <a:ea typeface="Tahoma" panose="020B0604030504040204" pitchFamily="34" charset="0"/>
                <a:cs typeface="Tahoma" panose="020B0604030504040204" pitchFamily="34" charset="0"/>
              </a:rPr>
              <a:t> </a:t>
            </a:r>
            <a:r>
              <a:rPr lang="it-IT" dirty="0" err="1">
                <a:latin typeface="Tahoma" panose="020B0604030504040204" pitchFamily="34" charset="0"/>
                <a:ea typeface="Tahoma" panose="020B0604030504040204" pitchFamily="34" charset="0"/>
                <a:cs typeface="Tahoma" panose="020B0604030504040204" pitchFamily="34" charset="0"/>
              </a:rPr>
              <a:t>trained</a:t>
            </a:r>
            <a:r>
              <a:rPr lang="it-IT" dirty="0">
                <a:latin typeface="Tahoma" panose="020B0604030504040204" pitchFamily="34" charset="0"/>
                <a:ea typeface="Tahoma" panose="020B0604030504040204" pitchFamily="34" charset="0"/>
                <a:cs typeface="Tahoma" panose="020B0604030504040204" pitchFamily="34" charset="0"/>
              </a:rPr>
              <a:t> transformer </a:t>
            </a:r>
            <a:r>
              <a:rPr lang="it-IT" dirty="0" err="1">
                <a:latin typeface="Tahoma" panose="020B0604030504040204" pitchFamily="34" charset="0"/>
                <a:ea typeface="Tahoma" panose="020B0604030504040204" pitchFamily="34" charset="0"/>
                <a:cs typeface="Tahoma" panose="020B0604030504040204" pitchFamily="34" charset="0"/>
              </a:rPr>
              <a:t>models</a:t>
            </a:r>
            <a:r>
              <a:rPr lang="it-IT" dirty="0">
                <a:latin typeface="Tahoma" panose="020B0604030504040204" pitchFamily="34" charset="0"/>
                <a:ea typeface="Tahoma" panose="020B0604030504040204" pitchFamily="34" charset="0"/>
                <a:cs typeface="Tahoma" panose="020B0604030504040204" pitchFamily="34" charset="0"/>
              </a:rPr>
              <a:t> </a:t>
            </a:r>
            <a:r>
              <a:rPr lang="it-IT" dirty="0" err="1">
                <a:latin typeface="Tahoma" panose="020B0604030504040204" pitchFamily="34" charset="0"/>
                <a:ea typeface="Tahoma" panose="020B0604030504040204" pitchFamily="34" charset="0"/>
                <a:cs typeface="Tahoma" panose="020B0604030504040204" pitchFamily="34" charset="0"/>
              </a:rPr>
              <a:t>that</a:t>
            </a:r>
            <a:r>
              <a:rPr lang="it-IT" dirty="0">
                <a:latin typeface="Tahoma" panose="020B0604030504040204" pitchFamily="34" charset="0"/>
                <a:ea typeface="Tahoma" panose="020B0604030504040204" pitchFamily="34" charset="0"/>
                <a:cs typeface="Tahoma" panose="020B0604030504040204" pitchFamily="34" charset="0"/>
              </a:rPr>
              <a:t> can </a:t>
            </a:r>
            <a:r>
              <a:rPr lang="it-IT" dirty="0" err="1">
                <a:latin typeface="Tahoma" panose="020B0604030504040204" pitchFamily="34" charset="0"/>
                <a:ea typeface="Tahoma" panose="020B0604030504040204" pitchFamily="34" charset="0"/>
                <a:cs typeface="Tahoma" panose="020B0604030504040204" pitchFamily="34" charset="0"/>
              </a:rPr>
              <a:t>perform</a:t>
            </a:r>
            <a:r>
              <a:rPr lang="it-IT" dirty="0">
                <a:latin typeface="Tahoma" panose="020B0604030504040204" pitchFamily="34" charset="0"/>
                <a:ea typeface="Tahoma" panose="020B0604030504040204" pitchFamily="34" charset="0"/>
                <a:cs typeface="Tahoma" panose="020B0604030504040204" pitchFamily="34" charset="0"/>
              </a:rPr>
              <a:t> </a:t>
            </a:r>
            <a:r>
              <a:rPr lang="it-IT" dirty="0" err="1">
                <a:latin typeface="Tahoma" panose="020B0604030504040204" pitchFamily="34" charset="0"/>
                <a:ea typeface="Tahoma" panose="020B0604030504040204" pitchFamily="34" charset="0"/>
                <a:cs typeface="Tahoma" panose="020B0604030504040204" pitchFamily="34" charset="0"/>
              </a:rPr>
              <a:t>hundreds</a:t>
            </a:r>
            <a:r>
              <a:rPr lang="it-IT" dirty="0">
                <a:latin typeface="Tahoma" panose="020B0604030504040204" pitchFamily="34" charset="0"/>
                <a:ea typeface="Tahoma" panose="020B0604030504040204" pitchFamily="34" charset="0"/>
                <a:cs typeface="Tahoma" panose="020B0604030504040204" pitchFamily="34" charset="0"/>
              </a:rPr>
              <a:t> of </a:t>
            </a:r>
            <a:r>
              <a:rPr lang="it-IT" dirty="0" err="1">
                <a:latin typeface="Tahoma" panose="020B0604030504040204" pitchFamily="34" charset="0"/>
                <a:ea typeface="Tahoma" panose="020B0604030504040204" pitchFamily="34" charset="0"/>
                <a:cs typeface="Tahoma" panose="020B0604030504040204" pitchFamily="34" charset="0"/>
              </a:rPr>
              <a:t>tasks</a:t>
            </a:r>
            <a:r>
              <a:rPr lang="it-IT" dirty="0">
                <a:latin typeface="Tahoma" panose="020B0604030504040204" pitchFamily="34" charset="0"/>
                <a:ea typeface="Tahoma" panose="020B0604030504040204" pitchFamily="34" charset="0"/>
                <a:cs typeface="Tahoma" panose="020B0604030504040204" pitchFamily="34" charset="0"/>
              </a:rPr>
              <a:t> </a:t>
            </a:r>
            <a:r>
              <a:rPr lang="it-IT" dirty="0" err="1">
                <a:latin typeface="Tahoma" panose="020B0604030504040204" pitchFamily="34" charset="0"/>
                <a:ea typeface="Tahoma" panose="020B0604030504040204" pitchFamily="34" charset="0"/>
                <a:cs typeface="Tahoma" panose="020B0604030504040204" pitchFamily="34" charset="0"/>
              </a:rPr>
              <a:t>even</a:t>
            </a:r>
            <a:r>
              <a:rPr lang="it-IT" dirty="0">
                <a:latin typeface="Tahoma" panose="020B0604030504040204" pitchFamily="34" charset="0"/>
                <a:ea typeface="Tahoma" panose="020B0604030504040204" pitchFamily="34" charset="0"/>
                <a:cs typeface="Tahoma" panose="020B0604030504040204" pitchFamily="34" charset="0"/>
              </a:rPr>
              <a:t> </a:t>
            </a:r>
            <a:r>
              <a:rPr lang="it-IT" dirty="0" err="1">
                <a:latin typeface="Tahoma" panose="020B0604030504040204" pitchFamily="34" charset="0"/>
                <a:ea typeface="Tahoma" panose="020B0604030504040204" pitchFamily="34" charset="0"/>
                <a:cs typeface="Tahoma" panose="020B0604030504040204" pitchFamily="34" charset="0"/>
              </a:rPr>
              <a:t>without</a:t>
            </a:r>
            <a:r>
              <a:rPr lang="it-IT" dirty="0">
                <a:latin typeface="Tahoma" panose="020B0604030504040204" pitchFamily="34" charset="0"/>
                <a:ea typeface="Tahoma" panose="020B0604030504040204" pitchFamily="34" charset="0"/>
                <a:cs typeface="Tahoma" panose="020B0604030504040204" pitchFamily="34" charset="0"/>
              </a:rPr>
              <a:t> fine-</a:t>
            </a:r>
            <a:r>
              <a:rPr lang="it-IT" dirty="0" err="1">
                <a:latin typeface="Tahoma" panose="020B0604030504040204" pitchFamily="34" charset="0"/>
                <a:ea typeface="Tahoma" panose="020B0604030504040204" pitchFamily="34" charset="0"/>
                <a:cs typeface="Tahoma" panose="020B0604030504040204" pitchFamily="34" charset="0"/>
              </a:rPr>
              <a:t>tuning</a:t>
            </a:r>
            <a:r>
              <a:rPr lang="it-IT" dirty="0">
                <a:latin typeface="Tahoma" panose="020B0604030504040204" pitchFamily="34" charset="0"/>
                <a:ea typeface="Tahoma" panose="020B0604030504040204" pitchFamily="34" charset="0"/>
                <a:cs typeface="Tahoma" panose="020B0604030504040204" pitchFamily="34" charset="0"/>
              </a:rPr>
              <a:t>. Foundation </a:t>
            </a:r>
            <a:r>
              <a:rPr lang="it-IT" dirty="0" err="1">
                <a:latin typeface="Tahoma" panose="020B0604030504040204" pitchFamily="34" charset="0"/>
                <a:ea typeface="Tahoma" panose="020B0604030504040204" pitchFamily="34" charset="0"/>
                <a:cs typeface="Tahoma" panose="020B0604030504040204" pitchFamily="34" charset="0"/>
              </a:rPr>
              <a:t>models</a:t>
            </a:r>
            <a:r>
              <a:rPr lang="it-IT" dirty="0">
                <a:latin typeface="Tahoma" panose="020B0604030504040204" pitchFamily="34" charset="0"/>
                <a:ea typeface="Tahoma" panose="020B0604030504040204" pitchFamily="34" charset="0"/>
                <a:cs typeface="Tahoma" panose="020B0604030504040204" pitchFamily="34" charset="0"/>
              </a:rPr>
              <a:t> </a:t>
            </a:r>
            <a:r>
              <a:rPr lang="it-IT" dirty="0" err="1">
                <a:latin typeface="Tahoma" panose="020B0604030504040204" pitchFamily="34" charset="0"/>
                <a:ea typeface="Tahoma" panose="020B0604030504040204" pitchFamily="34" charset="0"/>
                <a:cs typeface="Tahoma" panose="020B0604030504040204" pitchFamily="34" charset="0"/>
              </a:rPr>
              <a:t>at</a:t>
            </a:r>
            <a:r>
              <a:rPr lang="it-IT" dirty="0">
                <a:latin typeface="Tahoma" panose="020B0604030504040204" pitchFamily="34" charset="0"/>
                <a:ea typeface="Tahoma" panose="020B0604030504040204" pitchFamily="34" charset="0"/>
                <a:cs typeface="Tahoma" panose="020B0604030504040204" pitchFamily="34" charset="0"/>
              </a:rPr>
              <a:t> </a:t>
            </a:r>
            <a:r>
              <a:rPr lang="it-IT" dirty="0" err="1">
                <a:latin typeface="Tahoma" panose="020B0604030504040204" pitchFamily="34" charset="0"/>
                <a:ea typeface="Tahoma" panose="020B0604030504040204" pitchFamily="34" charset="0"/>
                <a:cs typeface="Tahoma" panose="020B0604030504040204" pitchFamily="34" charset="0"/>
              </a:rPr>
              <a:t>this</a:t>
            </a:r>
            <a:r>
              <a:rPr lang="it-IT" dirty="0">
                <a:latin typeface="Tahoma" panose="020B0604030504040204" pitchFamily="34" charset="0"/>
                <a:ea typeface="Tahoma" panose="020B0604030504040204" pitchFamily="34" charset="0"/>
                <a:cs typeface="Tahoma" panose="020B0604030504040204" pitchFamily="34" charset="0"/>
              </a:rPr>
              <a:t> scale </a:t>
            </a:r>
            <a:r>
              <a:rPr lang="it-IT" dirty="0" err="1">
                <a:latin typeface="Tahoma" panose="020B0604030504040204" pitchFamily="34" charset="0"/>
                <a:ea typeface="Tahoma" panose="020B0604030504040204" pitchFamily="34" charset="0"/>
                <a:cs typeface="Tahoma" panose="020B0604030504040204" pitchFamily="34" charset="0"/>
              </a:rPr>
              <a:t>offer</a:t>
            </a:r>
            <a:r>
              <a:rPr lang="it-IT" dirty="0">
                <a:latin typeface="Tahoma" panose="020B0604030504040204" pitchFamily="34" charset="0"/>
                <a:ea typeface="Tahoma" panose="020B0604030504040204" pitchFamily="34" charset="0"/>
                <a:cs typeface="Tahoma" panose="020B0604030504040204" pitchFamily="34" charset="0"/>
              </a:rPr>
              <a:t> the </a:t>
            </a:r>
            <a:r>
              <a:rPr lang="it-IT" dirty="0" err="1">
                <a:latin typeface="Tahoma" panose="020B0604030504040204" pitchFamily="34" charset="0"/>
                <a:ea typeface="Tahoma" panose="020B0604030504040204" pitchFamily="34" charset="0"/>
                <a:cs typeface="Tahoma" panose="020B0604030504040204" pitchFamily="34" charset="0"/>
              </a:rPr>
              <a:t>tools</a:t>
            </a:r>
            <a:r>
              <a:rPr lang="it-IT" dirty="0">
                <a:latin typeface="Tahoma" panose="020B0604030504040204" pitchFamily="34" charset="0"/>
                <a:ea typeface="Tahoma" panose="020B0604030504040204" pitchFamily="34" charset="0"/>
                <a:cs typeface="Tahoma" panose="020B0604030504040204" pitchFamily="34" charset="0"/>
              </a:rPr>
              <a:t> </a:t>
            </a:r>
            <a:r>
              <a:rPr lang="it-IT" dirty="0" err="1">
                <a:latin typeface="Tahoma" panose="020B0604030504040204" pitchFamily="34" charset="0"/>
                <a:ea typeface="Tahoma" panose="020B0604030504040204" pitchFamily="34" charset="0"/>
                <a:cs typeface="Tahoma" panose="020B0604030504040204" pitchFamily="34" charset="0"/>
              </a:rPr>
              <a:t>we</a:t>
            </a:r>
            <a:r>
              <a:rPr lang="it-IT" dirty="0">
                <a:latin typeface="Tahoma" panose="020B0604030504040204" pitchFamily="34" charset="0"/>
                <a:ea typeface="Tahoma" panose="020B0604030504040204" pitchFamily="34" charset="0"/>
                <a:cs typeface="Tahoma" panose="020B0604030504040204" pitchFamily="34" charset="0"/>
              </a:rPr>
              <a:t> </a:t>
            </a:r>
            <a:r>
              <a:rPr lang="it-IT" dirty="0" err="1">
                <a:latin typeface="Tahoma" panose="020B0604030504040204" pitchFamily="34" charset="0"/>
                <a:ea typeface="Tahoma" panose="020B0604030504040204" pitchFamily="34" charset="0"/>
                <a:cs typeface="Tahoma" panose="020B0604030504040204" pitchFamily="34" charset="0"/>
              </a:rPr>
              <a:t>need</a:t>
            </a:r>
            <a:r>
              <a:rPr lang="it-IT" dirty="0">
                <a:latin typeface="Tahoma" panose="020B0604030504040204" pitchFamily="34" charset="0"/>
                <a:ea typeface="Tahoma" panose="020B0604030504040204" pitchFamily="34" charset="0"/>
                <a:cs typeface="Tahoma" panose="020B0604030504040204" pitchFamily="34" charset="0"/>
              </a:rPr>
              <a:t> in </a:t>
            </a:r>
            <a:r>
              <a:rPr lang="it-IT" dirty="0" err="1">
                <a:latin typeface="Tahoma" panose="020B0604030504040204" pitchFamily="34" charset="0"/>
                <a:ea typeface="Tahoma" panose="020B0604030504040204" pitchFamily="34" charset="0"/>
                <a:cs typeface="Tahoma" panose="020B0604030504040204" pitchFamily="34" charset="0"/>
              </a:rPr>
              <a:t>this</a:t>
            </a:r>
            <a:r>
              <a:rPr lang="it-IT" dirty="0">
                <a:latin typeface="Tahoma" panose="020B0604030504040204" pitchFamily="34" charset="0"/>
                <a:ea typeface="Tahoma" panose="020B0604030504040204" pitchFamily="34" charset="0"/>
                <a:cs typeface="Tahoma" panose="020B0604030504040204" pitchFamily="34" charset="0"/>
              </a:rPr>
              <a:t> massive information era.</a:t>
            </a:r>
          </a:p>
          <a:p>
            <a:pPr marL="285750" indent="-285750">
              <a:buFont typeface="Wingdings" panose="05000000000000000000" pitchFamily="2" charset="2"/>
              <a:buChar char="ü"/>
            </a:pPr>
            <a:endParaRPr lang="it-IT" dirty="0">
              <a:latin typeface="Tahoma" panose="020B0604030504040204" pitchFamily="34" charset="0"/>
              <a:ea typeface="Tahoma" panose="020B0604030504040204" pitchFamily="34" charset="0"/>
              <a:cs typeface="Tahoma" panose="020B0604030504040204" pitchFamily="34" charset="0"/>
            </a:endParaRPr>
          </a:p>
          <a:p>
            <a:pPr marL="285750" indent="-285750">
              <a:buFont typeface="Wingdings" panose="05000000000000000000" pitchFamily="2" charset="2"/>
              <a:buChar char="ü"/>
            </a:pPr>
            <a:r>
              <a:rPr lang="en-US" dirty="0">
                <a:latin typeface="Tahoma" panose="020B0604030504040204" pitchFamily="34" charset="0"/>
                <a:ea typeface="Tahoma" panose="020B0604030504040204" pitchFamily="34" charset="0"/>
                <a:cs typeface="Tahoma" panose="020B0604030504040204" pitchFamily="34" charset="0"/>
              </a:rPr>
              <a:t>In the field of </a:t>
            </a:r>
            <a:r>
              <a:rPr lang="en-US" b="1" dirty="0">
                <a:latin typeface="Tahoma" panose="020B0604030504040204" pitchFamily="34" charset="0"/>
                <a:ea typeface="Tahoma" panose="020B0604030504040204" pitchFamily="34" charset="0"/>
                <a:cs typeface="Tahoma" panose="020B0604030504040204" pitchFamily="34" charset="0"/>
              </a:rPr>
              <a:t>Sentiment Analysis</a:t>
            </a:r>
            <a:r>
              <a:rPr lang="en-US" dirty="0">
                <a:latin typeface="Tahoma" panose="020B0604030504040204" pitchFamily="34" charset="0"/>
                <a:ea typeface="Tahoma" panose="020B0604030504040204" pitchFamily="34" charset="0"/>
                <a:cs typeface="Tahoma" panose="020B0604030504040204" pitchFamily="34" charset="0"/>
              </a:rPr>
              <a:t> for example, how many humans it would take to read the content of  billions of tweets or posts on social networks in a few minutes?</a:t>
            </a:r>
          </a:p>
          <a:p>
            <a:pPr marL="285750" indent="-285750">
              <a:buFont typeface="Wingdings" panose="05000000000000000000" pitchFamily="2" charset="2"/>
              <a:buChar char="ü"/>
            </a:pPr>
            <a:endParaRPr lang="en-US" dirty="0">
              <a:latin typeface="Tahoma" panose="020B0604030504040204" pitchFamily="34" charset="0"/>
              <a:ea typeface="Tahoma" panose="020B0604030504040204" pitchFamily="34" charset="0"/>
              <a:cs typeface="Tahoma" panose="020B0604030504040204" pitchFamily="34" charset="0"/>
            </a:endParaRPr>
          </a:p>
          <a:p>
            <a:pPr marL="285750" indent="-285750">
              <a:buFont typeface="Wingdings" panose="05000000000000000000" pitchFamily="2" charset="2"/>
              <a:buChar char="ü"/>
            </a:pPr>
            <a:r>
              <a:rPr lang="en-US" dirty="0">
                <a:latin typeface="Tahoma" panose="020B0604030504040204" pitchFamily="34" charset="0"/>
                <a:ea typeface="Tahoma" panose="020B0604030504040204" pitchFamily="34" charset="0"/>
                <a:cs typeface="Tahoma" panose="020B0604030504040204" pitchFamily="34" charset="0"/>
              </a:rPr>
              <a:t>How many humans would be needed to translate the millions of </a:t>
            </a:r>
            <a:r>
              <a:rPr lang="en-US" b="1" dirty="0">
                <a:latin typeface="Tahoma" panose="020B0604030504040204" pitchFamily="34" charset="0"/>
                <a:ea typeface="Tahoma" panose="020B0604030504040204" pitchFamily="34" charset="0"/>
                <a:cs typeface="Tahoma" panose="020B0604030504040204" pitchFamily="34" charset="0"/>
              </a:rPr>
              <a:t>pages published </a:t>
            </a:r>
            <a:r>
              <a:rPr lang="en-US" dirty="0">
                <a:latin typeface="Tahoma" panose="020B0604030504040204" pitchFamily="34" charset="0"/>
                <a:ea typeface="Tahoma" panose="020B0604030504040204" pitchFamily="34" charset="0"/>
                <a:cs typeface="Tahoma" panose="020B0604030504040204" pitchFamily="34" charset="0"/>
              </a:rPr>
              <a:t>each day on the web?</a:t>
            </a:r>
          </a:p>
          <a:p>
            <a:pPr marL="285750" indent="-285750">
              <a:buFont typeface="Wingdings" panose="05000000000000000000" pitchFamily="2" charset="2"/>
              <a:buChar char="ü"/>
            </a:pPr>
            <a:endParaRPr lang="en-US" dirty="0">
              <a:latin typeface="Tahoma" panose="020B0604030504040204" pitchFamily="34" charset="0"/>
              <a:ea typeface="Tahoma" panose="020B0604030504040204" pitchFamily="34" charset="0"/>
              <a:cs typeface="Tahoma" panose="020B0604030504040204" pitchFamily="34" charset="0"/>
            </a:endParaRPr>
          </a:p>
        </p:txBody>
      </p:sp>
      <p:pic>
        <p:nvPicPr>
          <p:cNvPr id="8" name="Immagine 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59260" y="1201478"/>
            <a:ext cx="5744420" cy="3804703"/>
          </a:xfrm>
          <a:prstGeom prst="rect">
            <a:avLst/>
          </a:prstGeom>
        </p:spPr>
      </p:pic>
      <p:sp>
        <p:nvSpPr>
          <p:cNvPr id="9" name="Rettangolo 8"/>
          <p:cNvSpPr/>
          <p:nvPr/>
        </p:nvSpPr>
        <p:spPr>
          <a:xfrm>
            <a:off x="574294" y="5159505"/>
            <a:ext cx="11269772" cy="1477328"/>
          </a:xfrm>
          <a:prstGeom prst="rect">
            <a:avLst/>
          </a:prstGeom>
        </p:spPr>
        <p:txBody>
          <a:bodyPr wrap="square">
            <a:spAutoFit/>
          </a:bodyPr>
          <a:lstStyle/>
          <a:p>
            <a:pPr marL="285750" indent="-285750">
              <a:buFont typeface="Wingdings" panose="05000000000000000000" pitchFamily="2" charset="2"/>
              <a:buChar char="ü"/>
            </a:pPr>
            <a:r>
              <a:rPr lang="en-US" dirty="0">
                <a:latin typeface="Tahoma" panose="020B0604030504040204" pitchFamily="34" charset="0"/>
                <a:ea typeface="Tahoma" panose="020B0604030504040204" pitchFamily="34" charset="0"/>
                <a:cs typeface="Tahoma" panose="020B0604030504040204" pitchFamily="34" charset="0"/>
              </a:rPr>
              <a:t>How many humans it would take to write the transcripts of all of the vast amount of hours of </a:t>
            </a:r>
            <a:r>
              <a:rPr lang="en-US" b="1" dirty="0">
                <a:latin typeface="Tahoma" panose="020B0604030504040204" pitchFamily="34" charset="0"/>
                <a:ea typeface="Tahoma" panose="020B0604030504040204" pitchFamily="34" charset="0"/>
                <a:cs typeface="Tahoma" panose="020B0604030504040204" pitchFamily="34" charset="0"/>
              </a:rPr>
              <a:t>streaming published </a:t>
            </a:r>
            <a:r>
              <a:rPr lang="en-US" dirty="0">
                <a:latin typeface="Tahoma" panose="020B0604030504040204" pitchFamily="34" charset="0"/>
                <a:ea typeface="Tahoma" panose="020B0604030504040204" pitchFamily="34" charset="0"/>
                <a:cs typeface="Tahoma" panose="020B0604030504040204" pitchFamily="34" charset="0"/>
              </a:rPr>
              <a:t>per day on the web?</a:t>
            </a:r>
          </a:p>
          <a:p>
            <a:pPr marL="285750" indent="-285750">
              <a:buFont typeface="Wingdings" panose="05000000000000000000" pitchFamily="2" charset="2"/>
              <a:buChar char="ü"/>
            </a:pPr>
            <a:endParaRPr lang="en-US" dirty="0">
              <a:latin typeface="Tahoma" panose="020B0604030504040204" pitchFamily="34" charset="0"/>
              <a:ea typeface="Tahoma" panose="020B0604030504040204" pitchFamily="34" charset="0"/>
              <a:cs typeface="Tahoma" panose="020B0604030504040204" pitchFamily="34" charset="0"/>
            </a:endParaRPr>
          </a:p>
          <a:p>
            <a:pPr marL="285750" indent="-285750">
              <a:buFont typeface="Wingdings" panose="05000000000000000000" pitchFamily="2" charset="2"/>
              <a:buChar char="ü"/>
            </a:pPr>
            <a:r>
              <a:rPr lang="en-US" dirty="0">
                <a:latin typeface="Tahoma" panose="020B0604030504040204" pitchFamily="34" charset="0"/>
                <a:ea typeface="Tahoma" panose="020B0604030504040204" pitchFamily="34" charset="0"/>
                <a:cs typeface="Tahoma" panose="020B0604030504040204" pitchFamily="34" charset="0"/>
              </a:rPr>
              <a:t>How many humans are required to replace </a:t>
            </a:r>
            <a:r>
              <a:rPr lang="en-US" b="1" dirty="0">
                <a:latin typeface="Tahoma" panose="020B0604030504040204" pitchFamily="34" charset="0"/>
                <a:ea typeface="Tahoma" panose="020B0604030504040204" pitchFamily="34" charset="0"/>
                <a:cs typeface="Tahoma" panose="020B0604030504040204" pitchFamily="34" charset="0"/>
              </a:rPr>
              <a:t>AI image captioning</a:t>
            </a:r>
            <a:r>
              <a:rPr lang="en-US" dirty="0">
                <a:latin typeface="Tahoma" panose="020B0604030504040204" pitchFamily="34" charset="0"/>
                <a:ea typeface="Tahoma" panose="020B0604030504040204" pitchFamily="34" charset="0"/>
                <a:cs typeface="Tahoma" panose="020B0604030504040204" pitchFamily="34" charset="0"/>
              </a:rPr>
              <a:t> for the billions of images that continuously appear online?</a:t>
            </a:r>
            <a:endParaRPr lang="it-IT" dirty="0">
              <a:latin typeface="Tahoma" panose="020B0604030504040204" pitchFamily="34" charset="0"/>
              <a:ea typeface="Tahoma" panose="020B0604030504040204" pitchFamily="34" charset="0"/>
              <a:cs typeface="Tahoma" panose="020B0604030504040204" pitchFamily="34" charset="0"/>
            </a:endParaRPr>
          </a:p>
        </p:txBody>
      </p:sp>
    </p:spTree>
    <p:extLst>
      <p:ext uri="{BB962C8B-B14F-4D97-AF65-F5344CB8AC3E}">
        <p14:creationId xmlns:p14="http://schemas.microsoft.com/office/powerpoint/2010/main" val="413599233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9C634-5B2F-EB57-6082-5DC720B813A1}"/>
            </a:ext>
          </a:extLst>
        </p:cNvPr>
        <p:cNvGrpSpPr/>
        <p:nvPr/>
      </p:nvGrpSpPr>
      <p:grpSpPr>
        <a:xfrm>
          <a:off x="0" y="0"/>
          <a:ext cx="0" cy="0"/>
          <a:chOff x="0" y="0"/>
          <a:chExt cx="0" cy="0"/>
        </a:xfrm>
      </p:grpSpPr>
      <p:sp>
        <p:nvSpPr>
          <p:cNvPr id="5" name="Segnaposto numero diapositiva 4">
            <a:extLst>
              <a:ext uri="{FF2B5EF4-FFF2-40B4-BE49-F238E27FC236}">
                <a16:creationId xmlns:a16="http://schemas.microsoft.com/office/drawing/2014/main" id="{4A6D192E-D33F-A0D5-D38F-C60012962D91}"/>
              </a:ext>
            </a:extLst>
          </p:cNvPr>
          <p:cNvSpPr>
            <a:spLocks noGrp="1"/>
          </p:cNvSpPr>
          <p:nvPr>
            <p:ph type="sldNum" sz="quarter" idx="11"/>
          </p:nvPr>
        </p:nvSpPr>
        <p:spPr/>
        <p:txBody>
          <a:bodyPr/>
          <a:lstStyle/>
          <a:p>
            <a:pPr>
              <a:defRPr/>
            </a:pPr>
            <a:fld id="{48B4153A-D4C5-4CEF-8992-0D8815C829E3}" type="slidenum">
              <a:rPr lang="en-US" smtClean="0"/>
              <a:pPr>
                <a:defRPr/>
              </a:pPr>
              <a:t>38</a:t>
            </a:fld>
            <a:endParaRPr lang="en-US" dirty="0"/>
          </a:p>
        </p:txBody>
      </p:sp>
      <p:sp>
        <p:nvSpPr>
          <p:cNvPr id="28" name="Titolo 2">
            <a:extLst>
              <a:ext uri="{FF2B5EF4-FFF2-40B4-BE49-F238E27FC236}">
                <a16:creationId xmlns:a16="http://schemas.microsoft.com/office/drawing/2014/main" id="{F35675A1-3ADB-3EC0-A6D4-2D22CE6CB45C}"/>
              </a:ext>
            </a:extLst>
          </p:cNvPr>
          <p:cNvSpPr>
            <a:spLocks noGrp="1"/>
          </p:cNvSpPr>
          <p:nvPr>
            <p:ph type="title"/>
          </p:nvPr>
        </p:nvSpPr>
        <p:spPr>
          <a:xfrm>
            <a:off x="603325" y="348971"/>
            <a:ext cx="11269308" cy="3462486"/>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rtlCol="0" anchor="b" anchorCtr="0" compatLnSpc="1">
            <a:prstTxWarp prst="textNoShape">
              <a:avLst/>
            </a:prstTxWarp>
            <a:spAutoFit/>
          </a:bodyPr>
          <a:lstStyle/>
          <a:p>
            <a:r>
              <a:rPr lang="en-GB">
                <a:latin typeface="Tahoma" panose="020B0604030504040204" pitchFamily="34" charset="0"/>
                <a:ea typeface="Tahoma" panose="020B0604030504040204" pitchFamily="34" charset="0"/>
                <a:cs typeface="Tahoma" panose="020B0604030504040204" pitchFamily="34" charset="0"/>
              </a:rPr>
              <a:t>AI 2.0 and Industry 4.0</a:t>
            </a:r>
            <a:br>
              <a:rPr lang="en-GB">
                <a:latin typeface="Tahoma" panose="020B0604030504040204" pitchFamily="34" charset="0"/>
                <a:ea typeface="Tahoma" panose="020B0604030504040204" pitchFamily="34" charset="0"/>
                <a:cs typeface="Tahoma" panose="020B0604030504040204" pitchFamily="34" charset="0"/>
              </a:rPr>
            </a:br>
            <a:br>
              <a:rPr lang="en-GB">
                <a:latin typeface="Tahoma" panose="020B0604030504040204" pitchFamily="34" charset="0"/>
                <a:ea typeface="Tahoma" panose="020B0604030504040204" pitchFamily="34" charset="0"/>
                <a:cs typeface="Tahoma" panose="020B0604030504040204" pitchFamily="34" charset="0"/>
              </a:rPr>
            </a:br>
            <a:br>
              <a:rPr lang="en-GB">
                <a:latin typeface="Tahoma" panose="020B0604030504040204" pitchFamily="34" charset="0"/>
                <a:ea typeface="Tahoma" panose="020B0604030504040204" pitchFamily="34" charset="0"/>
                <a:cs typeface="Tahoma" panose="020B0604030504040204" pitchFamily="34" charset="0"/>
              </a:rPr>
            </a:br>
            <a:br>
              <a:rPr lang="en-GB">
                <a:latin typeface="Tahoma" panose="020B0604030504040204" pitchFamily="34" charset="0"/>
                <a:ea typeface="Tahoma" panose="020B0604030504040204" pitchFamily="34" charset="0"/>
                <a:cs typeface="Tahoma" panose="020B0604030504040204" pitchFamily="34" charset="0"/>
              </a:rPr>
            </a:br>
            <a:br>
              <a:rPr lang="en-US">
                <a:solidFill>
                  <a:srgbClr val="464646"/>
                </a:solidFill>
              </a:rPr>
            </a:br>
            <a:br>
              <a:rPr lang="en-US"/>
            </a:br>
            <a:r>
              <a:rPr lang="en-US">
                <a:solidFill>
                  <a:srgbClr val="464646"/>
                </a:solidFill>
              </a:rPr>
              <a:t> </a:t>
            </a:r>
            <a:br>
              <a:rPr lang="en-US">
                <a:solidFill>
                  <a:srgbClr val="464646"/>
                </a:solidFill>
              </a:rPr>
            </a:br>
            <a:r>
              <a:rPr lang="it-IT">
                <a:solidFill>
                  <a:srgbClr val="464646"/>
                </a:solidFill>
              </a:rPr>
              <a:t> </a:t>
            </a:r>
            <a:br>
              <a:rPr lang="it-IT">
                <a:solidFill>
                  <a:srgbClr val="464646"/>
                </a:solidFill>
              </a:rPr>
            </a:br>
            <a:endParaRPr lang="it-IT" dirty="0"/>
          </a:p>
        </p:txBody>
      </p:sp>
      <p:sp>
        <p:nvSpPr>
          <p:cNvPr id="7" name="Rettangolo 6"/>
          <p:cNvSpPr/>
          <p:nvPr/>
        </p:nvSpPr>
        <p:spPr>
          <a:xfrm>
            <a:off x="562160" y="1225689"/>
            <a:ext cx="6266491" cy="5632311"/>
          </a:xfrm>
          <a:prstGeom prst="rect">
            <a:avLst/>
          </a:prstGeom>
        </p:spPr>
        <p:txBody>
          <a:bodyPr wrap="square">
            <a:spAutoFit/>
          </a:bodyPr>
          <a:lstStyle/>
          <a:p>
            <a:pPr marL="285750" indent="-285750">
              <a:buFont typeface="Wingdings" panose="05000000000000000000" pitchFamily="2" charset="2"/>
              <a:buChar char="ü"/>
            </a:pPr>
            <a:r>
              <a:rPr lang="it-IT" b="1" dirty="0" err="1">
                <a:latin typeface="Tahoma" panose="020B0604030504040204" pitchFamily="34" charset="0"/>
                <a:ea typeface="Tahoma" panose="020B0604030504040204" pitchFamily="34" charset="0"/>
                <a:cs typeface="Tahoma" panose="020B0604030504040204" pitchFamily="34" charset="0"/>
              </a:rPr>
              <a:t>Transformers</a:t>
            </a:r>
            <a:r>
              <a:rPr lang="it-IT" b="1" dirty="0">
                <a:latin typeface="Tahoma" panose="020B0604030504040204" pitchFamily="34" charset="0"/>
                <a:ea typeface="Tahoma" panose="020B0604030504040204" pitchFamily="34" charset="0"/>
                <a:cs typeface="Tahoma" panose="020B0604030504040204" pitchFamily="34" charset="0"/>
              </a:rPr>
              <a:t> </a:t>
            </a:r>
            <a:r>
              <a:rPr lang="it-IT" dirty="0">
                <a:latin typeface="Tahoma" panose="020B0604030504040204" pitchFamily="34" charset="0"/>
                <a:ea typeface="Tahoma" panose="020B0604030504040204" pitchFamily="34" charset="0"/>
                <a:cs typeface="Tahoma" panose="020B0604030504040204" pitchFamily="34" charset="0"/>
              </a:rPr>
              <a:t>are </a:t>
            </a:r>
            <a:r>
              <a:rPr lang="it-IT" b="1" dirty="0" err="1">
                <a:latin typeface="Tahoma" panose="020B0604030504040204" pitchFamily="34" charset="0"/>
                <a:ea typeface="Tahoma" panose="020B0604030504040204" pitchFamily="34" charset="0"/>
                <a:cs typeface="Tahoma" panose="020B0604030504040204" pitchFamily="34" charset="0"/>
              </a:rPr>
              <a:t>industrialized</a:t>
            </a:r>
            <a:r>
              <a:rPr lang="it-IT" dirty="0">
                <a:latin typeface="Tahoma" panose="020B0604030504040204" pitchFamily="34" charset="0"/>
                <a:ea typeface="Tahoma" panose="020B0604030504040204" pitchFamily="34" charset="0"/>
                <a:cs typeface="Tahoma" panose="020B0604030504040204" pitchFamily="34" charset="0"/>
              </a:rPr>
              <a:t>, </a:t>
            </a:r>
            <a:r>
              <a:rPr lang="it-IT" b="1" dirty="0" err="1">
                <a:latin typeface="Tahoma" panose="020B0604030504040204" pitchFamily="34" charset="0"/>
                <a:ea typeface="Tahoma" panose="020B0604030504040204" pitchFamily="34" charset="0"/>
                <a:cs typeface="Tahoma" panose="020B0604030504040204" pitchFamily="34" charset="0"/>
              </a:rPr>
              <a:t>homogenized</a:t>
            </a:r>
            <a:r>
              <a:rPr lang="it-IT" dirty="0">
                <a:latin typeface="Tahoma" panose="020B0604030504040204" pitchFamily="34" charset="0"/>
                <a:ea typeface="Tahoma" panose="020B0604030504040204" pitchFamily="34" charset="0"/>
                <a:cs typeface="Tahoma" panose="020B0604030504040204" pitchFamily="34" charset="0"/>
              </a:rPr>
              <a:t> </a:t>
            </a:r>
            <a:r>
              <a:rPr lang="it-IT" dirty="0" err="1">
                <a:latin typeface="Tahoma" panose="020B0604030504040204" pitchFamily="34" charset="0"/>
                <a:ea typeface="Tahoma" panose="020B0604030504040204" pitchFamily="34" charset="0"/>
                <a:cs typeface="Tahoma" panose="020B0604030504040204" pitchFamily="34" charset="0"/>
              </a:rPr>
              <a:t>deep</a:t>
            </a:r>
            <a:r>
              <a:rPr lang="it-IT" dirty="0">
                <a:latin typeface="Tahoma" panose="020B0604030504040204" pitchFamily="34" charset="0"/>
                <a:ea typeface="Tahoma" panose="020B0604030504040204" pitchFamily="34" charset="0"/>
                <a:cs typeface="Tahoma" panose="020B0604030504040204" pitchFamily="34" charset="0"/>
              </a:rPr>
              <a:t> </a:t>
            </a:r>
            <a:r>
              <a:rPr lang="it-IT" dirty="0" err="1">
                <a:latin typeface="Tahoma" panose="020B0604030504040204" pitchFamily="34" charset="0"/>
                <a:ea typeface="Tahoma" panose="020B0604030504040204" pitchFamily="34" charset="0"/>
                <a:cs typeface="Tahoma" panose="020B0604030504040204" pitchFamily="34" charset="0"/>
              </a:rPr>
              <a:t>learning</a:t>
            </a:r>
            <a:r>
              <a:rPr lang="it-IT" dirty="0">
                <a:latin typeface="Tahoma" panose="020B0604030504040204" pitchFamily="34" charset="0"/>
                <a:ea typeface="Tahoma" panose="020B0604030504040204" pitchFamily="34" charset="0"/>
                <a:cs typeface="Tahoma" panose="020B0604030504040204" pitchFamily="34" charset="0"/>
              </a:rPr>
              <a:t> </a:t>
            </a:r>
            <a:r>
              <a:rPr lang="it-IT" dirty="0" err="1">
                <a:latin typeface="Tahoma" panose="020B0604030504040204" pitchFamily="34" charset="0"/>
                <a:ea typeface="Tahoma" panose="020B0604030504040204" pitchFamily="34" charset="0"/>
                <a:cs typeface="Tahoma" panose="020B0604030504040204" pitchFamily="34" charset="0"/>
              </a:rPr>
              <a:t>models</a:t>
            </a:r>
            <a:r>
              <a:rPr lang="it-IT" dirty="0">
                <a:latin typeface="Tahoma" panose="020B0604030504040204" pitchFamily="34" charset="0"/>
                <a:ea typeface="Tahoma" panose="020B0604030504040204" pitchFamily="34" charset="0"/>
                <a:cs typeface="Tahoma" panose="020B0604030504040204" pitchFamily="34" charset="0"/>
              </a:rPr>
              <a:t> </a:t>
            </a:r>
            <a:r>
              <a:rPr lang="it-IT" dirty="0" err="1">
                <a:latin typeface="Tahoma" panose="020B0604030504040204" pitchFamily="34" charset="0"/>
                <a:ea typeface="Tahoma" panose="020B0604030504040204" pitchFamily="34" charset="0"/>
                <a:cs typeface="Tahoma" panose="020B0604030504040204" pitchFamily="34" charset="0"/>
              </a:rPr>
              <a:t>designed</a:t>
            </a:r>
            <a:r>
              <a:rPr lang="it-IT" dirty="0">
                <a:latin typeface="Tahoma" panose="020B0604030504040204" pitchFamily="34" charset="0"/>
                <a:ea typeface="Tahoma" panose="020B0604030504040204" pitchFamily="34" charset="0"/>
                <a:cs typeface="Tahoma" panose="020B0604030504040204" pitchFamily="34" charset="0"/>
              </a:rPr>
              <a:t> for </a:t>
            </a:r>
            <a:r>
              <a:rPr lang="it-IT" b="1" dirty="0" err="1">
                <a:latin typeface="Tahoma" panose="020B0604030504040204" pitchFamily="34" charset="0"/>
                <a:ea typeface="Tahoma" panose="020B0604030504040204" pitchFamily="34" charset="0"/>
                <a:cs typeface="Tahoma" panose="020B0604030504040204" pitchFamily="34" charset="0"/>
              </a:rPr>
              <a:t>parallel</a:t>
            </a:r>
            <a:r>
              <a:rPr lang="it-IT" dirty="0">
                <a:latin typeface="Tahoma" panose="020B0604030504040204" pitchFamily="34" charset="0"/>
                <a:ea typeface="Tahoma" panose="020B0604030504040204" pitchFamily="34" charset="0"/>
                <a:cs typeface="Tahoma" panose="020B0604030504040204" pitchFamily="34" charset="0"/>
              </a:rPr>
              <a:t> </a:t>
            </a:r>
            <a:r>
              <a:rPr lang="it-IT" dirty="0" err="1">
                <a:latin typeface="Tahoma" panose="020B0604030504040204" pitchFamily="34" charset="0"/>
                <a:ea typeface="Tahoma" panose="020B0604030504040204" pitchFamily="34" charset="0"/>
                <a:cs typeface="Tahoma" panose="020B0604030504040204" pitchFamily="34" charset="0"/>
              </a:rPr>
              <a:t>computing</a:t>
            </a:r>
            <a:r>
              <a:rPr lang="it-IT" dirty="0">
                <a:latin typeface="Tahoma" panose="020B0604030504040204" pitchFamily="34" charset="0"/>
                <a:ea typeface="Tahoma" panose="020B0604030504040204" pitchFamily="34" charset="0"/>
                <a:cs typeface="Tahoma" panose="020B0604030504040204" pitchFamily="34" charset="0"/>
              </a:rPr>
              <a:t> on </a:t>
            </a:r>
            <a:r>
              <a:rPr lang="it-IT" b="1" dirty="0" err="1">
                <a:latin typeface="Tahoma" panose="020B0604030504040204" pitchFamily="34" charset="0"/>
                <a:ea typeface="Tahoma" panose="020B0604030504040204" pitchFamily="34" charset="0"/>
                <a:cs typeface="Tahoma" panose="020B0604030504040204" pitchFamily="34" charset="0"/>
              </a:rPr>
              <a:t>supercomputers</a:t>
            </a:r>
            <a:r>
              <a:rPr lang="it-IT" dirty="0">
                <a:latin typeface="Tahoma" panose="020B0604030504040204" pitchFamily="34" charset="0"/>
                <a:ea typeface="Tahoma" panose="020B0604030504040204" pitchFamily="34" charset="0"/>
                <a:cs typeface="Tahoma" panose="020B0604030504040204" pitchFamily="34" charset="0"/>
              </a:rPr>
              <a:t>. </a:t>
            </a:r>
          </a:p>
          <a:p>
            <a:pPr marL="285750" indent="-285750">
              <a:buFont typeface="Wingdings" panose="05000000000000000000" pitchFamily="2" charset="2"/>
              <a:buChar char="ü"/>
            </a:pPr>
            <a:endParaRPr lang="it-IT" dirty="0">
              <a:latin typeface="Tahoma" panose="020B0604030504040204" pitchFamily="34" charset="0"/>
              <a:ea typeface="Tahoma" panose="020B0604030504040204" pitchFamily="34" charset="0"/>
              <a:cs typeface="Tahoma" panose="020B0604030504040204" pitchFamily="34" charset="0"/>
            </a:endParaRPr>
          </a:p>
          <a:p>
            <a:pPr marL="285750" indent="-285750">
              <a:buFont typeface="Wingdings" panose="05000000000000000000" pitchFamily="2" charset="2"/>
              <a:buChar char="ü"/>
            </a:pPr>
            <a:r>
              <a:rPr lang="it-IT" dirty="0" err="1">
                <a:latin typeface="Tahoma" panose="020B0604030504040204" pitchFamily="34" charset="0"/>
                <a:ea typeface="Tahoma" panose="020B0604030504040204" pitchFamily="34" charset="0"/>
                <a:cs typeface="Tahoma" panose="020B0604030504040204" pitchFamily="34" charset="0"/>
              </a:rPr>
              <a:t>Thanks</a:t>
            </a:r>
            <a:r>
              <a:rPr lang="it-IT" dirty="0">
                <a:latin typeface="Tahoma" panose="020B0604030504040204" pitchFamily="34" charset="0"/>
                <a:ea typeface="Tahoma" panose="020B0604030504040204" pitchFamily="34" charset="0"/>
                <a:cs typeface="Tahoma" panose="020B0604030504040204" pitchFamily="34" charset="0"/>
              </a:rPr>
              <a:t> to </a:t>
            </a:r>
            <a:r>
              <a:rPr lang="it-IT" b="1" dirty="0" err="1">
                <a:latin typeface="Tahoma" panose="020B0604030504040204" pitchFamily="34" charset="0"/>
                <a:ea typeface="Tahoma" panose="020B0604030504040204" pitchFamily="34" charset="0"/>
                <a:cs typeface="Tahoma" panose="020B0604030504040204" pitchFamily="34" charset="0"/>
              </a:rPr>
              <a:t>homogenization</a:t>
            </a:r>
            <a:r>
              <a:rPr lang="it-IT" dirty="0">
                <a:latin typeface="Tahoma" panose="020B0604030504040204" pitchFamily="34" charset="0"/>
                <a:ea typeface="Tahoma" panose="020B0604030504040204" pitchFamily="34" charset="0"/>
                <a:cs typeface="Tahoma" panose="020B0604030504040204" pitchFamily="34" charset="0"/>
              </a:rPr>
              <a:t>, </a:t>
            </a:r>
            <a:r>
              <a:rPr lang="it-IT" dirty="0" err="1">
                <a:latin typeface="Tahoma" panose="020B0604030504040204" pitchFamily="34" charset="0"/>
                <a:ea typeface="Tahoma" panose="020B0604030504040204" pitchFamily="34" charset="0"/>
                <a:cs typeface="Tahoma" panose="020B0604030504040204" pitchFamily="34" charset="0"/>
              </a:rPr>
              <a:t>one</a:t>
            </a:r>
            <a:r>
              <a:rPr lang="it-IT" dirty="0">
                <a:latin typeface="Tahoma" panose="020B0604030504040204" pitchFamily="34" charset="0"/>
                <a:ea typeface="Tahoma" panose="020B0604030504040204" pitchFamily="34" charset="0"/>
                <a:cs typeface="Tahoma" panose="020B0604030504040204" pitchFamily="34" charset="0"/>
              </a:rPr>
              <a:t> transformer model </a:t>
            </a:r>
            <a:r>
              <a:rPr lang="it-IT" dirty="0" err="1">
                <a:latin typeface="Tahoma" panose="020B0604030504040204" pitchFamily="34" charset="0"/>
                <a:ea typeface="Tahoma" panose="020B0604030504040204" pitchFamily="34" charset="0"/>
                <a:cs typeface="Tahoma" panose="020B0604030504040204" pitchFamily="34" charset="0"/>
              </a:rPr>
              <a:t>addresses</a:t>
            </a:r>
            <a:r>
              <a:rPr lang="it-IT" dirty="0">
                <a:latin typeface="Tahoma" panose="020B0604030504040204" pitchFamily="34" charset="0"/>
                <a:ea typeface="Tahoma" panose="020B0604030504040204" pitchFamily="34" charset="0"/>
                <a:cs typeface="Tahoma" panose="020B0604030504040204" pitchFamily="34" charset="0"/>
              </a:rPr>
              <a:t> a wide </a:t>
            </a:r>
            <a:r>
              <a:rPr lang="it-IT" dirty="0" err="1">
                <a:latin typeface="Tahoma" panose="020B0604030504040204" pitchFamily="34" charset="0"/>
                <a:ea typeface="Tahoma" panose="020B0604030504040204" pitchFamily="34" charset="0"/>
                <a:cs typeface="Tahoma" panose="020B0604030504040204" pitchFamily="34" charset="0"/>
              </a:rPr>
              <a:t>range</a:t>
            </a:r>
            <a:r>
              <a:rPr lang="it-IT" dirty="0">
                <a:latin typeface="Tahoma" panose="020B0604030504040204" pitchFamily="34" charset="0"/>
                <a:ea typeface="Tahoma" panose="020B0604030504040204" pitchFamily="34" charset="0"/>
                <a:cs typeface="Tahoma" panose="020B0604030504040204" pitchFamily="34" charset="0"/>
              </a:rPr>
              <a:t> of </a:t>
            </a:r>
            <a:r>
              <a:rPr lang="it-IT" dirty="0" err="1">
                <a:latin typeface="Tahoma" panose="020B0604030504040204" pitchFamily="34" charset="0"/>
                <a:ea typeface="Tahoma" panose="020B0604030504040204" pitchFamily="34" charset="0"/>
                <a:cs typeface="Tahoma" panose="020B0604030504040204" pitchFamily="34" charset="0"/>
              </a:rPr>
              <a:t>tasks</a:t>
            </a:r>
            <a:r>
              <a:rPr lang="it-IT" dirty="0">
                <a:latin typeface="Tahoma" panose="020B0604030504040204" pitchFamily="34" charset="0"/>
                <a:ea typeface="Tahoma" panose="020B0604030504040204" pitchFamily="34" charset="0"/>
                <a:cs typeface="Tahoma" panose="020B0604030504040204" pitchFamily="34" charset="0"/>
              </a:rPr>
              <a:t> with no fine-</a:t>
            </a:r>
            <a:r>
              <a:rPr lang="it-IT" dirty="0" err="1">
                <a:latin typeface="Tahoma" panose="020B0604030504040204" pitchFamily="34" charset="0"/>
                <a:ea typeface="Tahoma" panose="020B0604030504040204" pitchFamily="34" charset="0"/>
                <a:cs typeface="Tahoma" panose="020B0604030504040204" pitchFamily="34" charset="0"/>
              </a:rPr>
              <a:t>tuning</a:t>
            </a:r>
            <a:r>
              <a:rPr lang="it-IT" dirty="0">
                <a:latin typeface="Tahoma" panose="020B0604030504040204" pitchFamily="34" charset="0"/>
                <a:ea typeface="Tahoma" panose="020B0604030504040204" pitchFamily="34" charset="0"/>
                <a:cs typeface="Tahoma" panose="020B0604030504040204" pitchFamily="34" charset="0"/>
              </a:rPr>
              <a:t>. </a:t>
            </a:r>
            <a:r>
              <a:rPr lang="it-IT" dirty="0" err="1">
                <a:latin typeface="Tahoma" panose="020B0604030504040204" pitchFamily="34" charset="0"/>
                <a:ea typeface="Tahoma" panose="020B0604030504040204" pitchFamily="34" charset="0"/>
                <a:cs typeface="Tahoma" panose="020B0604030504040204" pitchFamily="34" charset="0"/>
              </a:rPr>
              <a:t>Transformers</a:t>
            </a:r>
            <a:r>
              <a:rPr lang="it-IT" dirty="0">
                <a:latin typeface="Tahoma" panose="020B0604030504040204" pitchFamily="34" charset="0"/>
                <a:ea typeface="Tahoma" panose="020B0604030504040204" pitchFamily="34" charset="0"/>
                <a:cs typeface="Tahoma" panose="020B0604030504040204" pitchFamily="34" charset="0"/>
              </a:rPr>
              <a:t> can </a:t>
            </a:r>
            <a:r>
              <a:rPr lang="it-IT" dirty="0" err="1">
                <a:latin typeface="Tahoma" panose="020B0604030504040204" pitchFamily="34" charset="0"/>
                <a:ea typeface="Tahoma" panose="020B0604030504040204" pitchFamily="34" charset="0"/>
                <a:cs typeface="Tahoma" panose="020B0604030504040204" pitchFamily="34" charset="0"/>
              </a:rPr>
              <a:t>perform</a:t>
            </a:r>
            <a:r>
              <a:rPr lang="it-IT" dirty="0">
                <a:latin typeface="Tahoma" panose="020B0604030504040204" pitchFamily="34" charset="0"/>
                <a:ea typeface="Tahoma" panose="020B0604030504040204" pitchFamily="34" charset="0"/>
                <a:cs typeface="Tahoma" panose="020B0604030504040204" pitchFamily="34" charset="0"/>
              </a:rPr>
              <a:t> self-</a:t>
            </a:r>
            <a:r>
              <a:rPr lang="it-IT" dirty="0" err="1">
                <a:latin typeface="Tahoma" panose="020B0604030504040204" pitchFamily="34" charset="0"/>
                <a:ea typeface="Tahoma" panose="020B0604030504040204" pitchFamily="34" charset="0"/>
                <a:cs typeface="Tahoma" panose="020B0604030504040204" pitchFamily="34" charset="0"/>
              </a:rPr>
              <a:t>supervised</a:t>
            </a:r>
            <a:r>
              <a:rPr lang="it-IT" dirty="0">
                <a:latin typeface="Tahoma" panose="020B0604030504040204" pitchFamily="34" charset="0"/>
                <a:ea typeface="Tahoma" panose="020B0604030504040204" pitchFamily="34" charset="0"/>
                <a:cs typeface="Tahoma" panose="020B0604030504040204" pitchFamily="34" charset="0"/>
              </a:rPr>
              <a:t> </a:t>
            </a:r>
            <a:r>
              <a:rPr lang="it-IT" dirty="0" err="1">
                <a:latin typeface="Tahoma" panose="020B0604030504040204" pitchFamily="34" charset="0"/>
                <a:ea typeface="Tahoma" panose="020B0604030504040204" pitchFamily="34" charset="0"/>
                <a:cs typeface="Tahoma" panose="020B0604030504040204" pitchFamily="34" charset="0"/>
              </a:rPr>
              <a:t>learning</a:t>
            </a:r>
            <a:r>
              <a:rPr lang="it-IT" dirty="0">
                <a:latin typeface="Tahoma" panose="020B0604030504040204" pitchFamily="34" charset="0"/>
                <a:ea typeface="Tahoma" panose="020B0604030504040204" pitchFamily="34" charset="0"/>
                <a:cs typeface="Tahoma" panose="020B0604030504040204" pitchFamily="34" charset="0"/>
              </a:rPr>
              <a:t> on </a:t>
            </a:r>
            <a:r>
              <a:rPr lang="it-IT" dirty="0" err="1">
                <a:latin typeface="Tahoma" panose="020B0604030504040204" pitchFamily="34" charset="0"/>
                <a:ea typeface="Tahoma" panose="020B0604030504040204" pitchFamily="34" charset="0"/>
                <a:cs typeface="Tahoma" panose="020B0604030504040204" pitchFamily="34" charset="0"/>
              </a:rPr>
              <a:t>billions</a:t>
            </a:r>
            <a:r>
              <a:rPr lang="it-IT" dirty="0">
                <a:latin typeface="Tahoma" panose="020B0604030504040204" pitchFamily="34" charset="0"/>
                <a:ea typeface="Tahoma" panose="020B0604030504040204" pitchFamily="34" charset="0"/>
                <a:cs typeface="Tahoma" panose="020B0604030504040204" pitchFamily="34" charset="0"/>
              </a:rPr>
              <a:t> of </a:t>
            </a:r>
            <a:r>
              <a:rPr lang="it-IT" dirty="0" err="1">
                <a:latin typeface="Tahoma" panose="020B0604030504040204" pitchFamily="34" charset="0"/>
                <a:ea typeface="Tahoma" panose="020B0604030504040204" pitchFamily="34" charset="0"/>
                <a:cs typeface="Tahoma" panose="020B0604030504040204" pitchFamily="34" charset="0"/>
              </a:rPr>
              <a:t>records</a:t>
            </a:r>
            <a:r>
              <a:rPr lang="it-IT" dirty="0">
                <a:latin typeface="Tahoma" panose="020B0604030504040204" pitchFamily="34" charset="0"/>
                <a:ea typeface="Tahoma" panose="020B0604030504040204" pitchFamily="34" charset="0"/>
                <a:cs typeface="Tahoma" panose="020B0604030504040204" pitchFamily="34" charset="0"/>
              </a:rPr>
              <a:t> of </a:t>
            </a:r>
            <a:r>
              <a:rPr lang="it-IT" dirty="0" err="1">
                <a:latin typeface="Tahoma" panose="020B0604030504040204" pitchFamily="34" charset="0"/>
                <a:ea typeface="Tahoma" panose="020B0604030504040204" pitchFamily="34" charset="0"/>
                <a:cs typeface="Tahoma" panose="020B0604030504040204" pitchFamily="34" charset="0"/>
              </a:rPr>
              <a:t>raw</a:t>
            </a:r>
            <a:r>
              <a:rPr lang="it-IT" dirty="0">
                <a:latin typeface="Tahoma" panose="020B0604030504040204" pitchFamily="34" charset="0"/>
                <a:ea typeface="Tahoma" panose="020B0604030504040204" pitchFamily="34" charset="0"/>
                <a:cs typeface="Tahoma" panose="020B0604030504040204" pitchFamily="34" charset="0"/>
              </a:rPr>
              <a:t> </a:t>
            </a:r>
            <a:r>
              <a:rPr lang="it-IT" dirty="0" err="1">
                <a:latin typeface="Tahoma" panose="020B0604030504040204" pitchFamily="34" charset="0"/>
                <a:ea typeface="Tahoma" panose="020B0604030504040204" pitchFamily="34" charset="0"/>
                <a:cs typeface="Tahoma" panose="020B0604030504040204" pitchFamily="34" charset="0"/>
              </a:rPr>
              <a:t>unlabeled</a:t>
            </a:r>
            <a:r>
              <a:rPr lang="it-IT" dirty="0">
                <a:latin typeface="Tahoma" panose="020B0604030504040204" pitchFamily="34" charset="0"/>
                <a:ea typeface="Tahoma" panose="020B0604030504040204" pitchFamily="34" charset="0"/>
                <a:cs typeface="Tahoma" panose="020B0604030504040204" pitchFamily="34" charset="0"/>
              </a:rPr>
              <a:t> data with </a:t>
            </a:r>
            <a:r>
              <a:rPr lang="it-IT" dirty="0" err="1">
                <a:latin typeface="Tahoma" panose="020B0604030504040204" pitchFamily="34" charset="0"/>
                <a:ea typeface="Tahoma" panose="020B0604030504040204" pitchFamily="34" charset="0"/>
                <a:cs typeface="Tahoma" panose="020B0604030504040204" pitchFamily="34" charset="0"/>
              </a:rPr>
              <a:t>billions</a:t>
            </a:r>
            <a:r>
              <a:rPr lang="it-IT" dirty="0">
                <a:latin typeface="Tahoma" panose="020B0604030504040204" pitchFamily="34" charset="0"/>
                <a:ea typeface="Tahoma" panose="020B0604030504040204" pitchFamily="34" charset="0"/>
                <a:cs typeface="Tahoma" panose="020B0604030504040204" pitchFamily="34" charset="0"/>
              </a:rPr>
              <a:t> of </a:t>
            </a:r>
            <a:r>
              <a:rPr lang="it-IT" dirty="0" err="1">
                <a:latin typeface="Tahoma" panose="020B0604030504040204" pitchFamily="34" charset="0"/>
                <a:ea typeface="Tahoma" panose="020B0604030504040204" pitchFamily="34" charset="0"/>
                <a:cs typeface="Tahoma" panose="020B0604030504040204" pitchFamily="34" charset="0"/>
              </a:rPr>
              <a:t>parameters</a:t>
            </a:r>
            <a:r>
              <a:rPr lang="it-IT" dirty="0">
                <a:latin typeface="Tahoma" panose="020B0604030504040204" pitchFamily="34" charset="0"/>
                <a:ea typeface="Tahoma" panose="020B0604030504040204" pitchFamily="34" charset="0"/>
                <a:cs typeface="Tahoma" panose="020B0604030504040204" pitchFamily="34" charset="0"/>
              </a:rPr>
              <a:t>.</a:t>
            </a:r>
          </a:p>
          <a:p>
            <a:pPr marL="285750" indent="-285750">
              <a:buFont typeface="Wingdings" panose="05000000000000000000" pitchFamily="2" charset="2"/>
              <a:buChar char="ü"/>
            </a:pPr>
            <a:endParaRPr lang="it-IT" dirty="0">
              <a:latin typeface="Tahoma" panose="020B0604030504040204" pitchFamily="34" charset="0"/>
              <a:ea typeface="Tahoma" panose="020B0604030504040204" pitchFamily="34" charset="0"/>
              <a:cs typeface="Tahoma" panose="020B0604030504040204" pitchFamily="34" charset="0"/>
            </a:endParaRPr>
          </a:p>
          <a:p>
            <a:pPr marL="285750" indent="-285750">
              <a:buFont typeface="Wingdings" panose="05000000000000000000" pitchFamily="2" charset="2"/>
              <a:buChar char="ü"/>
            </a:pPr>
            <a:r>
              <a:rPr lang="en-US" dirty="0">
                <a:latin typeface="Tahoma" panose="020B0604030504040204" pitchFamily="34" charset="0"/>
                <a:ea typeface="Tahoma" panose="020B0604030504040204" pitchFamily="34" charset="0"/>
                <a:cs typeface="Tahoma" panose="020B0604030504040204" pitchFamily="34" charset="0"/>
              </a:rPr>
              <a:t>These particular architectures are called foundation models. </a:t>
            </a:r>
            <a:r>
              <a:rPr lang="en-US" b="1" dirty="0">
                <a:latin typeface="Tahoma" panose="020B0604030504040204" pitchFamily="34" charset="0"/>
                <a:ea typeface="Tahoma" panose="020B0604030504040204" pitchFamily="34" charset="0"/>
                <a:cs typeface="Tahoma" panose="020B0604030504040204" pitchFamily="34" charset="0"/>
              </a:rPr>
              <a:t>Foundation model </a:t>
            </a:r>
            <a:r>
              <a:rPr lang="en-US" dirty="0">
                <a:latin typeface="Tahoma" panose="020B0604030504040204" pitchFamily="34" charset="0"/>
                <a:ea typeface="Tahoma" panose="020B0604030504040204" pitchFamily="34" charset="0"/>
                <a:cs typeface="Tahoma" panose="020B0604030504040204" pitchFamily="34" charset="0"/>
              </a:rPr>
              <a:t>transformers represent the edge of the </a:t>
            </a:r>
            <a:r>
              <a:rPr lang="en-US" b="1" dirty="0">
                <a:latin typeface="Tahoma" panose="020B0604030504040204" pitchFamily="34" charset="0"/>
                <a:ea typeface="Tahoma" panose="020B0604030504040204" pitchFamily="34" charset="0"/>
                <a:cs typeface="Tahoma" panose="020B0604030504040204" pitchFamily="34" charset="0"/>
              </a:rPr>
              <a:t>Fourth Industrial Revolution</a:t>
            </a:r>
            <a:r>
              <a:rPr lang="en-US" dirty="0">
                <a:latin typeface="Tahoma" panose="020B0604030504040204" pitchFamily="34" charset="0"/>
                <a:ea typeface="Tahoma" panose="020B0604030504040204" pitchFamily="34" charset="0"/>
                <a:cs typeface="Tahoma" panose="020B0604030504040204" pitchFamily="34" charset="0"/>
              </a:rPr>
              <a:t> that began in </a:t>
            </a:r>
            <a:r>
              <a:rPr lang="en-US" b="1" dirty="0">
                <a:latin typeface="Tahoma" panose="020B0604030504040204" pitchFamily="34" charset="0"/>
                <a:ea typeface="Tahoma" panose="020B0604030504040204" pitchFamily="34" charset="0"/>
                <a:cs typeface="Tahoma" panose="020B0604030504040204" pitchFamily="34" charset="0"/>
              </a:rPr>
              <a:t>2015</a:t>
            </a:r>
            <a:r>
              <a:rPr lang="en-US" dirty="0">
                <a:latin typeface="Tahoma" panose="020B0604030504040204" pitchFamily="34" charset="0"/>
                <a:ea typeface="Tahoma" panose="020B0604030504040204" pitchFamily="34" charset="0"/>
                <a:cs typeface="Tahoma" panose="020B0604030504040204" pitchFamily="34" charset="0"/>
              </a:rPr>
              <a:t> with machine-to-machine automation that will connect everything to everything. </a:t>
            </a:r>
          </a:p>
          <a:p>
            <a:pPr marL="285750" indent="-285750">
              <a:buFont typeface="Wingdings" panose="05000000000000000000" pitchFamily="2" charset="2"/>
              <a:buChar char="ü"/>
            </a:pPr>
            <a:endParaRPr lang="en-US" dirty="0">
              <a:latin typeface="Tahoma" panose="020B0604030504040204" pitchFamily="34" charset="0"/>
              <a:ea typeface="Tahoma" panose="020B0604030504040204" pitchFamily="34" charset="0"/>
              <a:cs typeface="Tahoma" panose="020B0604030504040204" pitchFamily="34" charset="0"/>
            </a:endParaRPr>
          </a:p>
          <a:p>
            <a:pPr marL="285750" indent="-285750">
              <a:buFont typeface="Wingdings" panose="05000000000000000000" pitchFamily="2" charset="2"/>
              <a:buChar char="ü"/>
            </a:pPr>
            <a:r>
              <a:rPr lang="it-IT" b="1" dirty="0" err="1">
                <a:latin typeface="Tahoma" panose="020B0604030504040204" pitchFamily="34" charset="0"/>
                <a:ea typeface="Tahoma" panose="020B0604030504040204" pitchFamily="34" charset="0"/>
                <a:cs typeface="Tahoma" panose="020B0604030504040204" pitchFamily="34" charset="0"/>
              </a:rPr>
              <a:t>Artificial</a:t>
            </a:r>
            <a:r>
              <a:rPr lang="it-IT" b="1" dirty="0">
                <a:latin typeface="Tahoma" panose="020B0604030504040204" pitchFamily="34" charset="0"/>
                <a:ea typeface="Tahoma" panose="020B0604030504040204" pitchFamily="34" charset="0"/>
                <a:cs typeface="Tahoma" panose="020B0604030504040204" pitchFamily="34" charset="0"/>
              </a:rPr>
              <a:t> intelligence</a:t>
            </a:r>
            <a:r>
              <a:rPr lang="it-IT" dirty="0">
                <a:latin typeface="Tahoma" panose="020B0604030504040204" pitchFamily="34" charset="0"/>
                <a:ea typeface="Tahoma" panose="020B0604030504040204" pitchFamily="34" charset="0"/>
                <a:cs typeface="Tahoma" panose="020B0604030504040204" pitchFamily="34" charset="0"/>
              </a:rPr>
              <a:t> in general and </a:t>
            </a:r>
            <a:r>
              <a:rPr lang="it-IT" dirty="0" err="1">
                <a:latin typeface="Tahoma" panose="020B0604030504040204" pitchFamily="34" charset="0"/>
                <a:ea typeface="Tahoma" panose="020B0604030504040204" pitchFamily="34" charset="0"/>
                <a:cs typeface="Tahoma" panose="020B0604030504040204" pitchFamily="34" charset="0"/>
              </a:rPr>
              <a:t>specifically</a:t>
            </a:r>
            <a:r>
              <a:rPr lang="it-IT" dirty="0">
                <a:latin typeface="Tahoma" panose="020B0604030504040204" pitchFamily="34" charset="0"/>
                <a:ea typeface="Tahoma" panose="020B0604030504040204" pitchFamily="34" charset="0"/>
                <a:cs typeface="Tahoma" panose="020B0604030504040204" pitchFamily="34" charset="0"/>
              </a:rPr>
              <a:t> </a:t>
            </a:r>
            <a:r>
              <a:rPr lang="it-IT" b="1" dirty="0">
                <a:latin typeface="Tahoma" panose="020B0604030504040204" pitchFamily="34" charset="0"/>
                <a:ea typeface="Tahoma" panose="020B0604030504040204" pitchFamily="34" charset="0"/>
                <a:cs typeface="Tahoma" panose="020B0604030504040204" pitchFamily="34" charset="0"/>
              </a:rPr>
              <a:t>Natural Language Processing (NLP)</a:t>
            </a:r>
            <a:r>
              <a:rPr lang="it-IT" dirty="0">
                <a:latin typeface="Tahoma" panose="020B0604030504040204" pitchFamily="34" charset="0"/>
                <a:ea typeface="Tahoma" panose="020B0604030504040204" pitchFamily="34" charset="0"/>
                <a:cs typeface="Tahoma" panose="020B0604030504040204" pitchFamily="34" charset="0"/>
              </a:rPr>
              <a:t> for </a:t>
            </a:r>
            <a:r>
              <a:rPr lang="it-IT" b="1" dirty="0" err="1">
                <a:latin typeface="Tahoma" panose="020B0604030504040204" pitchFamily="34" charset="0"/>
                <a:ea typeface="Tahoma" panose="020B0604030504040204" pitchFamily="34" charset="0"/>
                <a:cs typeface="Tahoma" panose="020B0604030504040204" pitchFamily="34" charset="0"/>
              </a:rPr>
              <a:t>Industry</a:t>
            </a:r>
            <a:r>
              <a:rPr lang="it-IT" b="1" dirty="0">
                <a:latin typeface="Tahoma" panose="020B0604030504040204" pitchFamily="34" charset="0"/>
                <a:ea typeface="Tahoma" panose="020B0604030504040204" pitchFamily="34" charset="0"/>
                <a:cs typeface="Tahoma" panose="020B0604030504040204" pitchFamily="34" charset="0"/>
              </a:rPr>
              <a:t> 4.0 (I4.0)</a:t>
            </a:r>
            <a:r>
              <a:rPr lang="it-IT" dirty="0">
                <a:latin typeface="Tahoma" panose="020B0604030504040204" pitchFamily="34" charset="0"/>
                <a:ea typeface="Tahoma" panose="020B0604030504040204" pitchFamily="34" charset="0"/>
                <a:cs typeface="Tahoma" panose="020B0604030504040204" pitchFamily="34" charset="0"/>
              </a:rPr>
              <a:t> </a:t>
            </a:r>
            <a:r>
              <a:rPr lang="it-IT" dirty="0" err="1">
                <a:latin typeface="Tahoma" panose="020B0604030504040204" pitchFamily="34" charset="0"/>
                <a:ea typeface="Tahoma" panose="020B0604030504040204" pitchFamily="34" charset="0"/>
                <a:cs typeface="Tahoma" panose="020B0604030504040204" pitchFamily="34" charset="0"/>
              </a:rPr>
              <a:t>has</a:t>
            </a:r>
            <a:r>
              <a:rPr lang="it-IT" dirty="0">
                <a:latin typeface="Tahoma" panose="020B0604030504040204" pitchFamily="34" charset="0"/>
                <a:ea typeface="Tahoma" panose="020B0604030504040204" pitchFamily="34" charset="0"/>
                <a:cs typeface="Tahoma" panose="020B0604030504040204" pitchFamily="34" charset="0"/>
              </a:rPr>
              <a:t> </a:t>
            </a:r>
            <a:r>
              <a:rPr lang="it-IT" dirty="0" err="1">
                <a:latin typeface="Tahoma" panose="020B0604030504040204" pitchFamily="34" charset="0"/>
                <a:ea typeface="Tahoma" panose="020B0604030504040204" pitchFamily="34" charset="0"/>
                <a:cs typeface="Tahoma" panose="020B0604030504040204" pitchFamily="34" charset="0"/>
              </a:rPr>
              <a:t>gone</a:t>
            </a:r>
            <a:r>
              <a:rPr lang="it-IT" dirty="0">
                <a:latin typeface="Tahoma" panose="020B0604030504040204" pitchFamily="34" charset="0"/>
                <a:ea typeface="Tahoma" panose="020B0604030504040204" pitchFamily="34" charset="0"/>
                <a:cs typeface="Tahoma" panose="020B0604030504040204" pitchFamily="34" charset="0"/>
              </a:rPr>
              <a:t> far </a:t>
            </a:r>
            <a:r>
              <a:rPr lang="it-IT" dirty="0" err="1">
                <a:latin typeface="Tahoma" panose="020B0604030504040204" pitchFamily="34" charset="0"/>
                <a:ea typeface="Tahoma" panose="020B0604030504040204" pitchFamily="34" charset="0"/>
                <a:cs typeface="Tahoma" panose="020B0604030504040204" pitchFamily="34" charset="0"/>
              </a:rPr>
              <a:t>beyond</a:t>
            </a:r>
            <a:r>
              <a:rPr lang="it-IT" dirty="0">
                <a:latin typeface="Tahoma" panose="020B0604030504040204" pitchFamily="34" charset="0"/>
                <a:ea typeface="Tahoma" panose="020B0604030504040204" pitchFamily="34" charset="0"/>
                <a:cs typeface="Tahoma" panose="020B0604030504040204" pitchFamily="34" charset="0"/>
              </a:rPr>
              <a:t> the software </a:t>
            </a:r>
            <a:r>
              <a:rPr lang="it-IT" dirty="0" err="1">
                <a:latin typeface="Tahoma" panose="020B0604030504040204" pitchFamily="34" charset="0"/>
                <a:ea typeface="Tahoma" panose="020B0604030504040204" pitchFamily="34" charset="0"/>
                <a:cs typeface="Tahoma" panose="020B0604030504040204" pitchFamily="34" charset="0"/>
              </a:rPr>
              <a:t>practices</a:t>
            </a:r>
            <a:r>
              <a:rPr lang="it-IT" dirty="0">
                <a:latin typeface="Tahoma" panose="020B0604030504040204" pitchFamily="34" charset="0"/>
                <a:ea typeface="Tahoma" panose="020B0604030504040204" pitchFamily="34" charset="0"/>
                <a:cs typeface="Tahoma" panose="020B0604030504040204" pitchFamily="34" charset="0"/>
              </a:rPr>
              <a:t> of the </a:t>
            </a:r>
            <a:r>
              <a:rPr lang="it-IT" dirty="0" err="1">
                <a:latin typeface="Tahoma" panose="020B0604030504040204" pitchFamily="34" charset="0"/>
                <a:ea typeface="Tahoma" panose="020B0604030504040204" pitchFamily="34" charset="0"/>
                <a:cs typeface="Tahoma" panose="020B0604030504040204" pitchFamily="34" charset="0"/>
              </a:rPr>
              <a:t>past</a:t>
            </a:r>
            <a:r>
              <a:rPr lang="it-IT" dirty="0">
                <a:latin typeface="Tahoma" panose="020B0604030504040204" pitchFamily="34" charset="0"/>
                <a:ea typeface="Tahoma" panose="020B0604030504040204" pitchFamily="34" charset="0"/>
                <a:cs typeface="Tahoma" panose="020B0604030504040204" pitchFamily="34" charset="0"/>
              </a:rPr>
              <a:t>.</a:t>
            </a:r>
          </a:p>
        </p:txBody>
      </p:sp>
      <p:pic>
        <p:nvPicPr>
          <p:cNvPr id="10" name="Immagine 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828651" y="1127048"/>
            <a:ext cx="4937778" cy="2616816"/>
          </a:xfrm>
          <a:prstGeom prst="rect">
            <a:avLst/>
          </a:prstGeom>
        </p:spPr>
      </p:pic>
      <p:sp>
        <p:nvSpPr>
          <p:cNvPr id="11" name="Rettangolo 10"/>
          <p:cNvSpPr/>
          <p:nvPr/>
        </p:nvSpPr>
        <p:spPr>
          <a:xfrm>
            <a:off x="6702426" y="3887977"/>
            <a:ext cx="5190227" cy="2585323"/>
          </a:xfrm>
          <a:prstGeom prst="rect">
            <a:avLst/>
          </a:prstGeom>
        </p:spPr>
        <p:txBody>
          <a:bodyPr wrap="square">
            <a:spAutoFit/>
          </a:bodyPr>
          <a:lstStyle/>
          <a:p>
            <a:pPr marL="285750" indent="-285750">
              <a:buFont typeface="Wingdings" panose="05000000000000000000" pitchFamily="2" charset="2"/>
              <a:buChar char="ü"/>
            </a:pPr>
            <a:r>
              <a:rPr lang="it-IT" dirty="0"/>
              <a:t>An </a:t>
            </a:r>
            <a:r>
              <a:rPr lang="it-IT" b="1" dirty="0" err="1"/>
              <a:t>Industry</a:t>
            </a:r>
            <a:r>
              <a:rPr lang="it-IT" b="1" dirty="0"/>
              <a:t> 4.0 </a:t>
            </a:r>
            <a:r>
              <a:rPr lang="it-IT" dirty="0"/>
              <a:t>Project Manager </a:t>
            </a:r>
            <a:r>
              <a:rPr lang="it-IT" dirty="0" err="1"/>
              <a:t>may</a:t>
            </a:r>
            <a:r>
              <a:rPr lang="it-IT" dirty="0"/>
              <a:t> go to </a:t>
            </a:r>
            <a:r>
              <a:rPr lang="it-IT" dirty="0" err="1"/>
              <a:t>OpenAI’s</a:t>
            </a:r>
            <a:r>
              <a:rPr lang="it-IT" dirty="0"/>
              <a:t> </a:t>
            </a:r>
            <a:r>
              <a:rPr lang="it-IT" dirty="0" err="1"/>
              <a:t>cloud</a:t>
            </a:r>
            <a:r>
              <a:rPr lang="it-IT" dirty="0"/>
              <a:t> </a:t>
            </a:r>
            <a:r>
              <a:rPr lang="it-IT" dirty="0" err="1"/>
              <a:t>platform</a:t>
            </a:r>
            <a:r>
              <a:rPr lang="it-IT" dirty="0"/>
              <a:t>, </a:t>
            </a:r>
            <a:r>
              <a:rPr lang="it-IT" dirty="0" err="1"/>
              <a:t>sign</a:t>
            </a:r>
            <a:r>
              <a:rPr lang="it-IT" dirty="0"/>
              <a:t> up, </a:t>
            </a:r>
            <a:r>
              <a:rPr lang="it-IT" dirty="0" err="1"/>
              <a:t>obtain</a:t>
            </a:r>
            <a:r>
              <a:rPr lang="it-IT" dirty="0"/>
              <a:t> an </a:t>
            </a:r>
            <a:r>
              <a:rPr lang="it-IT" b="1" dirty="0"/>
              <a:t>API </a:t>
            </a:r>
            <a:r>
              <a:rPr lang="it-IT" b="1" dirty="0" err="1"/>
              <a:t>key</a:t>
            </a:r>
            <a:r>
              <a:rPr lang="it-IT" dirty="0"/>
              <a:t>, and </a:t>
            </a:r>
            <a:r>
              <a:rPr lang="it-IT" dirty="0" err="1"/>
              <a:t>get</a:t>
            </a:r>
            <a:r>
              <a:rPr lang="it-IT" dirty="0"/>
              <a:t> to work in a </a:t>
            </a:r>
            <a:r>
              <a:rPr lang="it-IT" dirty="0" err="1"/>
              <a:t>few</a:t>
            </a:r>
            <a:r>
              <a:rPr lang="it-IT" dirty="0"/>
              <a:t> minutes. On the </a:t>
            </a:r>
            <a:r>
              <a:rPr lang="it-IT" dirty="0" err="1"/>
              <a:t>other</a:t>
            </a:r>
            <a:r>
              <a:rPr lang="it-IT" dirty="0"/>
              <a:t> side, a </a:t>
            </a:r>
            <a:r>
              <a:rPr lang="it-IT" dirty="0" err="1"/>
              <a:t>user</a:t>
            </a:r>
            <a:r>
              <a:rPr lang="it-IT" dirty="0"/>
              <a:t> can </a:t>
            </a:r>
            <a:r>
              <a:rPr lang="en-US" dirty="0"/>
              <a:t>enter a text, specify the NLP task, and obtain a response sent by a GPT-3 transformer. </a:t>
            </a:r>
          </a:p>
          <a:p>
            <a:endParaRPr lang="en-US" dirty="0"/>
          </a:p>
          <a:p>
            <a:pPr marL="285750" indent="-285750">
              <a:buFont typeface="Wingdings" panose="05000000000000000000" pitchFamily="2" charset="2"/>
              <a:buChar char="ü"/>
            </a:pPr>
            <a:r>
              <a:rPr lang="en-US" dirty="0"/>
              <a:t>Finally, a user can go to </a:t>
            </a:r>
            <a:r>
              <a:rPr lang="en-US" b="1" dirty="0"/>
              <a:t>GPT-3 Codex</a:t>
            </a:r>
            <a:r>
              <a:rPr lang="en-US" dirty="0"/>
              <a:t> and develop programs without any  coding knowledge.</a:t>
            </a:r>
          </a:p>
        </p:txBody>
      </p:sp>
    </p:spTree>
    <p:extLst>
      <p:ext uri="{BB962C8B-B14F-4D97-AF65-F5344CB8AC3E}">
        <p14:creationId xmlns:p14="http://schemas.microsoft.com/office/powerpoint/2010/main" val="421480633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9C634-5B2F-EB57-6082-5DC720B813A1}"/>
            </a:ext>
          </a:extLst>
        </p:cNvPr>
        <p:cNvGrpSpPr/>
        <p:nvPr/>
      </p:nvGrpSpPr>
      <p:grpSpPr>
        <a:xfrm>
          <a:off x="0" y="0"/>
          <a:ext cx="0" cy="0"/>
          <a:chOff x="0" y="0"/>
          <a:chExt cx="0" cy="0"/>
        </a:xfrm>
      </p:grpSpPr>
      <p:sp>
        <p:nvSpPr>
          <p:cNvPr id="5" name="Segnaposto numero diapositiva 4">
            <a:extLst>
              <a:ext uri="{FF2B5EF4-FFF2-40B4-BE49-F238E27FC236}">
                <a16:creationId xmlns:a16="http://schemas.microsoft.com/office/drawing/2014/main" id="{4A6D192E-D33F-A0D5-D38F-C60012962D91}"/>
              </a:ext>
            </a:extLst>
          </p:cNvPr>
          <p:cNvSpPr>
            <a:spLocks noGrp="1"/>
          </p:cNvSpPr>
          <p:nvPr>
            <p:ph type="sldNum" sz="quarter" idx="11"/>
          </p:nvPr>
        </p:nvSpPr>
        <p:spPr/>
        <p:txBody>
          <a:bodyPr/>
          <a:lstStyle/>
          <a:p>
            <a:pPr>
              <a:defRPr/>
            </a:pPr>
            <a:fld id="{48B4153A-D4C5-4CEF-8992-0D8815C829E3}" type="slidenum">
              <a:rPr lang="en-US" smtClean="0"/>
              <a:pPr>
                <a:defRPr/>
              </a:pPr>
              <a:t>39</a:t>
            </a:fld>
            <a:endParaRPr lang="en-US" dirty="0"/>
          </a:p>
        </p:txBody>
      </p:sp>
      <p:sp>
        <p:nvSpPr>
          <p:cNvPr id="28" name="Titolo 2">
            <a:extLst>
              <a:ext uri="{FF2B5EF4-FFF2-40B4-BE49-F238E27FC236}">
                <a16:creationId xmlns:a16="http://schemas.microsoft.com/office/drawing/2014/main" id="{F35675A1-3ADB-3EC0-A6D4-2D22CE6CB45C}"/>
              </a:ext>
            </a:extLst>
          </p:cNvPr>
          <p:cNvSpPr>
            <a:spLocks noGrp="1"/>
          </p:cNvSpPr>
          <p:nvPr>
            <p:ph type="title"/>
          </p:nvPr>
        </p:nvSpPr>
        <p:spPr>
          <a:xfrm>
            <a:off x="603325" y="348971"/>
            <a:ext cx="11269308" cy="3462486"/>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rtlCol="0" anchor="b" anchorCtr="0" compatLnSpc="1">
            <a:prstTxWarp prst="textNoShape">
              <a:avLst/>
            </a:prstTxWarp>
            <a:spAutoFit/>
          </a:bodyPr>
          <a:lstStyle/>
          <a:p>
            <a:r>
              <a:rPr lang="en-GB">
                <a:latin typeface="Tahoma" panose="020B0604030504040204" pitchFamily="34" charset="0"/>
                <a:ea typeface="Tahoma" panose="020B0604030504040204" pitchFamily="34" charset="0"/>
                <a:cs typeface="Tahoma" panose="020B0604030504040204" pitchFamily="34" charset="0"/>
              </a:rPr>
              <a:t>AI 2.0 and Industry 4.0</a:t>
            </a:r>
            <a:br>
              <a:rPr lang="en-GB">
                <a:latin typeface="Tahoma" panose="020B0604030504040204" pitchFamily="34" charset="0"/>
                <a:ea typeface="Tahoma" panose="020B0604030504040204" pitchFamily="34" charset="0"/>
                <a:cs typeface="Tahoma" panose="020B0604030504040204" pitchFamily="34" charset="0"/>
              </a:rPr>
            </a:br>
            <a:br>
              <a:rPr lang="en-GB">
                <a:latin typeface="Tahoma" panose="020B0604030504040204" pitchFamily="34" charset="0"/>
                <a:ea typeface="Tahoma" panose="020B0604030504040204" pitchFamily="34" charset="0"/>
                <a:cs typeface="Tahoma" panose="020B0604030504040204" pitchFamily="34" charset="0"/>
              </a:rPr>
            </a:br>
            <a:br>
              <a:rPr lang="en-GB">
                <a:latin typeface="Tahoma" panose="020B0604030504040204" pitchFamily="34" charset="0"/>
                <a:ea typeface="Tahoma" panose="020B0604030504040204" pitchFamily="34" charset="0"/>
                <a:cs typeface="Tahoma" panose="020B0604030504040204" pitchFamily="34" charset="0"/>
              </a:rPr>
            </a:br>
            <a:br>
              <a:rPr lang="en-GB">
                <a:latin typeface="Tahoma" panose="020B0604030504040204" pitchFamily="34" charset="0"/>
                <a:ea typeface="Tahoma" panose="020B0604030504040204" pitchFamily="34" charset="0"/>
                <a:cs typeface="Tahoma" panose="020B0604030504040204" pitchFamily="34" charset="0"/>
              </a:rPr>
            </a:br>
            <a:br>
              <a:rPr lang="en-US">
                <a:solidFill>
                  <a:srgbClr val="464646"/>
                </a:solidFill>
              </a:rPr>
            </a:br>
            <a:br>
              <a:rPr lang="en-US"/>
            </a:br>
            <a:r>
              <a:rPr lang="en-US">
                <a:solidFill>
                  <a:srgbClr val="464646"/>
                </a:solidFill>
              </a:rPr>
              <a:t> </a:t>
            </a:r>
            <a:br>
              <a:rPr lang="en-US">
                <a:solidFill>
                  <a:srgbClr val="464646"/>
                </a:solidFill>
              </a:rPr>
            </a:br>
            <a:r>
              <a:rPr lang="it-IT">
                <a:solidFill>
                  <a:srgbClr val="464646"/>
                </a:solidFill>
              </a:rPr>
              <a:t> </a:t>
            </a:r>
            <a:br>
              <a:rPr lang="it-IT">
                <a:solidFill>
                  <a:srgbClr val="464646"/>
                </a:solidFill>
              </a:rPr>
            </a:br>
            <a:endParaRPr lang="it-IT" dirty="0"/>
          </a:p>
        </p:txBody>
      </p:sp>
      <p:sp>
        <p:nvSpPr>
          <p:cNvPr id="8" name="TextBox 2">
            <a:extLst>
              <a:ext uri="{FF2B5EF4-FFF2-40B4-BE49-F238E27FC236}">
                <a16:creationId xmlns:a16="http://schemas.microsoft.com/office/drawing/2014/main" id="{0380D1DD-8D7B-9E4C-A72A-083E008477B6}"/>
              </a:ext>
            </a:extLst>
          </p:cNvPr>
          <p:cNvSpPr txBox="1"/>
          <p:nvPr/>
        </p:nvSpPr>
        <p:spPr>
          <a:xfrm>
            <a:off x="458961" y="1246979"/>
            <a:ext cx="9333625" cy="3693319"/>
          </a:xfrm>
          <a:prstGeom prst="rect">
            <a:avLst/>
          </a:prstGeom>
          <a:noFill/>
        </p:spPr>
        <p:txBody>
          <a:bodyPr wrap="square" rtlCol="0">
            <a:spAutoFit/>
          </a:bodyPr>
          <a:lstStyle/>
          <a:p>
            <a:pPr marL="285750" indent="-285750">
              <a:buFont typeface="Wingdings" panose="05000000000000000000" pitchFamily="2" charset="2"/>
              <a:buChar char="ü"/>
            </a:pPr>
            <a:r>
              <a:rPr lang="en-US" dirty="0">
                <a:latin typeface="Tahoma" panose="020B0604030504040204" pitchFamily="34" charset="0"/>
                <a:ea typeface="Tahoma" panose="020B0604030504040204" pitchFamily="34" charset="0"/>
                <a:cs typeface="Tahoma" panose="020B0604030504040204" pitchFamily="34" charset="0"/>
              </a:rPr>
              <a:t>A GPT-3 model might not fit a specific task. For example, a project manager, consultant, or developer might want to use another system provided by Google AI, Amazon Web Services (AWS), the Allen Institute for AI, or Hugging Face.</a:t>
            </a:r>
          </a:p>
          <a:p>
            <a:pPr marL="285750" indent="-285750">
              <a:buFont typeface="Wingdings" panose="05000000000000000000" pitchFamily="2" charset="2"/>
              <a:buChar char="ü"/>
            </a:pPr>
            <a:endParaRPr lang="en-US" dirty="0">
              <a:latin typeface="Tahoma" panose="020B0604030504040204" pitchFamily="34" charset="0"/>
              <a:ea typeface="Tahoma" panose="020B0604030504040204" pitchFamily="34" charset="0"/>
              <a:cs typeface="Tahoma" panose="020B0604030504040204" pitchFamily="34" charset="0"/>
            </a:endParaRPr>
          </a:p>
          <a:p>
            <a:pPr marL="285750" indent="-285750">
              <a:buFont typeface="Wingdings" panose="05000000000000000000" pitchFamily="2" charset="2"/>
              <a:buChar char="ü"/>
            </a:pPr>
            <a:r>
              <a:rPr lang="en-US" dirty="0">
                <a:latin typeface="Tahoma" panose="020B0604030504040204" pitchFamily="34" charset="0"/>
                <a:ea typeface="Tahoma" panose="020B0604030504040204" pitchFamily="34" charset="0"/>
                <a:cs typeface="Tahoma" panose="020B0604030504040204" pitchFamily="34" charset="0"/>
              </a:rPr>
              <a:t>Should a Project Manager choose to work locally? Or should the implementation be done directly on Google Cloud, Microsoft Azure, or AWS? Yes</a:t>
            </a:r>
          </a:p>
          <a:p>
            <a:pPr marL="285750" indent="-285750">
              <a:buFont typeface="Wingdings" panose="05000000000000000000" pitchFamily="2" charset="2"/>
              <a:buChar char="ü"/>
            </a:pPr>
            <a:endParaRPr lang="en-US" dirty="0">
              <a:latin typeface="Tahoma" panose="020B0604030504040204" pitchFamily="34" charset="0"/>
              <a:ea typeface="Tahoma" panose="020B0604030504040204" pitchFamily="34" charset="0"/>
              <a:cs typeface="Tahoma" panose="020B0604030504040204" pitchFamily="34" charset="0"/>
            </a:endParaRPr>
          </a:p>
          <a:p>
            <a:pPr marL="285750" indent="-285750">
              <a:buFont typeface="Wingdings" panose="05000000000000000000" pitchFamily="2" charset="2"/>
              <a:buChar char="ü"/>
            </a:pPr>
            <a:r>
              <a:rPr lang="en-US" dirty="0">
                <a:latin typeface="Tahoma" panose="020B0604030504040204" pitchFamily="34" charset="0"/>
                <a:ea typeface="Tahoma" panose="020B0604030504040204" pitchFamily="34" charset="0"/>
                <a:cs typeface="Tahoma" panose="020B0604030504040204" pitchFamily="34" charset="0"/>
              </a:rPr>
              <a:t>Should a development team select Hugging Face, Google </a:t>
            </a:r>
            <a:r>
              <a:rPr lang="en-US" dirty="0" err="1">
                <a:latin typeface="Tahoma" panose="020B0604030504040204" pitchFamily="34" charset="0"/>
                <a:ea typeface="Tahoma" panose="020B0604030504040204" pitchFamily="34" charset="0"/>
                <a:cs typeface="Tahoma" panose="020B0604030504040204" pitchFamily="34" charset="0"/>
              </a:rPr>
              <a:t>Trax</a:t>
            </a:r>
            <a:r>
              <a:rPr lang="en-US" dirty="0">
                <a:latin typeface="Tahoma" panose="020B0604030504040204" pitchFamily="34" charset="0"/>
                <a:ea typeface="Tahoma" panose="020B0604030504040204" pitchFamily="34" charset="0"/>
                <a:cs typeface="Tahoma" panose="020B0604030504040204" pitchFamily="34" charset="0"/>
              </a:rPr>
              <a:t>, </a:t>
            </a:r>
            <a:r>
              <a:rPr lang="en-US" dirty="0" err="1">
                <a:latin typeface="Tahoma" panose="020B0604030504040204" pitchFamily="34" charset="0"/>
                <a:ea typeface="Tahoma" panose="020B0604030504040204" pitchFamily="34" charset="0"/>
                <a:cs typeface="Tahoma" panose="020B0604030504040204" pitchFamily="34" charset="0"/>
              </a:rPr>
              <a:t>OpenAI</a:t>
            </a:r>
            <a:r>
              <a:rPr lang="en-US" dirty="0">
                <a:latin typeface="Tahoma" panose="020B0604030504040204" pitchFamily="34" charset="0"/>
                <a:ea typeface="Tahoma" panose="020B0604030504040204" pitchFamily="34" charset="0"/>
                <a:cs typeface="Tahoma" panose="020B0604030504040204" pitchFamily="34" charset="0"/>
              </a:rPr>
              <a:t>, or </a:t>
            </a:r>
            <a:r>
              <a:rPr lang="en-US" dirty="0" err="1">
                <a:latin typeface="Tahoma" panose="020B0604030504040204" pitchFamily="34" charset="0"/>
                <a:ea typeface="Tahoma" panose="020B0604030504040204" pitchFamily="34" charset="0"/>
                <a:cs typeface="Tahoma" panose="020B0604030504040204" pitchFamily="34" charset="0"/>
              </a:rPr>
              <a:t>AllenNLP</a:t>
            </a:r>
            <a:r>
              <a:rPr lang="en-US" dirty="0">
                <a:latin typeface="Tahoma" panose="020B0604030504040204" pitchFamily="34" charset="0"/>
                <a:ea typeface="Tahoma" panose="020B0604030504040204" pitchFamily="34" charset="0"/>
                <a:cs typeface="Tahoma" panose="020B0604030504040204" pitchFamily="34" charset="0"/>
              </a:rPr>
              <a:t>? Yes</a:t>
            </a:r>
          </a:p>
          <a:p>
            <a:pPr marL="285750" indent="-285750">
              <a:buFont typeface="Wingdings" panose="05000000000000000000" pitchFamily="2" charset="2"/>
              <a:buChar char="ü"/>
            </a:pPr>
            <a:endParaRPr lang="en-US" dirty="0">
              <a:latin typeface="Tahoma" panose="020B0604030504040204" pitchFamily="34" charset="0"/>
              <a:ea typeface="Tahoma" panose="020B0604030504040204" pitchFamily="34" charset="0"/>
              <a:cs typeface="Tahoma" panose="020B0604030504040204" pitchFamily="34" charset="0"/>
            </a:endParaRPr>
          </a:p>
          <a:p>
            <a:pPr marL="285750" indent="-285750">
              <a:buFont typeface="Wingdings" panose="05000000000000000000" pitchFamily="2" charset="2"/>
              <a:buChar char="ü"/>
            </a:pPr>
            <a:r>
              <a:rPr lang="en-US" dirty="0">
                <a:latin typeface="Tahoma" panose="020B0604030504040204" pitchFamily="34" charset="0"/>
                <a:ea typeface="Tahoma" panose="020B0604030504040204" pitchFamily="34" charset="0"/>
                <a:cs typeface="Tahoma" panose="020B0604030504040204" pitchFamily="34" charset="0"/>
              </a:rPr>
              <a:t>Should an </a:t>
            </a:r>
            <a:r>
              <a:rPr lang="en-US" b="1" dirty="0">
                <a:latin typeface="Tahoma" panose="020B0604030504040204" pitchFamily="34" charset="0"/>
                <a:ea typeface="Tahoma" panose="020B0604030504040204" pitchFamily="34" charset="0"/>
                <a:cs typeface="Tahoma" panose="020B0604030504040204" pitchFamily="34" charset="0"/>
              </a:rPr>
              <a:t>Artificial</a:t>
            </a:r>
            <a:r>
              <a:rPr lang="en-US" dirty="0">
                <a:latin typeface="Tahoma" panose="020B0604030504040204" pitchFamily="34" charset="0"/>
                <a:ea typeface="Tahoma" panose="020B0604030504040204" pitchFamily="34" charset="0"/>
                <a:cs typeface="Tahoma" panose="020B0604030504040204" pitchFamily="34" charset="0"/>
              </a:rPr>
              <a:t> </a:t>
            </a:r>
            <a:r>
              <a:rPr lang="en-US" b="1" dirty="0">
                <a:latin typeface="Tahoma" panose="020B0604030504040204" pitchFamily="34" charset="0"/>
                <a:ea typeface="Tahoma" panose="020B0604030504040204" pitchFamily="34" charset="0"/>
                <a:cs typeface="Tahoma" panose="020B0604030504040204" pitchFamily="34" charset="0"/>
              </a:rPr>
              <a:t>Intelligence</a:t>
            </a:r>
            <a:r>
              <a:rPr lang="en-US" dirty="0">
                <a:latin typeface="Tahoma" panose="020B0604030504040204" pitchFamily="34" charset="0"/>
                <a:ea typeface="Tahoma" panose="020B0604030504040204" pitchFamily="34" charset="0"/>
                <a:cs typeface="Tahoma" panose="020B0604030504040204" pitchFamily="34" charset="0"/>
              </a:rPr>
              <a:t> specialist or a </a:t>
            </a:r>
            <a:r>
              <a:rPr lang="en-US" b="1" dirty="0">
                <a:latin typeface="Tahoma" panose="020B0604030504040204" pitchFamily="34" charset="0"/>
                <a:ea typeface="Tahoma" panose="020B0604030504040204" pitchFamily="34" charset="0"/>
                <a:cs typeface="Tahoma" panose="020B0604030504040204" pitchFamily="34" charset="0"/>
              </a:rPr>
              <a:t>Data</a:t>
            </a:r>
            <a:r>
              <a:rPr lang="en-US" dirty="0">
                <a:latin typeface="Tahoma" panose="020B0604030504040204" pitchFamily="34" charset="0"/>
                <a:ea typeface="Tahoma" panose="020B0604030504040204" pitchFamily="34" charset="0"/>
                <a:cs typeface="Tahoma" panose="020B0604030504040204" pitchFamily="34" charset="0"/>
              </a:rPr>
              <a:t> </a:t>
            </a:r>
            <a:r>
              <a:rPr lang="en-US" b="1" dirty="0">
                <a:latin typeface="Tahoma" panose="020B0604030504040204" pitchFamily="34" charset="0"/>
                <a:ea typeface="Tahoma" panose="020B0604030504040204" pitchFamily="34" charset="0"/>
                <a:cs typeface="Tahoma" panose="020B0604030504040204" pitchFamily="34" charset="0"/>
              </a:rPr>
              <a:t>Scientist</a:t>
            </a:r>
            <a:r>
              <a:rPr lang="en-US" dirty="0">
                <a:latin typeface="Tahoma" panose="020B0604030504040204" pitchFamily="34" charset="0"/>
                <a:ea typeface="Tahoma" panose="020B0604030504040204" pitchFamily="34" charset="0"/>
                <a:cs typeface="Tahoma" panose="020B0604030504040204" pitchFamily="34" charset="0"/>
              </a:rPr>
              <a:t> use an API with practically no AI development? Yes</a:t>
            </a:r>
          </a:p>
          <a:p>
            <a:pPr marL="285750" indent="-285750">
              <a:buFont typeface="Wingdings" panose="05000000000000000000" pitchFamily="2" charset="2"/>
              <a:buChar char="ü"/>
            </a:pPr>
            <a:endParaRPr lang="en-US" dirty="0">
              <a:latin typeface="Tahoma" panose="020B0604030504040204" pitchFamily="34" charset="0"/>
              <a:ea typeface="Tahoma" panose="020B0604030504040204" pitchFamily="34" charset="0"/>
              <a:cs typeface="Tahoma" panose="020B0604030504040204" pitchFamily="34" charset="0"/>
            </a:endParaRPr>
          </a:p>
        </p:txBody>
      </p:sp>
      <p:pic>
        <p:nvPicPr>
          <p:cNvPr id="9" name="Immagin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1035" y="4940298"/>
            <a:ext cx="2296582" cy="1456927"/>
          </a:xfrm>
          <a:prstGeom prst="rect">
            <a:avLst/>
          </a:prstGeom>
        </p:spPr>
      </p:pic>
      <p:pic>
        <p:nvPicPr>
          <p:cNvPr id="12" name="Immagine 11"/>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27617" y="4959877"/>
            <a:ext cx="2952750" cy="1552575"/>
          </a:xfrm>
          <a:prstGeom prst="rect">
            <a:avLst/>
          </a:prstGeom>
        </p:spPr>
      </p:pic>
      <p:pic>
        <p:nvPicPr>
          <p:cNvPr id="13" name="Immagine 12"/>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139031" y="4959348"/>
            <a:ext cx="2762250" cy="1657350"/>
          </a:xfrm>
          <a:prstGeom prst="rect">
            <a:avLst/>
          </a:prstGeom>
        </p:spPr>
      </p:pic>
      <p:pic>
        <p:nvPicPr>
          <p:cNvPr id="14" name="Immagine 13"/>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537405" y="3506319"/>
            <a:ext cx="2405164" cy="1386516"/>
          </a:xfrm>
          <a:prstGeom prst="rect">
            <a:avLst/>
          </a:prstGeom>
        </p:spPr>
      </p:pic>
      <p:pic>
        <p:nvPicPr>
          <p:cNvPr id="15" name="Immagine 14"/>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537405" y="1430349"/>
            <a:ext cx="2335228" cy="1829642"/>
          </a:xfrm>
          <a:prstGeom prst="rect">
            <a:avLst/>
          </a:prstGeom>
        </p:spPr>
      </p:pic>
    </p:spTree>
    <p:extLst>
      <p:ext uri="{BB962C8B-B14F-4D97-AF65-F5344CB8AC3E}">
        <p14:creationId xmlns:p14="http://schemas.microsoft.com/office/powerpoint/2010/main" val="221671052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0ADD6-B4C0-8601-6F69-FA9331543658}"/>
            </a:ext>
          </a:extLst>
        </p:cNvPr>
        <p:cNvGrpSpPr/>
        <p:nvPr/>
      </p:nvGrpSpPr>
      <p:grpSpPr>
        <a:xfrm>
          <a:off x="0" y="0"/>
          <a:ext cx="0" cy="0"/>
          <a:chOff x="0" y="0"/>
          <a:chExt cx="0" cy="0"/>
        </a:xfrm>
      </p:grpSpPr>
      <p:sp>
        <p:nvSpPr>
          <p:cNvPr id="5" name="Segnaposto numero diapositiva 4">
            <a:extLst>
              <a:ext uri="{FF2B5EF4-FFF2-40B4-BE49-F238E27FC236}">
                <a16:creationId xmlns:a16="http://schemas.microsoft.com/office/drawing/2014/main" id="{80E96021-C168-B145-CD79-3708234658C2}"/>
              </a:ext>
            </a:extLst>
          </p:cNvPr>
          <p:cNvSpPr>
            <a:spLocks noGrp="1"/>
          </p:cNvSpPr>
          <p:nvPr>
            <p:ph type="sldNum" sz="quarter" idx="11"/>
          </p:nvPr>
        </p:nvSpPr>
        <p:spPr/>
        <p:txBody>
          <a:bodyPr/>
          <a:lstStyle/>
          <a:p>
            <a:pPr>
              <a:defRPr/>
            </a:pPr>
            <a:fld id="{48B4153A-D4C5-4CEF-8992-0D8815C829E3}" type="slidenum">
              <a:rPr lang="en-US" smtClean="0"/>
              <a:pPr>
                <a:defRPr/>
              </a:pPr>
              <a:t>40</a:t>
            </a:fld>
            <a:endParaRPr lang="en-US" dirty="0"/>
          </a:p>
        </p:txBody>
      </p:sp>
      <p:sp>
        <p:nvSpPr>
          <p:cNvPr id="8" name="Titolo 2">
            <a:extLst>
              <a:ext uri="{FF2B5EF4-FFF2-40B4-BE49-F238E27FC236}">
                <a16:creationId xmlns:a16="http://schemas.microsoft.com/office/drawing/2014/main" id="{81112789-6A2E-6B6A-5DB5-8FF9265D9782}"/>
              </a:ext>
            </a:extLst>
          </p:cNvPr>
          <p:cNvSpPr>
            <a:spLocks noGrp="1"/>
          </p:cNvSpPr>
          <p:nvPr>
            <p:ph type="title"/>
          </p:nvPr>
        </p:nvSpPr>
        <p:spPr>
          <a:xfrm>
            <a:off x="468895" y="387728"/>
            <a:ext cx="11269308" cy="384721"/>
          </a:xfrm>
        </p:spPr>
        <p:txBody>
          <a:bodyPr/>
          <a:lstStyle/>
          <a:p>
            <a:r>
              <a:rPr lang="it-IT" dirty="0"/>
              <a:t>Use Case 1: AI for </a:t>
            </a:r>
            <a:r>
              <a:rPr lang="it-IT" dirty="0" err="1"/>
              <a:t>Lung</a:t>
            </a:r>
            <a:r>
              <a:rPr lang="it-IT" dirty="0"/>
              <a:t> Cancer </a:t>
            </a:r>
            <a:r>
              <a:rPr lang="it-IT" dirty="0" err="1"/>
              <a:t>Detection</a:t>
            </a:r>
            <a:endParaRPr lang="it-IT" dirty="0"/>
          </a:p>
        </p:txBody>
      </p:sp>
      <p:sp>
        <p:nvSpPr>
          <p:cNvPr id="13" name="Titolo">
            <a:extLst>
              <a:ext uri="{FF2B5EF4-FFF2-40B4-BE49-F238E27FC236}">
                <a16:creationId xmlns:a16="http://schemas.microsoft.com/office/drawing/2014/main" id="{8995E1F3-C3EF-4C3A-9A86-913AD2AA73E2}"/>
              </a:ext>
            </a:extLst>
          </p:cNvPr>
          <p:cNvSpPr txBox="1"/>
          <p:nvPr/>
        </p:nvSpPr>
        <p:spPr>
          <a:xfrm>
            <a:off x="494191" y="1842403"/>
            <a:ext cx="3785394" cy="56457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8" tIns="35718" rIns="35718" bIns="35718" anchor="ctr">
            <a:spAutoFit/>
          </a:bodyPr>
          <a:lstStyle>
            <a:lvl1pPr marR="0" indent="0" defTabSz="820737">
              <a:defRPr sz="6400">
                <a:solidFill>
                  <a:srgbClr val="3B4152"/>
                </a:solidFill>
                <a:uFillTx/>
                <a:latin typeface="Montserrat Bold"/>
                <a:ea typeface="Montserrat Bold"/>
                <a:cs typeface="Montserrat Bold"/>
                <a:sym typeface="Montserrat Bold"/>
              </a:defRPr>
            </a:lvl1pPr>
          </a:lstStyle>
          <a:p>
            <a:endParaRPr sz="3200" dirty="0"/>
          </a:p>
        </p:txBody>
      </p:sp>
      <p:sp>
        <p:nvSpPr>
          <p:cNvPr id="14" name="Sottotitolo">
            <a:extLst>
              <a:ext uri="{FF2B5EF4-FFF2-40B4-BE49-F238E27FC236}">
                <a16:creationId xmlns:a16="http://schemas.microsoft.com/office/drawing/2014/main" id="{8FEA79DB-684E-4C35-A371-51B73C035614}"/>
              </a:ext>
            </a:extLst>
          </p:cNvPr>
          <p:cNvSpPr txBox="1"/>
          <p:nvPr/>
        </p:nvSpPr>
        <p:spPr>
          <a:xfrm>
            <a:off x="494191" y="2829840"/>
            <a:ext cx="3785394" cy="33374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8" tIns="35718" rIns="35718" bIns="35718" anchor="ctr">
            <a:spAutoFit/>
          </a:bodyPr>
          <a:lstStyle>
            <a:lvl1pPr marR="0" indent="0" defTabSz="820737">
              <a:defRPr sz="3400">
                <a:solidFill>
                  <a:srgbClr val="3B4152"/>
                </a:solidFill>
                <a:uFillTx/>
                <a:latin typeface="Montserrat Bold"/>
                <a:ea typeface="Montserrat Bold"/>
                <a:cs typeface="Montserrat Bold"/>
                <a:sym typeface="Montserrat Bold"/>
              </a:defRPr>
            </a:lvl1pPr>
          </a:lstStyle>
          <a:p>
            <a:endParaRPr sz="1700" dirty="0"/>
          </a:p>
        </p:txBody>
      </p:sp>
      <p:pic>
        <p:nvPicPr>
          <p:cNvPr id="16" name="Picture 2">
            <a:extLst>
              <a:ext uri="{FF2B5EF4-FFF2-40B4-BE49-F238E27FC236}">
                <a16:creationId xmlns:a16="http://schemas.microsoft.com/office/drawing/2014/main" id="{025AFDE7-E7D1-4A29-B522-9E2D9F57C51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8870" y="2406979"/>
            <a:ext cx="3436036" cy="328364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7" name="Shape 115">
            <a:extLst>
              <a:ext uri="{FF2B5EF4-FFF2-40B4-BE49-F238E27FC236}">
                <a16:creationId xmlns:a16="http://schemas.microsoft.com/office/drawing/2014/main" id="{B62632F8-C039-456F-84CB-8558B9CE50D4}"/>
              </a:ext>
            </a:extLst>
          </p:cNvPr>
          <p:cNvSpPr/>
          <p:nvPr/>
        </p:nvSpPr>
        <p:spPr>
          <a:xfrm>
            <a:off x="4618058" y="1403452"/>
            <a:ext cx="7120145" cy="4708981"/>
          </a:xfrm>
          <a:prstGeom prst="rect">
            <a:avLst/>
          </a:prstGeom>
          <a:extLst>
            <a:ext uri="{C572A759-6A51-4108-AA02-DFA0A04FC94B}">
              <ma14:wrappingTextBoxFlag xmlns:ma14="http://schemas.microsoft.com/office/mac/drawingml/2011/main" xmlns="" val="1"/>
            </a:ext>
          </a:extLst>
        </p:spPr>
        <p:txBody>
          <a:bodyPr wrap="square">
            <a:spAutoFit/>
          </a:bodyPr>
          <a:lstStyle/>
          <a:p>
            <a:pPr marL="285750" indent="-285750" algn="just">
              <a:spcBef>
                <a:spcPts val="400"/>
              </a:spcBef>
              <a:buFont typeface="Arial" panose="020B0604020202020204" pitchFamily="34" charset="0"/>
              <a:buChar char="•"/>
            </a:pPr>
            <a:r>
              <a:rPr lang="en-GB" sz="2000" b="1"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Kaggle</a:t>
            </a:r>
            <a:r>
              <a:rPr lang="en-GB"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In</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2010, </a:t>
            </a:r>
            <a:r>
              <a:rPr lang="en-US" sz="2000" dirty="0" err="1">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Kaggle</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was founded as a platform for predictive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modeling</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and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analytics competitions </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on which companies and researchers post their data. </a:t>
            </a:r>
          </a:p>
          <a:p>
            <a:pPr marL="285750" indent="-285750" algn="just">
              <a:spcBef>
                <a:spcPts val="400"/>
              </a:spcBef>
              <a:buFont typeface="Arial" panose="020B0604020202020204" pitchFamily="34" charset="0"/>
              <a:buChar char="•"/>
            </a:pP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Statisticians and data scientists from all over the world compete to produce the best models.</a:t>
            </a:r>
          </a:p>
          <a:p>
            <a:pPr marL="285750" lvl="6" indent="-285750" algn="just">
              <a:spcBef>
                <a:spcPts val="400"/>
              </a:spcBef>
              <a:buFont typeface="Arial" panose="020B0604020202020204" pitchFamily="34" charset="0"/>
              <a:buChar char="•"/>
            </a:pP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Data Science Bowl 2017 </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was the biggest competition focused on “Lung Cancer Detection”. The competition was founded by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Arnold Foundation </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and awarded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$1 million in prizes  </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1st</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ranked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$500,000</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a:t>
            </a:r>
          </a:p>
          <a:p>
            <a:pPr marL="285750" indent="-285750" algn="just">
              <a:spcBef>
                <a:spcPts val="400"/>
              </a:spcBef>
              <a:buFont typeface="Arial" panose="020B0604020202020204" pitchFamily="34" charset="0"/>
              <a:buChar char="•"/>
            </a:pPr>
            <a:endPar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endParaRPr>
          </a:p>
          <a:p>
            <a:pPr marL="285750" indent="-285750" algn="just">
              <a:spcBef>
                <a:spcPts val="400"/>
              </a:spcBef>
              <a:buFont typeface="Arial" panose="020B0604020202020204" pitchFamily="34" charset="0"/>
              <a:buChar char="•"/>
            </a:pP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Train Set: </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around 150 CT labelled scans images per patient from 1200 patients encoded in </a:t>
            </a: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DICOM</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 format.  </a:t>
            </a:r>
          </a:p>
          <a:p>
            <a:pPr marL="285750" indent="-285750" algn="just">
              <a:spcBef>
                <a:spcPts val="400"/>
              </a:spcBef>
              <a:buFont typeface="Arial" panose="020B0604020202020204" pitchFamily="34" charset="0"/>
              <a:buChar char="•"/>
            </a:pP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Stage 1 test set: </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190 patients CT scans.  </a:t>
            </a:r>
          </a:p>
          <a:p>
            <a:pPr marL="285750" indent="-285750" algn="just">
              <a:spcBef>
                <a:spcPts val="400"/>
              </a:spcBef>
              <a:buFont typeface="Arial" panose="020B0604020202020204" pitchFamily="34" charset="0"/>
              <a:buChar char="•"/>
            </a:pPr>
            <a:r>
              <a:rPr lang="en-US" sz="2000" b="1"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Stage 2 test : </a:t>
            </a:r>
            <a:r>
              <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500 patients CT scans</a:t>
            </a:r>
            <a:r>
              <a:rPr lang="it-IT"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rPr>
              <a:t>.</a:t>
            </a:r>
            <a:endParaRPr lang="en-US" sz="2000" dirty="0">
              <a:solidFill>
                <a:srgbClr val="000000"/>
              </a:solidFill>
              <a:uFill>
                <a:solidFill>
                  <a:srgbClr val="000000"/>
                </a:solidFill>
              </a:uFill>
              <a:latin typeface="Times New Roman" panose="02020603050405020304" pitchFamily="18" charset="0"/>
              <a:ea typeface="Tahoma" panose="020B0604030504040204" pitchFamily="34" charset="0"/>
              <a:cs typeface="Times New Roman" panose="02020603050405020304" pitchFamily="18" charset="0"/>
            </a:endParaRPr>
          </a:p>
        </p:txBody>
      </p:sp>
      <p:sp>
        <p:nvSpPr>
          <p:cNvPr id="18" name="Shape 102">
            <a:extLst>
              <a:ext uri="{FF2B5EF4-FFF2-40B4-BE49-F238E27FC236}">
                <a16:creationId xmlns:a16="http://schemas.microsoft.com/office/drawing/2014/main" id="{15A920D8-5CEC-43F5-BB8F-2A72D98481D7}"/>
              </a:ext>
            </a:extLst>
          </p:cNvPr>
          <p:cNvSpPr/>
          <p:nvPr/>
        </p:nvSpPr>
        <p:spPr>
          <a:xfrm>
            <a:off x="581340" y="1983922"/>
            <a:ext cx="3390899" cy="47186"/>
          </a:xfrm>
          <a:prstGeom prst="rect">
            <a:avLst/>
          </a:prstGeom>
          <a:solidFill>
            <a:srgbClr val="464646"/>
          </a:solidFill>
          <a:ln w="12700">
            <a:miter lim="400000"/>
          </a:ln>
        </p:spPr>
        <p:txBody>
          <a:bodyPr lIns="25400" tIns="25400" rIns="25400" bIns="25400" anchor="ctr"/>
          <a:lstStyle/>
          <a:p>
            <a:pPr>
              <a:defRPr>
                <a:latin typeface="Arial"/>
                <a:ea typeface="Arial"/>
                <a:cs typeface="Arial"/>
                <a:sym typeface="Arial"/>
              </a:defRPr>
            </a:pPr>
            <a:endParaRPr sz="900" dirty="0"/>
          </a:p>
        </p:txBody>
      </p:sp>
      <p:sp>
        <p:nvSpPr>
          <p:cNvPr id="19" name="Shape 53">
            <a:extLst>
              <a:ext uri="{FF2B5EF4-FFF2-40B4-BE49-F238E27FC236}">
                <a16:creationId xmlns:a16="http://schemas.microsoft.com/office/drawing/2014/main" id="{B76A1E22-ECB1-49DA-969A-FA5A7343E3D5}"/>
              </a:ext>
            </a:extLst>
          </p:cNvPr>
          <p:cNvSpPr txBox="1">
            <a:spLocks/>
          </p:cNvSpPr>
          <p:nvPr/>
        </p:nvSpPr>
        <p:spPr>
          <a:xfrm>
            <a:off x="181746" y="1425707"/>
            <a:ext cx="4267076" cy="461665"/>
          </a:xfrm>
          <a:prstGeom prst="rect">
            <a:avLst/>
          </a:prstGeom>
          <a:noFill/>
          <a:extLst>
            <a:ext uri="{C572A759-6A51-4108-AA02-DFA0A04FC94B}">
              <ma14:wrappingTextBoxFlag xmlns="" xmlns:ma14="http://schemas.microsoft.com/office/mac/drawingml/2011/main" val="1"/>
            </a:ext>
          </a:extLst>
        </p:spPr>
        <p:txBody>
          <a:bodyPr wrap="square" rtlCol="0">
            <a:spAutoFit/>
          </a:bodyPr>
          <a:lstStyle>
            <a:defPPr>
              <a:defRPr lang="it-IT"/>
            </a:defPPr>
            <a:lvl1pPr algn="ctr">
              <a:defRPr sz="2400" b="1">
                <a:solidFill>
                  <a:srgbClr val="7F142A"/>
                </a:solidFill>
              </a:defRPr>
            </a:lvl1pPr>
          </a:lstStyle>
          <a:p>
            <a:r>
              <a:rPr lang="it-IT" dirty="0" err="1"/>
              <a:t>Lung</a:t>
            </a:r>
            <a:r>
              <a:rPr lang="it-IT" dirty="0"/>
              <a:t> Cancer Dataset</a:t>
            </a:r>
          </a:p>
        </p:txBody>
      </p:sp>
    </p:spTree>
    <p:extLst>
      <p:ext uri="{BB962C8B-B14F-4D97-AF65-F5344CB8AC3E}">
        <p14:creationId xmlns:p14="http://schemas.microsoft.com/office/powerpoint/2010/main" val="161094049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0ADD6-B4C0-8601-6F69-FA9331543658}"/>
            </a:ext>
          </a:extLst>
        </p:cNvPr>
        <p:cNvGrpSpPr/>
        <p:nvPr/>
      </p:nvGrpSpPr>
      <p:grpSpPr>
        <a:xfrm>
          <a:off x="0" y="0"/>
          <a:ext cx="0" cy="0"/>
          <a:chOff x="0" y="0"/>
          <a:chExt cx="0" cy="0"/>
        </a:xfrm>
      </p:grpSpPr>
      <p:sp>
        <p:nvSpPr>
          <p:cNvPr id="5" name="Segnaposto numero diapositiva 4">
            <a:extLst>
              <a:ext uri="{FF2B5EF4-FFF2-40B4-BE49-F238E27FC236}">
                <a16:creationId xmlns:a16="http://schemas.microsoft.com/office/drawing/2014/main" id="{80E96021-C168-B145-CD79-3708234658C2}"/>
              </a:ext>
            </a:extLst>
          </p:cNvPr>
          <p:cNvSpPr>
            <a:spLocks noGrp="1"/>
          </p:cNvSpPr>
          <p:nvPr>
            <p:ph type="sldNum" sz="quarter" idx="11"/>
          </p:nvPr>
        </p:nvSpPr>
        <p:spPr/>
        <p:txBody>
          <a:bodyPr/>
          <a:lstStyle/>
          <a:p>
            <a:pPr>
              <a:defRPr/>
            </a:pPr>
            <a:fld id="{48B4153A-D4C5-4CEF-8992-0D8815C829E3}" type="slidenum">
              <a:rPr lang="en-US" smtClean="0"/>
              <a:pPr>
                <a:defRPr/>
              </a:pPr>
              <a:t>41</a:t>
            </a:fld>
            <a:endParaRPr lang="en-US" dirty="0"/>
          </a:p>
        </p:txBody>
      </p:sp>
      <p:sp>
        <p:nvSpPr>
          <p:cNvPr id="8" name="Titolo 2">
            <a:extLst>
              <a:ext uri="{FF2B5EF4-FFF2-40B4-BE49-F238E27FC236}">
                <a16:creationId xmlns:a16="http://schemas.microsoft.com/office/drawing/2014/main" id="{81112789-6A2E-6B6A-5DB5-8FF9265D9782}"/>
              </a:ext>
            </a:extLst>
          </p:cNvPr>
          <p:cNvSpPr>
            <a:spLocks noGrp="1"/>
          </p:cNvSpPr>
          <p:nvPr>
            <p:ph type="title"/>
          </p:nvPr>
        </p:nvSpPr>
        <p:spPr>
          <a:xfrm>
            <a:off x="468895" y="387728"/>
            <a:ext cx="11269308" cy="384721"/>
          </a:xfrm>
        </p:spPr>
        <p:txBody>
          <a:bodyPr/>
          <a:lstStyle/>
          <a:p>
            <a:r>
              <a:rPr lang="it-IT" dirty="0"/>
              <a:t>Use Case 1: AI for </a:t>
            </a:r>
            <a:r>
              <a:rPr lang="it-IT" dirty="0" err="1"/>
              <a:t>Lung</a:t>
            </a:r>
            <a:r>
              <a:rPr lang="it-IT" dirty="0"/>
              <a:t> Cancer </a:t>
            </a:r>
            <a:r>
              <a:rPr lang="it-IT" dirty="0" err="1"/>
              <a:t>Detection</a:t>
            </a:r>
            <a:endParaRPr lang="it-IT" dirty="0"/>
          </a:p>
        </p:txBody>
      </p:sp>
      <p:sp>
        <p:nvSpPr>
          <p:cNvPr id="10" name="Shape 102">
            <a:extLst>
              <a:ext uri="{FF2B5EF4-FFF2-40B4-BE49-F238E27FC236}">
                <a16:creationId xmlns:a16="http://schemas.microsoft.com/office/drawing/2014/main" id="{B7AB0FE4-68ED-4A69-A173-3F4F02F967C0}"/>
              </a:ext>
            </a:extLst>
          </p:cNvPr>
          <p:cNvSpPr/>
          <p:nvPr/>
        </p:nvSpPr>
        <p:spPr>
          <a:xfrm>
            <a:off x="581340" y="1983922"/>
            <a:ext cx="3390899" cy="47186"/>
          </a:xfrm>
          <a:prstGeom prst="rect">
            <a:avLst/>
          </a:prstGeom>
          <a:solidFill>
            <a:srgbClr val="464646"/>
          </a:solidFill>
          <a:ln w="12700">
            <a:miter lim="400000"/>
          </a:ln>
        </p:spPr>
        <p:txBody>
          <a:bodyPr lIns="25400" tIns="25400" rIns="25400" bIns="25400" anchor="ctr"/>
          <a:lstStyle/>
          <a:p>
            <a:pPr>
              <a:defRPr>
                <a:latin typeface="Arial"/>
                <a:ea typeface="Arial"/>
                <a:cs typeface="Arial"/>
                <a:sym typeface="Arial"/>
              </a:defRPr>
            </a:pPr>
            <a:endParaRPr sz="900" dirty="0"/>
          </a:p>
        </p:txBody>
      </p:sp>
      <p:sp>
        <p:nvSpPr>
          <p:cNvPr id="11" name="Titolo">
            <a:extLst>
              <a:ext uri="{FF2B5EF4-FFF2-40B4-BE49-F238E27FC236}">
                <a16:creationId xmlns:a16="http://schemas.microsoft.com/office/drawing/2014/main" id="{2965D1C1-4180-4ADF-B8B9-46015A8216BE}"/>
              </a:ext>
            </a:extLst>
          </p:cNvPr>
          <p:cNvSpPr txBox="1"/>
          <p:nvPr/>
        </p:nvSpPr>
        <p:spPr>
          <a:xfrm>
            <a:off x="536203" y="2817773"/>
            <a:ext cx="3785394" cy="56457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8" tIns="35718" rIns="35718" bIns="35718" anchor="ctr">
            <a:spAutoFit/>
          </a:bodyPr>
          <a:lstStyle>
            <a:lvl1pPr marR="0" indent="0" defTabSz="820737">
              <a:defRPr sz="6400">
                <a:solidFill>
                  <a:srgbClr val="3B4152"/>
                </a:solidFill>
                <a:uFillTx/>
                <a:latin typeface="Montserrat Bold"/>
                <a:ea typeface="Montserrat Bold"/>
                <a:cs typeface="Montserrat Bold"/>
                <a:sym typeface="Montserrat Bold"/>
              </a:defRPr>
            </a:lvl1pPr>
          </a:lstStyle>
          <a:p>
            <a:endParaRPr sz="3200" dirty="0"/>
          </a:p>
        </p:txBody>
      </p:sp>
      <p:sp>
        <p:nvSpPr>
          <p:cNvPr id="18" name="Sottotitolo">
            <a:extLst>
              <a:ext uri="{FF2B5EF4-FFF2-40B4-BE49-F238E27FC236}">
                <a16:creationId xmlns:a16="http://schemas.microsoft.com/office/drawing/2014/main" id="{6D5BA434-ACCB-4314-91F0-AC69089F71A1}"/>
              </a:ext>
            </a:extLst>
          </p:cNvPr>
          <p:cNvSpPr txBox="1"/>
          <p:nvPr/>
        </p:nvSpPr>
        <p:spPr>
          <a:xfrm>
            <a:off x="536203" y="3805210"/>
            <a:ext cx="3785394" cy="33374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8" tIns="35718" rIns="35718" bIns="35718" anchor="ctr">
            <a:spAutoFit/>
          </a:bodyPr>
          <a:lstStyle>
            <a:lvl1pPr marR="0" indent="0" defTabSz="820737">
              <a:defRPr sz="3400">
                <a:solidFill>
                  <a:srgbClr val="3B4152"/>
                </a:solidFill>
                <a:uFillTx/>
                <a:latin typeface="Montserrat Bold"/>
                <a:ea typeface="Montserrat Bold"/>
                <a:cs typeface="Montserrat Bold"/>
                <a:sym typeface="Montserrat Bold"/>
              </a:defRPr>
            </a:lvl1pPr>
          </a:lstStyle>
          <a:p>
            <a:endParaRPr sz="1700" dirty="0"/>
          </a:p>
        </p:txBody>
      </p:sp>
      <p:sp>
        <p:nvSpPr>
          <p:cNvPr id="19" name="Shape 53">
            <a:extLst>
              <a:ext uri="{FF2B5EF4-FFF2-40B4-BE49-F238E27FC236}">
                <a16:creationId xmlns:a16="http://schemas.microsoft.com/office/drawing/2014/main" id="{1018A7E6-7C88-4A75-9D46-6B485517387C}"/>
              </a:ext>
            </a:extLst>
          </p:cNvPr>
          <p:cNvSpPr txBox="1">
            <a:spLocks/>
          </p:cNvSpPr>
          <p:nvPr/>
        </p:nvSpPr>
        <p:spPr>
          <a:xfrm>
            <a:off x="68243" y="1428465"/>
            <a:ext cx="4267076" cy="461665"/>
          </a:xfrm>
          <a:prstGeom prst="rect">
            <a:avLst/>
          </a:prstGeom>
          <a:noFill/>
          <a:extLst>
            <a:ext uri="{C572A759-6A51-4108-AA02-DFA0A04FC94B}">
              <ma14:wrappingTextBoxFlag xmlns="" xmlns:ma14="http://schemas.microsoft.com/office/mac/drawingml/2011/main" val="1"/>
            </a:ext>
          </a:extLst>
        </p:spPr>
        <p:txBody>
          <a:bodyPr wrap="square" rtlCol="0">
            <a:spAutoFit/>
          </a:bodyPr>
          <a:lstStyle>
            <a:defPPr>
              <a:defRPr lang="it-IT"/>
            </a:defPPr>
            <a:lvl1pPr algn="ctr">
              <a:defRPr sz="2400" b="1">
                <a:solidFill>
                  <a:srgbClr val="7F142A"/>
                </a:solidFill>
              </a:defRPr>
            </a:lvl1pPr>
          </a:lstStyle>
          <a:p>
            <a:r>
              <a:rPr lang="it-IT" dirty="0" err="1"/>
              <a:t>Lung</a:t>
            </a:r>
            <a:r>
              <a:rPr lang="it-IT" dirty="0"/>
              <a:t> Cancer Models</a:t>
            </a:r>
          </a:p>
        </p:txBody>
      </p:sp>
      <p:pic>
        <p:nvPicPr>
          <p:cNvPr id="20" name="Picture 1">
            <a:extLst>
              <a:ext uri="{FF2B5EF4-FFF2-40B4-BE49-F238E27FC236}">
                <a16:creationId xmlns:a16="http://schemas.microsoft.com/office/drawing/2014/main" id="{B78F383C-5054-4EF6-BA15-8BD8B6B98BFE}"/>
              </a:ext>
            </a:extLst>
          </p:cNvPr>
          <p:cNvPicPr>
            <a:picLocks noChangeAspect="1"/>
          </p:cNvPicPr>
          <p:nvPr/>
        </p:nvPicPr>
        <p:blipFill>
          <a:blip r:embed="rId3"/>
          <a:stretch>
            <a:fillRect/>
          </a:stretch>
        </p:blipFill>
        <p:spPr>
          <a:xfrm>
            <a:off x="651195" y="2758709"/>
            <a:ext cx="3233782" cy="2122169"/>
          </a:xfrm>
          <a:prstGeom prst="rect">
            <a:avLst/>
          </a:prstGeom>
        </p:spPr>
      </p:pic>
      <p:pic>
        <p:nvPicPr>
          <p:cNvPr id="21" name="Immagine 20">
            <a:extLst>
              <a:ext uri="{FF2B5EF4-FFF2-40B4-BE49-F238E27FC236}">
                <a16:creationId xmlns:a16="http://schemas.microsoft.com/office/drawing/2014/main" id="{3E482822-349E-44C4-92BA-295E3357855C}"/>
              </a:ext>
            </a:extLst>
          </p:cNvPr>
          <p:cNvPicPr>
            <a:picLocks noChangeAspect="1"/>
          </p:cNvPicPr>
          <p:nvPr/>
        </p:nvPicPr>
        <p:blipFill>
          <a:blip r:embed="rId4"/>
          <a:stretch>
            <a:fillRect/>
          </a:stretch>
        </p:blipFill>
        <p:spPr>
          <a:xfrm>
            <a:off x="4891078" y="1212159"/>
            <a:ext cx="6847125" cy="5185066"/>
          </a:xfrm>
          <a:prstGeom prst="rect">
            <a:avLst/>
          </a:prstGeom>
        </p:spPr>
      </p:pic>
    </p:spTree>
    <p:extLst>
      <p:ext uri="{BB962C8B-B14F-4D97-AF65-F5344CB8AC3E}">
        <p14:creationId xmlns:p14="http://schemas.microsoft.com/office/powerpoint/2010/main" val="422938798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0ADD6-B4C0-8601-6F69-FA9331543658}"/>
            </a:ext>
          </a:extLst>
        </p:cNvPr>
        <p:cNvGrpSpPr/>
        <p:nvPr/>
      </p:nvGrpSpPr>
      <p:grpSpPr>
        <a:xfrm>
          <a:off x="0" y="0"/>
          <a:ext cx="0" cy="0"/>
          <a:chOff x="0" y="0"/>
          <a:chExt cx="0" cy="0"/>
        </a:xfrm>
      </p:grpSpPr>
      <p:sp>
        <p:nvSpPr>
          <p:cNvPr id="5" name="Segnaposto numero diapositiva 4">
            <a:extLst>
              <a:ext uri="{FF2B5EF4-FFF2-40B4-BE49-F238E27FC236}">
                <a16:creationId xmlns:a16="http://schemas.microsoft.com/office/drawing/2014/main" id="{80E96021-C168-B145-CD79-3708234658C2}"/>
              </a:ext>
            </a:extLst>
          </p:cNvPr>
          <p:cNvSpPr>
            <a:spLocks noGrp="1"/>
          </p:cNvSpPr>
          <p:nvPr>
            <p:ph type="sldNum" sz="quarter" idx="11"/>
          </p:nvPr>
        </p:nvSpPr>
        <p:spPr/>
        <p:txBody>
          <a:bodyPr/>
          <a:lstStyle/>
          <a:p>
            <a:pPr>
              <a:defRPr/>
            </a:pPr>
            <a:fld id="{48B4153A-D4C5-4CEF-8992-0D8815C829E3}" type="slidenum">
              <a:rPr lang="en-US" smtClean="0"/>
              <a:pPr>
                <a:defRPr/>
              </a:pPr>
              <a:t>42</a:t>
            </a:fld>
            <a:endParaRPr lang="en-US" dirty="0"/>
          </a:p>
        </p:txBody>
      </p:sp>
      <p:sp>
        <p:nvSpPr>
          <p:cNvPr id="8" name="Titolo 2">
            <a:extLst>
              <a:ext uri="{FF2B5EF4-FFF2-40B4-BE49-F238E27FC236}">
                <a16:creationId xmlns:a16="http://schemas.microsoft.com/office/drawing/2014/main" id="{81112789-6A2E-6B6A-5DB5-8FF9265D9782}"/>
              </a:ext>
            </a:extLst>
          </p:cNvPr>
          <p:cNvSpPr>
            <a:spLocks noGrp="1"/>
          </p:cNvSpPr>
          <p:nvPr>
            <p:ph type="title"/>
          </p:nvPr>
        </p:nvSpPr>
        <p:spPr>
          <a:xfrm>
            <a:off x="468895" y="387728"/>
            <a:ext cx="11269308" cy="384721"/>
          </a:xfrm>
        </p:spPr>
        <p:txBody>
          <a:bodyPr/>
          <a:lstStyle/>
          <a:p>
            <a:r>
              <a:rPr lang="it-IT" dirty="0"/>
              <a:t>Use Case 1: AI for </a:t>
            </a:r>
            <a:r>
              <a:rPr lang="it-IT" dirty="0" err="1"/>
              <a:t>Lung</a:t>
            </a:r>
            <a:r>
              <a:rPr lang="it-IT" dirty="0"/>
              <a:t> Cancer </a:t>
            </a:r>
            <a:r>
              <a:rPr lang="it-IT" dirty="0" err="1"/>
              <a:t>Detection</a:t>
            </a:r>
            <a:endParaRPr lang="it-IT" dirty="0"/>
          </a:p>
        </p:txBody>
      </p:sp>
      <p:sp>
        <p:nvSpPr>
          <p:cNvPr id="10" name="Shape 102">
            <a:extLst>
              <a:ext uri="{FF2B5EF4-FFF2-40B4-BE49-F238E27FC236}">
                <a16:creationId xmlns:a16="http://schemas.microsoft.com/office/drawing/2014/main" id="{B5D17D71-677F-4251-8C86-9E87AD50C079}"/>
              </a:ext>
            </a:extLst>
          </p:cNvPr>
          <p:cNvSpPr/>
          <p:nvPr/>
        </p:nvSpPr>
        <p:spPr>
          <a:xfrm>
            <a:off x="545108" y="2409570"/>
            <a:ext cx="3390899" cy="47186"/>
          </a:xfrm>
          <a:prstGeom prst="rect">
            <a:avLst/>
          </a:prstGeom>
          <a:solidFill>
            <a:srgbClr val="464646"/>
          </a:solidFill>
          <a:ln w="12700">
            <a:miter lim="400000"/>
          </a:ln>
        </p:spPr>
        <p:txBody>
          <a:bodyPr lIns="25400" tIns="25400" rIns="25400" bIns="25400" anchor="ctr"/>
          <a:lstStyle/>
          <a:p>
            <a:pPr>
              <a:defRPr>
                <a:latin typeface="Arial"/>
                <a:ea typeface="Arial"/>
                <a:cs typeface="Arial"/>
                <a:sym typeface="Arial"/>
              </a:defRPr>
            </a:pPr>
            <a:endParaRPr sz="900"/>
          </a:p>
        </p:txBody>
      </p:sp>
      <p:sp>
        <p:nvSpPr>
          <p:cNvPr id="11" name="Titolo">
            <a:extLst>
              <a:ext uri="{FF2B5EF4-FFF2-40B4-BE49-F238E27FC236}">
                <a16:creationId xmlns:a16="http://schemas.microsoft.com/office/drawing/2014/main" id="{91D95A3D-6B57-46BC-BF92-E9645B9BF9F0}"/>
              </a:ext>
            </a:extLst>
          </p:cNvPr>
          <p:cNvSpPr txBox="1"/>
          <p:nvPr/>
        </p:nvSpPr>
        <p:spPr>
          <a:xfrm>
            <a:off x="499971" y="1714865"/>
            <a:ext cx="3785394" cy="56457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8" tIns="35718" rIns="35718" bIns="35718" anchor="ctr">
            <a:spAutoFit/>
          </a:bodyPr>
          <a:lstStyle>
            <a:lvl1pPr marR="0" indent="0" defTabSz="820737">
              <a:defRPr sz="6400">
                <a:solidFill>
                  <a:srgbClr val="3B4152"/>
                </a:solidFill>
                <a:uFillTx/>
                <a:latin typeface="Montserrat Bold"/>
                <a:ea typeface="Montserrat Bold"/>
                <a:cs typeface="Montserrat Bold"/>
                <a:sym typeface="Montserrat Bold"/>
              </a:defRPr>
            </a:lvl1pPr>
          </a:lstStyle>
          <a:p>
            <a:endParaRPr sz="3200" dirty="0"/>
          </a:p>
        </p:txBody>
      </p:sp>
      <p:sp>
        <p:nvSpPr>
          <p:cNvPr id="18" name="Sottotitolo">
            <a:extLst>
              <a:ext uri="{FF2B5EF4-FFF2-40B4-BE49-F238E27FC236}">
                <a16:creationId xmlns:a16="http://schemas.microsoft.com/office/drawing/2014/main" id="{851394E5-9DDE-457A-9521-5232E1A82E79}"/>
              </a:ext>
            </a:extLst>
          </p:cNvPr>
          <p:cNvSpPr txBox="1"/>
          <p:nvPr/>
        </p:nvSpPr>
        <p:spPr>
          <a:xfrm>
            <a:off x="499971" y="2702302"/>
            <a:ext cx="3785394" cy="33374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8" tIns="35718" rIns="35718" bIns="35718" anchor="ctr">
            <a:spAutoFit/>
          </a:bodyPr>
          <a:lstStyle>
            <a:lvl1pPr marR="0" indent="0" defTabSz="820737">
              <a:defRPr sz="3400">
                <a:solidFill>
                  <a:srgbClr val="3B4152"/>
                </a:solidFill>
                <a:uFillTx/>
                <a:latin typeface="Montserrat Bold"/>
                <a:ea typeface="Montserrat Bold"/>
                <a:cs typeface="Montserrat Bold"/>
                <a:sym typeface="Montserrat Bold"/>
              </a:defRPr>
            </a:lvl1pPr>
          </a:lstStyle>
          <a:p>
            <a:endParaRPr sz="1700" dirty="0"/>
          </a:p>
        </p:txBody>
      </p:sp>
      <p:sp>
        <p:nvSpPr>
          <p:cNvPr id="19" name="Shape 128">
            <a:extLst>
              <a:ext uri="{FF2B5EF4-FFF2-40B4-BE49-F238E27FC236}">
                <a16:creationId xmlns:a16="http://schemas.microsoft.com/office/drawing/2014/main" id="{0CF34D3B-4CA4-4740-AC03-A50F69F21B39}"/>
              </a:ext>
            </a:extLst>
          </p:cNvPr>
          <p:cNvSpPr txBox="1">
            <a:spLocks/>
          </p:cNvSpPr>
          <p:nvPr/>
        </p:nvSpPr>
        <p:spPr>
          <a:xfrm>
            <a:off x="8479963" y="7292522"/>
            <a:ext cx="2743200" cy="365125"/>
          </a:xfrm>
          <a:prstGeom prst="rect">
            <a:avLst/>
          </a:prstGeom>
          <a:extLst>
            <a:ext uri="{C572A759-6A51-4108-AA02-DFA0A04FC94B}">
              <ma14:wrappingTextBoxFlag xmlns="" xmlns:ma14="http://schemas.microsoft.com/office/mac/drawingml/2011/main" val="1"/>
            </a:ext>
          </a:extLst>
        </p:spPr>
        <p:txBody>
          <a:bodyPr vert="horz" lIns="91440" tIns="45720" rIns="91440" bIns="45720" rtlCol="0" anchor="ctr">
            <a:normAutofit lnSpcReduction="10000"/>
          </a:bodyPr>
          <a:lstStyle>
            <a:defPPr>
              <a:defRPr lang="it-IT"/>
            </a:defPPr>
            <a:lvl1pPr marL="0" algn="r" defTabSz="914400" rtl="0" eaLnBrk="1" fontAlgn="base" latinLnBrk="0" hangingPunct="1">
              <a:spcBef>
                <a:spcPct val="0"/>
              </a:spcBef>
              <a:spcAft>
                <a:spcPct val="0"/>
              </a:spcAft>
              <a:defRPr sz="1200" kern="1200">
                <a:solidFill>
                  <a:schemeClr val="tx1">
                    <a:tint val="75000"/>
                  </a:schemeClr>
                </a:solidFill>
                <a:latin typeface="+mn-lt"/>
                <a:ea typeface="+mn-ea"/>
                <a:cs typeface="+mn-cs"/>
              </a:defRPr>
            </a:lvl1pPr>
            <a:lvl2pPr marL="457200" algn="l" defTabSz="914400" rtl="0" eaLnBrk="1" fontAlgn="base" latinLnBrk="0" hangingPunct="1">
              <a:spcBef>
                <a:spcPct val="0"/>
              </a:spcBef>
              <a:spcAft>
                <a:spcPct val="0"/>
              </a:spcAft>
              <a:defRPr sz="1800" kern="1200">
                <a:solidFill>
                  <a:schemeClr val="tx1"/>
                </a:solidFill>
                <a:latin typeface="+mn-lt"/>
                <a:ea typeface="+mn-ea"/>
                <a:cs typeface="+mn-cs"/>
              </a:defRPr>
            </a:lvl2pPr>
            <a:lvl3pPr marL="914400" algn="l" defTabSz="914400" rtl="0" eaLnBrk="1" fontAlgn="base" latinLnBrk="0" hangingPunct="1">
              <a:spcBef>
                <a:spcPct val="0"/>
              </a:spcBef>
              <a:spcAft>
                <a:spcPct val="0"/>
              </a:spcAft>
              <a:defRPr sz="1800" kern="1200">
                <a:solidFill>
                  <a:schemeClr val="tx1"/>
                </a:solidFill>
                <a:latin typeface="+mn-lt"/>
                <a:ea typeface="+mn-ea"/>
                <a:cs typeface="+mn-cs"/>
              </a:defRPr>
            </a:lvl3pPr>
            <a:lvl4pPr marL="1371600" algn="l" defTabSz="914400" rtl="0" eaLnBrk="1" fontAlgn="base" latinLnBrk="0" hangingPunct="1">
              <a:spcBef>
                <a:spcPct val="0"/>
              </a:spcBef>
              <a:spcAft>
                <a:spcPct val="0"/>
              </a:spcAft>
              <a:defRPr sz="1800" kern="1200">
                <a:solidFill>
                  <a:schemeClr val="tx1"/>
                </a:solidFill>
                <a:latin typeface="+mn-lt"/>
                <a:ea typeface="+mn-ea"/>
                <a:cs typeface="+mn-cs"/>
              </a:defRPr>
            </a:lvl4pPr>
            <a:lvl5pPr marL="1828800" algn="l" defTabSz="914400" rtl="0" eaLnBrk="1" fontAlgn="base" latinLnBrk="0" hangingPunct="1">
              <a:spcBef>
                <a:spcPct val="0"/>
              </a:spcBef>
              <a:spcAft>
                <a:spcPct val="0"/>
              </a:spcAft>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sz="1800">
                <a:solidFill>
                  <a:srgbClr val="000000"/>
                </a:solidFill>
              </a:defRPr>
            </a:pPr>
            <a:fld id="{0963570B-F1F2-4315-AC82-5A235D64A224}" type="slidenum">
              <a:rPr lang="it-IT" sz="1800" smtClean="0">
                <a:solidFill>
                  <a:srgbClr val="000000"/>
                </a:solidFill>
              </a:rPr>
              <a:pPr>
                <a:defRPr sz="1800">
                  <a:solidFill>
                    <a:srgbClr val="000000"/>
                  </a:solidFill>
                </a:defRPr>
              </a:pPr>
              <a:t>42</a:t>
            </a:fld>
            <a:endParaRPr lang="it-IT" sz="600" dirty="0">
              <a:solidFill>
                <a:srgbClr val="888888"/>
              </a:solidFill>
            </a:endParaRPr>
          </a:p>
        </p:txBody>
      </p:sp>
      <p:sp>
        <p:nvSpPr>
          <p:cNvPr id="20" name="Shape 53">
            <a:extLst>
              <a:ext uri="{FF2B5EF4-FFF2-40B4-BE49-F238E27FC236}">
                <a16:creationId xmlns:a16="http://schemas.microsoft.com/office/drawing/2014/main" id="{25C2BC00-BC04-49AB-B6F2-9EB339DC9B97}"/>
              </a:ext>
            </a:extLst>
          </p:cNvPr>
          <p:cNvSpPr txBox="1">
            <a:spLocks/>
          </p:cNvSpPr>
          <p:nvPr/>
        </p:nvSpPr>
        <p:spPr>
          <a:xfrm>
            <a:off x="107019" y="1821395"/>
            <a:ext cx="4267076" cy="461665"/>
          </a:xfrm>
          <a:prstGeom prst="rect">
            <a:avLst/>
          </a:prstGeom>
          <a:noFill/>
          <a:extLst>
            <a:ext uri="{C572A759-6A51-4108-AA02-DFA0A04FC94B}">
              <ma14:wrappingTextBoxFlag xmlns="" xmlns:ma14="http://schemas.microsoft.com/office/mac/drawingml/2011/main" val="1"/>
            </a:ext>
          </a:extLst>
        </p:spPr>
        <p:txBody>
          <a:bodyPr wrap="square" rtlCol="0">
            <a:spAutoFit/>
          </a:bodyPr>
          <a:lstStyle>
            <a:defPPr>
              <a:defRPr lang="it-IT"/>
            </a:defPPr>
            <a:lvl1pPr algn="ctr">
              <a:defRPr sz="2400" b="1">
                <a:solidFill>
                  <a:srgbClr val="7F142A"/>
                </a:solidFill>
              </a:defRPr>
            </a:lvl1pPr>
          </a:lstStyle>
          <a:p>
            <a:r>
              <a:rPr lang="it-IT" dirty="0" err="1"/>
              <a:t>Lung</a:t>
            </a:r>
            <a:r>
              <a:rPr lang="it-IT" dirty="0"/>
              <a:t> Cancer </a:t>
            </a:r>
            <a:r>
              <a:rPr lang="it-IT" dirty="0" err="1"/>
              <a:t>Results</a:t>
            </a:r>
            <a:endParaRPr lang="it-IT" dirty="0"/>
          </a:p>
        </p:txBody>
      </p:sp>
      <p:pic>
        <p:nvPicPr>
          <p:cNvPr id="21" name="Picture 1">
            <a:extLst>
              <a:ext uri="{FF2B5EF4-FFF2-40B4-BE49-F238E27FC236}">
                <a16:creationId xmlns:a16="http://schemas.microsoft.com/office/drawing/2014/main" id="{C91F8988-2C7D-4FE0-AC4C-23B4213686DE}"/>
              </a:ext>
            </a:extLst>
          </p:cNvPr>
          <p:cNvPicPr>
            <a:picLocks noChangeAspect="1"/>
          </p:cNvPicPr>
          <p:nvPr/>
        </p:nvPicPr>
        <p:blipFill>
          <a:blip r:embed="rId3"/>
          <a:stretch>
            <a:fillRect/>
          </a:stretch>
        </p:blipFill>
        <p:spPr>
          <a:xfrm>
            <a:off x="614963" y="3184357"/>
            <a:ext cx="3233782" cy="2122169"/>
          </a:xfrm>
          <a:prstGeom prst="rect">
            <a:avLst/>
          </a:prstGeom>
        </p:spPr>
      </p:pic>
      <p:graphicFrame>
        <p:nvGraphicFramePr>
          <p:cNvPr id="22" name="Diagramma 21">
            <a:extLst>
              <a:ext uri="{FF2B5EF4-FFF2-40B4-BE49-F238E27FC236}">
                <a16:creationId xmlns:a16="http://schemas.microsoft.com/office/drawing/2014/main" id="{28942DD4-A6CB-45A1-B68A-405E91330C47}"/>
              </a:ext>
            </a:extLst>
          </p:cNvPr>
          <p:cNvGraphicFramePr/>
          <p:nvPr>
            <p:extLst>
              <p:ext uri="{D42A27DB-BD31-4B8C-83A1-F6EECF244321}">
                <p14:modId xmlns:p14="http://schemas.microsoft.com/office/powerpoint/2010/main" val="1277458331"/>
              </p:ext>
            </p:extLst>
          </p:nvPr>
        </p:nvGraphicFramePr>
        <p:xfrm>
          <a:off x="4136596" y="1120770"/>
          <a:ext cx="7731935" cy="4059296"/>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23" name="Picture 2">
            <a:extLst>
              <a:ext uri="{FF2B5EF4-FFF2-40B4-BE49-F238E27FC236}">
                <a16:creationId xmlns:a16="http://schemas.microsoft.com/office/drawing/2014/main" id="{89AF7B96-C211-44AB-B732-2DB47A8F1D9D}"/>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4136596" y="4245441"/>
            <a:ext cx="2875395" cy="207295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24" name="Picture 3">
            <a:extLst>
              <a:ext uri="{FF2B5EF4-FFF2-40B4-BE49-F238E27FC236}">
                <a16:creationId xmlns:a16="http://schemas.microsoft.com/office/drawing/2014/main" id="{B9A3D383-B8E3-4114-8AF7-C36446C7707B}"/>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7299841" y="4245442"/>
            <a:ext cx="2530821" cy="209139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5" name="Rettangolo 24">
            <a:extLst>
              <a:ext uri="{FF2B5EF4-FFF2-40B4-BE49-F238E27FC236}">
                <a16:creationId xmlns:a16="http://schemas.microsoft.com/office/drawing/2014/main" id="{B8E64A92-A2EA-4B44-B706-E062C1D6EF99}"/>
              </a:ext>
            </a:extLst>
          </p:cNvPr>
          <p:cNvSpPr/>
          <p:nvPr/>
        </p:nvSpPr>
        <p:spPr>
          <a:xfrm>
            <a:off x="10118512" y="5155328"/>
            <a:ext cx="1692188" cy="723275"/>
          </a:xfrm>
          <a:prstGeom prst="rect">
            <a:avLst/>
          </a:prstGeom>
          <a:noFill/>
        </p:spPr>
        <p:txBody>
          <a:bodyPr wrap="square" lIns="45720" tIns="22860" rIns="45720" bIns="22860">
            <a:spAutoFit/>
          </a:bodyPr>
          <a:lstStyle/>
          <a:p>
            <a:pPr algn="ctr"/>
            <a:r>
              <a:rPr lang="it-IT" sz="2200" b="1" dirty="0" err="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Cancer</a:t>
            </a:r>
            <a:r>
              <a:rPr lang="it-IT" sz="2200" b="1"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 / </a:t>
            </a:r>
          </a:p>
          <a:p>
            <a:pPr algn="ctr"/>
            <a:r>
              <a:rPr lang="it-IT" sz="2200" b="1"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Non </a:t>
            </a:r>
            <a:r>
              <a:rPr lang="it-IT" sz="2200" b="1" dirty="0" err="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cancer</a:t>
            </a:r>
            <a:endParaRPr lang="it-IT" sz="2200" b="1"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endParaRPr>
          </a:p>
        </p:txBody>
      </p:sp>
      <p:cxnSp>
        <p:nvCxnSpPr>
          <p:cNvPr id="26" name="Connettore 2 25">
            <a:extLst>
              <a:ext uri="{FF2B5EF4-FFF2-40B4-BE49-F238E27FC236}">
                <a16:creationId xmlns:a16="http://schemas.microsoft.com/office/drawing/2014/main" id="{95047C35-90B2-4170-B289-6838C380A66C}"/>
              </a:ext>
            </a:extLst>
          </p:cNvPr>
          <p:cNvCxnSpPr/>
          <p:nvPr/>
        </p:nvCxnSpPr>
        <p:spPr>
          <a:xfrm>
            <a:off x="5266323" y="2279441"/>
            <a:ext cx="0" cy="1818762"/>
          </a:xfrm>
          <a:prstGeom prst="straightConnector1">
            <a:avLst/>
          </a:prstGeom>
          <a:noFill/>
          <a:ln w="25400" cap="flat">
            <a:solidFill>
              <a:schemeClr val="accent3">
                <a:lumMod val="75000"/>
              </a:schemeClr>
            </a:solidFill>
            <a:prstDash val="solid"/>
            <a:bevel/>
            <a:tailEnd type="arrow"/>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27" name="Connettore 2 26">
            <a:extLst>
              <a:ext uri="{FF2B5EF4-FFF2-40B4-BE49-F238E27FC236}">
                <a16:creationId xmlns:a16="http://schemas.microsoft.com/office/drawing/2014/main" id="{BF40AAA3-C208-493E-8530-82EAE8CBAE74}"/>
              </a:ext>
            </a:extLst>
          </p:cNvPr>
          <p:cNvCxnSpPr/>
          <p:nvPr/>
        </p:nvCxnSpPr>
        <p:spPr>
          <a:xfrm>
            <a:off x="8252504" y="2916392"/>
            <a:ext cx="0" cy="1181811"/>
          </a:xfrm>
          <a:prstGeom prst="straightConnector1">
            <a:avLst/>
          </a:prstGeom>
          <a:noFill/>
          <a:ln w="25400" cap="flat">
            <a:solidFill>
              <a:schemeClr val="accent3">
                <a:lumMod val="75000"/>
              </a:schemeClr>
            </a:solidFill>
            <a:prstDash val="solid"/>
            <a:bevel/>
            <a:tailEnd type="arrow"/>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28" name="Connettore 2 27">
            <a:extLst>
              <a:ext uri="{FF2B5EF4-FFF2-40B4-BE49-F238E27FC236}">
                <a16:creationId xmlns:a16="http://schemas.microsoft.com/office/drawing/2014/main" id="{C6CDF683-D720-4EA7-A39E-0FAF0C01F958}"/>
              </a:ext>
            </a:extLst>
          </p:cNvPr>
          <p:cNvCxnSpPr/>
          <p:nvPr/>
        </p:nvCxnSpPr>
        <p:spPr>
          <a:xfrm>
            <a:off x="10880716" y="3532211"/>
            <a:ext cx="0" cy="1623118"/>
          </a:xfrm>
          <a:prstGeom prst="straightConnector1">
            <a:avLst/>
          </a:prstGeom>
          <a:noFill/>
          <a:ln w="25400" cap="flat">
            <a:solidFill>
              <a:schemeClr val="accent3">
                <a:lumMod val="75000"/>
              </a:schemeClr>
            </a:solidFill>
            <a:prstDash val="solid"/>
            <a:bevel/>
            <a:tailEnd type="arrow"/>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Tree>
    <p:extLst>
      <p:ext uri="{BB962C8B-B14F-4D97-AF65-F5344CB8AC3E}">
        <p14:creationId xmlns:p14="http://schemas.microsoft.com/office/powerpoint/2010/main" val="1648726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down)">
                                      <p:cBhvr>
                                        <p:cTn id="7" dur="5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wipe(down)">
                                      <p:cBhvr>
                                        <p:cTn id="12" dur="5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wipe(down)">
                                      <p:cBhvr>
                                        <p:cTn id="17" dur="5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42" presetClass="entr" presetSubtype="0"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1000"/>
                                        <p:tgtEl>
                                          <p:spTgt spid="26"/>
                                        </p:tgtEl>
                                      </p:cBhvr>
                                    </p:animEffect>
                                    <p:anim calcmode="lin" valueType="num">
                                      <p:cBhvr>
                                        <p:cTn id="23" dur="1000" fill="hold"/>
                                        <p:tgtEl>
                                          <p:spTgt spid="26"/>
                                        </p:tgtEl>
                                        <p:attrNameLst>
                                          <p:attrName>ppt_x</p:attrName>
                                        </p:attrNameLst>
                                      </p:cBhvr>
                                      <p:tavLst>
                                        <p:tav tm="0">
                                          <p:val>
                                            <p:strVal val="#ppt_x"/>
                                          </p:val>
                                        </p:tav>
                                        <p:tav tm="100000">
                                          <p:val>
                                            <p:strVal val="#ppt_x"/>
                                          </p:val>
                                        </p:tav>
                                      </p:tavLst>
                                    </p:anim>
                                    <p:anim calcmode="lin" valueType="num">
                                      <p:cBhvr>
                                        <p:cTn id="24" dur="1000" fill="hold"/>
                                        <p:tgtEl>
                                          <p:spTgt spid="2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42" presetClass="entr" presetSubtype="0" fill="hold" nodeType="click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1000"/>
                                        <p:tgtEl>
                                          <p:spTgt spid="27"/>
                                        </p:tgtEl>
                                      </p:cBhvr>
                                    </p:animEffect>
                                    <p:anim calcmode="lin" valueType="num">
                                      <p:cBhvr>
                                        <p:cTn id="30" dur="1000" fill="hold"/>
                                        <p:tgtEl>
                                          <p:spTgt spid="27"/>
                                        </p:tgtEl>
                                        <p:attrNameLst>
                                          <p:attrName>ppt_x</p:attrName>
                                        </p:attrNameLst>
                                      </p:cBhvr>
                                      <p:tavLst>
                                        <p:tav tm="0">
                                          <p:val>
                                            <p:strVal val="#ppt_x"/>
                                          </p:val>
                                        </p:tav>
                                        <p:tav tm="100000">
                                          <p:val>
                                            <p:strVal val="#ppt_x"/>
                                          </p:val>
                                        </p:tav>
                                      </p:tavLst>
                                    </p:anim>
                                    <p:anim calcmode="lin" valueType="num">
                                      <p:cBhvr>
                                        <p:cTn id="31" dur="10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4" presetID="42" presetClass="entr" presetSubtype="0" fill="hold" nodeType="clickEffect">
                                  <p:stCondLst>
                                    <p:cond delay="0"/>
                                  </p:stCondLst>
                                  <p:childTnLst>
                                    <p:set>
                                      <p:cBhvr>
                                        <p:cTn id="35" dur="1" fill="hold">
                                          <p:stCondLst>
                                            <p:cond delay="0"/>
                                          </p:stCondLst>
                                        </p:cTn>
                                        <p:tgtEl>
                                          <p:spTgt spid="28"/>
                                        </p:tgtEl>
                                        <p:attrNameLst>
                                          <p:attrName>style.visibility</p:attrName>
                                        </p:attrNameLst>
                                      </p:cBhvr>
                                      <p:to>
                                        <p:strVal val="visible"/>
                                      </p:to>
                                    </p:set>
                                    <p:animEffect transition="in" filter="fade">
                                      <p:cBhvr>
                                        <p:cTn id="36" dur="1000"/>
                                        <p:tgtEl>
                                          <p:spTgt spid="28"/>
                                        </p:tgtEl>
                                      </p:cBhvr>
                                    </p:animEffect>
                                    <p:anim calcmode="lin" valueType="num">
                                      <p:cBhvr>
                                        <p:cTn id="37" dur="1000" fill="hold"/>
                                        <p:tgtEl>
                                          <p:spTgt spid="28"/>
                                        </p:tgtEl>
                                        <p:attrNameLst>
                                          <p:attrName>ppt_x</p:attrName>
                                        </p:attrNameLst>
                                      </p:cBhvr>
                                      <p:tavLst>
                                        <p:tav tm="0">
                                          <p:val>
                                            <p:strVal val="#ppt_x"/>
                                          </p:val>
                                        </p:tav>
                                        <p:tav tm="100000">
                                          <p:val>
                                            <p:strVal val="#ppt_x"/>
                                          </p:val>
                                        </p:tav>
                                      </p:tavLst>
                                    </p:anim>
                                    <p:anim calcmode="lin" valueType="num">
                                      <p:cBhvr>
                                        <p:cTn id="38" dur="1000" fill="hold"/>
                                        <p:tgtEl>
                                          <p:spTgt spid="2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0ADD6-B4C0-8601-6F69-FA9331543658}"/>
            </a:ext>
          </a:extLst>
        </p:cNvPr>
        <p:cNvGrpSpPr/>
        <p:nvPr/>
      </p:nvGrpSpPr>
      <p:grpSpPr>
        <a:xfrm>
          <a:off x="0" y="0"/>
          <a:ext cx="0" cy="0"/>
          <a:chOff x="0" y="0"/>
          <a:chExt cx="0" cy="0"/>
        </a:xfrm>
      </p:grpSpPr>
      <p:sp>
        <p:nvSpPr>
          <p:cNvPr id="5" name="Segnaposto numero diapositiva 4">
            <a:extLst>
              <a:ext uri="{FF2B5EF4-FFF2-40B4-BE49-F238E27FC236}">
                <a16:creationId xmlns:a16="http://schemas.microsoft.com/office/drawing/2014/main" id="{80E96021-C168-B145-CD79-3708234658C2}"/>
              </a:ext>
            </a:extLst>
          </p:cNvPr>
          <p:cNvSpPr>
            <a:spLocks noGrp="1"/>
          </p:cNvSpPr>
          <p:nvPr>
            <p:ph type="sldNum" sz="quarter" idx="11"/>
          </p:nvPr>
        </p:nvSpPr>
        <p:spPr/>
        <p:txBody>
          <a:bodyPr/>
          <a:lstStyle/>
          <a:p>
            <a:pPr>
              <a:defRPr/>
            </a:pPr>
            <a:fld id="{48B4153A-D4C5-4CEF-8992-0D8815C829E3}" type="slidenum">
              <a:rPr lang="en-US" smtClean="0"/>
              <a:pPr>
                <a:defRPr/>
              </a:pPr>
              <a:t>43</a:t>
            </a:fld>
            <a:endParaRPr lang="en-US" dirty="0"/>
          </a:p>
        </p:txBody>
      </p:sp>
      <p:sp>
        <p:nvSpPr>
          <p:cNvPr id="8" name="Titolo 2">
            <a:extLst>
              <a:ext uri="{FF2B5EF4-FFF2-40B4-BE49-F238E27FC236}">
                <a16:creationId xmlns:a16="http://schemas.microsoft.com/office/drawing/2014/main" id="{81112789-6A2E-6B6A-5DB5-8FF9265D9782}"/>
              </a:ext>
            </a:extLst>
          </p:cNvPr>
          <p:cNvSpPr>
            <a:spLocks noGrp="1"/>
          </p:cNvSpPr>
          <p:nvPr>
            <p:ph type="title"/>
          </p:nvPr>
        </p:nvSpPr>
        <p:spPr>
          <a:xfrm>
            <a:off x="468895" y="387728"/>
            <a:ext cx="11269308" cy="384721"/>
          </a:xfrm>
        </p:spPr>
        <p:txBody>
          <a:bodyPr/>
          <a:lstStyle/>
          <a:p>
            <a:r>
              <a:rPr lang="it-IT" dirty="0"/>
              <a:t>Use Case 3: AI for the </a:t>
            </a:r>
            <a:r>
              <a:rPr lang="it-IT" dirty="0" err="1"/>
              <a:t>automatic</a:t>
            </a:r>
            <a:r>
              <a:rPr lang="it-IT" dirty="0"/>
              <a:t> </a:t>
            </a:r>
            <a:r>
              <a:rPr lang="it-IT" dirty="0" err="1"/>
              <a:t>classification</a:t>
            </a:r>
            <a:r>
              <a:rPr lang="it-IT" dirty="0"/>
              <a:t> of </a:t>
            </a:r>
            <a:r>
              <a:rPr lang="it-IT" dirty="0" err="1"/>
              <a:t>Causes</a:t>
            </a:r>
            <a:r>
              <a:rPr lang="it-IT" dirty="0"/>
              <a:t> of Death</a:t>
            </a:r>
          </a:p>
        </p:txBody>
      </p:sp>
      <p:sp>
        <p:nvSpPr>
          <p:cNvPr id="6" name="CasellaDiTesto 5"/>
          <p:cNvSpPr txBox="1"/>
          <p:nvPr/>
        </p:nvSpPr>
        <p:spPr>
          <a:xfrm>
            <a:off x="825119" y="1211880"/>
            <a:ext cx="10091553" cy="492443"/>
          </a:xfrm>
          <a:prstGeom prst="rect">
            <a:avLst/>
          </a:prstGeom>
          <a:noFill/>
        </p:spPr>
        <p:txBody>
          <a:bodyPr wrap="square" lIns="0" tIns="0" rIns="0" bIns="0" rtlCol="0">
            <a:spAutoFit/>
          </a:bodyPr>
          <a:lstStyle/>
          <a:p>
            <a:pPr>
              <a:tabLst>
                <a:tab pos="1919872" algn="l"/>
              </a:tabLst>
            </a:pPr>
            <a:r>
              <a:rPr lang="it-IT" sz="3200" b="1" dirty="0" err="1">
                <a:solidFill>
                  <a:srgbClr val="0C3182"/>
                </a:solidFill>
                <a:latin typeface="Trebuchet MS" charset="0"/>
                <a:ea typeface="Trebuchet MS" charset="0"/>
                <a:cs typeface="Trebuchet MS" charset="0"/>
              </a:rPr>
              <a:t>Detection</a:t>
            </a:r>
            <a:r>
              <a:rPr lang="it-IT" sz="3200" b="1" dirty="0">
                <a:solidFill>
                  <a:srgbClr val="0C3182"/>
                </a:solidFill>
                <a:latin typeface="Trebuchet MS" charset="0"/>
                <a:ea typeface="Trebuchet MS" charset="0"/>
                <a:cs typeface="Trebuchet MS" charset="0"/>
              </a:rPr>
              <a:t> Model</a:t>
            </a:r>
          </a:p>
        </p:txBody>
      </p:sp>
      <p:pic>
        <p:nvPicPr>
          <p:cNvPr id="7" name="Picture 2"/>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21805" t="8065" r="1678" b="5547"/>
          <a:stretch/>
        </p:blipFill>
        <p:spPr bwMode="auto">
          <a:xfrm>
            <a:off x="825119" y="1866929"/>
            <a:ext cx="4418267" cy="311761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9"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l="22923" t="32959" r="33313" b="30997"/>
          <a:stretch/>
        </p:blipFill>
        <p:spPr bwMode="auto">
          <a:xfrm>
            <a:off x="3772792" y="2567737"/>
            <a:ext cx="7327768" cy="3771810"/>
          </a:xfrm>
          <a:prstGeom prst="rect">
            <a:avLst/>
          </a:prstGeom>
          <a:noFill/>
          <a:ln w="38100">
            <a:solidFill>
              <a:srgbClr val="C00000"/>
            </a:solidFill>
            <a:miter lim="800000"/>
            <a:headEnd/>
            <a:tailEnd/>
          </a:ln>
          <a:extLst>
            <a:ext uri="{909E8E84-426E-40DD-AFC4-6F175D3DCCD1}">
              <a14:hiddenFill xmlns:a14="http://schemas.microsoft.com/office/drawing/2010/main">
                <a:solidFill>
                  <a:schemeClr val="accent1"/>
                </a:solidFill>
              </a14:hiddenFill>
            </a:ext>
          </a:extLst>
        </p:spPr>
      </p:pic>
      <p:sp>
        <p:nvSpPr>
          <p:cNvPr id="10" name="CasellaDiTesto 9"/>
          <p:cNvSpPr txBox="1"/>
          <p:nvPr/>
        </p:nvSpPr>
        <p:spPr>
          <a:xfrm>
            <a:off x="825119" y="5147150"/>
            <a:ext cx="2510444" cy="646331"/>
          </a:xfrm>
          <a:prstGeom prst="rect">
            <a:avLst/>
          </a:prstGeom>
          <a:noFill/>
        </p:spPr>
        <p:txBody>
          <a:bodyPr wrap="square" rtlCol="0">
            <a:spAutoFit/>
          </a:bodyPr>
          <a:lstStyle/>
          <a:p>
            <a:r>
              <a:rPr lang="en-US" b="1" dirty="0" err="1">
                <a:solidFill>
                  <a:srgbClr val="FF0000"/>
                </a:solidFill>
              </a:rPr>
              <a:t>Istat</a:t>
            </a:r>
            <a:r>
              <a:rPr lang="en-US" b="1" dirty="0">
                <a:solidFill>
                  <a:srgbClr val="FF0000"/>
                </a:solidFill>
              </a:rPr>
              <a:t> Form D4-D4bis ‘Death Certificate</a:t>
            </a:r>
            <a:endParaRPr lang="it-IT" b="1" dirty="0">
              <a:solidFill>
                <a:srgbClr val="FF0000"/>
              </a:solidFill>
            </a:endParaRPr>
          </a:p>
        </p:txBody>
      </p:sp>
      <p:sp>
        <p:nvSpPr>
          <p:cNvPr id="11" name="CasellaDiTesto 10"/>
          <p:cNvSpPr txBox="1"/>
          <p:nvPr/>
        </p:nvSpPr>
        <p:spPr>
          <a:xfrm>
            <a:off x="5199359" y="1266764"/>
            <a:ext cx="5717313" cy="1200329"/>
          </a:xfrm>
          <a:prstGeom prst="rect">
            <a:avLst/>
          </a:prstGeom>
          <a:noFill/>
        </p:spPr>
        <p:txBody>
          <a:bodyPr wrap="square" rtlCol="0">
            <a:spAutoFit/>
          </a:bodyPr>
          <a:lstStyle/>
          <a:p>
            <a:pPr algn="r"/>
            <a:r>
              <a:rPr lang="en-US" b="1" dirty="0">
                <a:solidFill>
                  <a:srgbClr val="FF0000"/>
                </a:solidFill>
              </a:rPr>
              <a:t>For each individual death occurring within the national territory, the certifying physician records the information on the causes of death in this part of the paper certificate</a:t>
            </a:r>
            <a:endParaRPr lang="it-IT" b="1" dirty="0">
              <a:solidFill>
                <a:srgbClr val="FF0000"/>
              </a:solidFill>
            </a:endParaRPr>
          </a:p>
        </p:txBody>
      </p:sp>
    </p:spTree>
    <p:extLst>
      <p:ext uri="{BB962C8B-B14F-4D97-AF65-F5344CB8AC3E}">
        <p14:creationId xmlns:p14="http://schemas.microsoft.com/office/powerpoint/2010/main" val="130839283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0ADD6-B4C0-8601-6F69-FA9331543658}"/>
            </a:ext>
          </a:extLst>
        </p:cNvPr>
        <p:cNvGrpSpPr/>
        <p:nvPr/>
      </p:nvGrpSpPr>
      <p:grpSpPr>
        <a:xfrm>
          <a:off x="0" y="0"/>
          <a:ext cx="0" cy="0"/>
          <a:chOff x="0" y="0"/>
          <a:chExt cx="0" cy="0"/>
        </a:xfrm>
      </p:grpSpPr>
      <p:sp>
        <p:nvSpPr>
          <p:cNvPr id="5" name="Segnaposto numero diapositiva 4">
            <a:extLst>
              <a:ext uri="{FF2B5EF4-FFF2-40B4-BE49-F238E27FC236}">
                <a16:creationId xmlns:a16="http://schemas.microsoft.com/office/drawing/2014/main" id="{80E96021-C168-B145-CD79-3708234658C2}"/>
              </a:ext>
            </a:extLst>
          </p:cNvPr>
          <p:cNvSpPr>
            <a:spLocks noGrp="1"/>
          </p:cNvSpPr>
          <p:nvPr>
            <p:ph type="sldNum" sz="quarter" idx="11"/>
          </p:nvPr>
        </p:nvSpPr>
        <p:spPr/>
        <p:txBody>
          <a:bodyPr/>
          <a:lstStyle/>
          <a:p>
            <a:pPr>
              <a:defRPr/>
            </a:pPr>
            <a:fld id="{48B4153A-D4C5-4CEF-8992-0D8815C829E3}" type="slidenum">
              <a:rPr lang="en-US" smtClean="0"/>
              <a:pPr>
                <a:defRPr/>
              </a:pPr>
              <a:t>44</a:t>
            </a:fld>
            <a:endParaRPr lang="en-US" dirty="0"/>
          </a:p>
        </p:txBody>
      </p:sp>
      <p:sp>
        <p:nvSpPr>
          <p:cNvPr id="8" name="Titolo 2">
            <a:extLst>
              <a:ext uri="{FF2B5EF4-FFF2-40B4-BE49-F238E27FC236}">
                <a16:creationId xmlns:a16="http://schemas.microsoft.com/office/drawing/2014/main" id="{81112789-6A2E-6B6A-5DB5-8FF9265D9782}"/>
              </a:ext>
            </a:extLst>
          </p:cNvPr>
          <p:cNvSpPr>
            <a:spLocks noGrp="1"/>
          </p:cNvSpPr>
          <p:nvPr>
            <p:ph type="title"/>
          </p:nvPr>
        </p:nvSpPr>
        <p:spPr>
          <a:xfrm>
            <a:off x="468895" y="387728"/>
            <a:ext cx="11269308" cy="384721"/>
          </a:xfrm>
        </p:spPr>
        <p:txBody>
          <a:bodyPr/>
          <a:lstStyle/>
          <a:p>
            <a:r>
              <a:rPr lang="it-IT" dirty="0"/>
              <a:t>Use Case 3: AI for the </a:t>
            </a:r>
            <a:r>
              <a:rPr lang="it-IT" dirty="0" err="1"/>
              <a:t>automatic</a:t>
            </a:r>
            <a:r>
              <a:rPr lang="it-IT" dirty="0"/>
              <a:t> </a:t>
            </a:r>
            <a:r>
              <a:rPr lang="it-IT" dirty="0" err="1"/>
              <a:t>classification</a:t>
            </a:r>
            <a:r>
              <a:rPr lang="it-IT" dirty="0"/>
              <a:t> of </a:t>
            </a:r>
            <a:r>
              <a:rPr lang="it-IT" dirty="0" err="1"/>
              <a:t>Causes</a:t>
            </a:r>
            <a:r>
              <a:rPr lang="it-IT" dirty="0"/>
              <a:t> of Death</a:t>
            </a:r>
          </a:p>
        </p:txBody>
      </p:sp>
      <p:sp>
        <p:nvSpPr>
          <p:cNvPr id="12" name="Rettangolo 11"/>
          <p:cNvSpPr/>
          <p:nvPr/>
        </p:nvSpPr>
        <p:spPr>
          <a:xfrm>
            <a:off x="945773" y="1224475"/>
            <a:ext cx="10524737" cy="6093976"/>
          </a:xfrm>
          <a:prstGeom prst="rect">
            <a:avLst/>
          </a:prstGeom>
        </p:spPr>
        <p:txBody>
          <a:bodyPr wrap="square">
            <a:spAutoFit/>
          </a:bodyPr>
          <a:lstStyle/>
          <a:p>
            <a:r>
              <a:rPr lang="it-IT" sz="2000" b="1" dirty="0">
                <a:solidFill>
                  <a:srgbClr val="FF0000"/>
                </a:solidFill>
              </a:rPr>
              <a:t>The </a:t>
            </a:r>
            <a:r>
              <a:rPr lang="it-IT" sz="2000" b="1" dirty="0" err="1">
                <a:solidFill>
                  <a:srgbClr val="FF0000"/>
                </a:solidFill>
              </a:rPr>
              <a:t>project</a:t>
            </a:r>
            <a:r>
              <a:rPr lang="it-IT" sz="2000" b="1" dirty="0">
                <a:solidFill>
                  <a:srgbClr val="FF0000"/>
                </a:solidFill>
              </a:rPr>
              <a:t> </a:t>
            </a:r>
            <a:r>
              <a:rPr lang="it-IT" sz="2000" b="1" dirty="0" err="1">
                <a:solidFill>
                  <a:srgbClr val="FF0000"/>
                </a:solidFill>
              </a:rPr>
              <a:t>aims</a:t>
            </a:r>
            <a:r>
              <a:rPr lang="it-IT" sz="2000" b="1" dirty="0">
                <a:solidFill>
                  <a:srgbClr val="FF0000"/>
                </a:solidFill>
              </a:rPr>
              <a:t> to:</a:t>
            </a:r>
          </a:p>
          <a:p>
            <a:endParaRPr lang="it-IT" altLang="it-IT" sz="2000" dirty="0"/>
          </a:p>
          <a:p>
            <a:pPr marL="285750" indent="-285750">
              <a:buFont typeface="Arial" panose="020B0604020202020204" pitchFamily="34" charset="0"/>
              <a:buChar char="•"/>
            </a:pPr>
            <a:r>
              <a:rPr lang="it-IT" altLang="it-IT" sz="2000" dirty="0" err="1"/>
              <a:t>identify</a:t>
            </a:r>
            <a:r>
              <a:rPr lang="it-IT" altLang="it-IT" sz="2000" dirty="0"/>
              <a:t> the </a:t>
            </a:r>
            <a:r>
              <a:rPr lang="it-IT" altLang="it-IT" sz="2000" dirty="0" err="1"/>
              <a:t>most</a:t>
            </a:r>
            <a:r>
              <a:rPr lang="it-IT" altLang="it-IT" sz="2000" dirty="0"/>
              <a:t> </a:t>
            </a:r>
            <a:r>
              <a:rPr lang="it-IT" altLang="it-IT" sz="2000" dirty="0" err="1"/>
              <a:t>suitable</a:t>
            </a:r>
            <a:r>
              <a:rPr lang="it-IT" altLang="it-IT" sz="2000" dirty="0"/>
              <a:t> AI </a:t>
            </a:r>
            <a:r>
              <a:rPr lang="it-IT" altLang="it-IT" sz="2000" dirty="0" err="1"/>
              <a:t>methods</a:t>
            </a:r>
            <a:r>
              <a:rPr lang="it-IT" altLang="it-IT" sz="2000" dirty="0"/>
              <a:t> for </a:t>
            </a:r>
            <a:r>
              <a:rPr lang="it-IT" altLang="it-IT" sz="2000" dirty="0" err="1"/>
              <a:t>coding</a:t>
            </a:r>
            <a:r>
              <a:rPr lang="it-IT" altLang="it-IT" sz="2000" dirty="0"/>
              <a:t> </a:t>
            </a:r>
            <a:r>
              <a:rPr lang="it-IT" altLang="it-IT" sz="2000" dirty="0" err="1"/>
              <a:t>causes</a:t>
            </a:r>
            <a:r>
              <a:rPr lang="it-IT" altLang="it-IT" sz="2000" dirty="0"/>
              <a:t> of </a:t>
            </a:r>
            <a:r>
              <a:rPr lang="it-IT" altLang="it-IT" sz="2000" dirty="0" err="1"/>
              <a:t>death</a:t>
            </a:r>
            <a:r>
              <a:rPr lang="it-IT" altLang="it-IT" sz="2000" dirty="0"/>
              <a:t>;</a:t>
            </a:r>
          </a:p>
          <a:p>
            <a:pPr marL="285750" indent="-285750">
              <a:buFont typeface="Arial" panose="020B0604020202020204" pitchFamily="34" charset="0"/>
              <a:buChar char="•"/>
            </a:pPr>
            <a:r>
              <a:rPr lang="it-IT" altLang="it-IT" sz="2000" dirty="0"/>
              <a:t>create an </a:t>
            </a:r>
            <a:r>
              <a:rPr lang="it-IT" altLang="it-IT" sz="2000" dirty="0" err="1"/>
              <a:t>algorithm</a:t>
            </a:r>
            <a:r>
              <a:rPr lang="it-IT" altLang="it-IT" sz="2000" dirty="0"/>
              <a:t> for </a:t>
            </a:r>
            <a:r>
              <a:rPr lang="it-IT" altLang="it-IT" sz="2000" dirty="0" err="1"/>
              <a:t>coding</a:t>
            </a:r>
            <a:r>
              <a:rPr lang="it-IT" altLang="it-IT" sz="2000" dirty="0"/>
              <a:t> </a:t>
            </a:r>
            <a:r>
              <a:rPr lang="it-IT" altLang="it-IT" sz="2000" dirty="0" err="1"/>
              <a:t>causes</a:t>
            </a:r>
            <a:r>
              <a:rPr lang="it-IT" altLang="it-IT" sz="2000" dirty="0"/>
              <a:t> of </a:t>
            </a:r>
            <a:r>
              <a:rPr lang="it-IT" altLang="it-IT" sz="2000" dirty="0" err="1"/>
              <a:t>death</a:t>
            </a:r>
            <a:r>
              <a:rPr lang="it-IT" altLang="it-IT" sz="2000" dirty="0"/>
              <a:t> by </a:t>
            </a:r>
            <a:r>
              <a:rPr lang="it-IT" altLang="it-IT" sz="2000" dirty="0" err="1"/>
              <a:t>applying</a:t>
            </a:r>
            <a:r>
              <a:rPr lang="it-IT" altLang="it-IT" sz="2000" dirty="0"/>
              <a:t> </a:t>
            </a:r>
            <a:r>
              <a:rPr lang="it-IT" altLang="it-IT" sz="2000" dirty="0" err="1"/>
              <a:t>these</a:t>
            </a:r>
            <a:r>
              <a:rPr lang="it-IT" altLang="it-IT" sz="2000" dirty="0"/>
              <a:t> </a:t>
            </a:r>
            <a:r>
              <a:rPr lang="it-IT" altLang="it-IT" sz="2000" dirty="0" err="1"/>
              <a:t>methods</a:t>
            </a:r>
            <a:r>
              <a:rPr lang="it-IT" altLang="it-IT" sz="2000" dirty="0"/>
              <a:t>;</a:t>
            </a:r>
          </a:p>
          <a:p>
            <a:pPr marL="285750" indent="-285750">
              <a:buFont typeface="Arial" panose="020B0604020202020204" pitchFamily="34" charset="0"/>
              <a:buChar char="•"/>
            </a:pPr>
            <a:r>
              <a:rPr lang="it-IT" altLang="it-IT" sz="2000" dirty="0" err="1"/>
              <a:t>evaluate</a:t>
            </a:r>
            <a:r>
              <a:rPr lang="it-IT" altLang="it-IT" sz="2000" dirty="0"/>
              <a:t> the performance of </a:t>
            </a:r>
            <a:r>
              <a:rPr lang="it-IT" altLang="it-IT" sz="2000" dirty="0" err="1"/>
              <a:t>automatic</a:t>
            </a:r>
            <a:r>
              <a:rPr lang="it-IT" altLang="it-IT" sz="2000" dirty="0"/>
              <a:t> </a:t>
            </a:r>
            <a:r>
              <a:rPr lang="it-IT" altLang="it-IT" sz="2000" dirty="0" err="1"/>
              <a:t>coding</a:t>
            </a:r>
            <a:r>
              <a:rPr lang="it-IT" altLang="it-IT" sz="2000" dirty="0"/>
              <a:t> and the </a:t>
            </a:r>
            <a:r>
              <a:rPr lang="it-IT" altLang="it-IT" sz="2000" dirty="0" err="1"/>
              <a:t>quality</a:t>
            </a:r>
            <a:r>
              <a:rPr lang="it-IT" altLang="it-IT" sz="2000" dirty="0"/>
              <a:t> of the data by </a:t>
            </a:r>
            <a:r>
              <a:rPr lang="it-IT" altLang="it-IT" sz="2000" dirty="0" err="1"/>
              <a:t>applying</a:t>
            </a:r>
            <a:r>
              <a:rPr lang="it-IT" altLang="it-IT" sz="2000" dirty="0"/>
              <a:t> </a:t>
            </a:r>
            <a:r>
              <a:rPr lang="it-IT" altLang="it-IT" sz="2000" dirty="0" err="1"/>
              <a:t>this</a:t>
            </a:r>
            <a:r>
              <a:rPr lang="it-IT" altLang="it-IT" sz="2000" dirty="0"/>
              <a:t> </a:t>
            </a:r>
            <a:r>
              <a:rPr lang="it-IT" altLang="it-IT" sz="2000" dirty="0" err="1"/>
              <a:t>algorithm</a:t>
            </a:r>
            <a:r>
              <a:rPr lang="it-IT" altLang="it-IT" sz="2000" dirty="0"/>
              <a:t>.</a:t>
            </a:r>
          </a:p>
          <a:p>
            <a:endParaRPr lang="it-IT" sz="2000" dirty="0"/>
          </a:p>
          <a:p>
            <a:r>
              <a:rPr lang="en-US" sz="2000" b="1" dirty="0">
                <a:solidFill>
                  <a:srgbClr val="FF0000"/>
                </a:solidFill>
              </a:rPr>
              <a:t>The main expected results are:</a:t>
            </a:r>
            <a:endParaRPr lang="it-IT" sz="2000" b="1" dirty="0">
              <a:solidFill>
                <a:srgbClr val="FF0000"/>
              </a:solidFill>
            </a:endParaRPr>
          </a:p>
          <a:p>
            <a:endParaRPr lang="it-IT" sz="2000" b="1" dirty="0">
              <a:solidFill>
                <a:srgbClr val="FF0000"/>
              </a:solidFill>
            </a:endParaRPr>
          </a:p>
          <a:p>
            <a:pPr marL="285750" lvl="0" indent="-285750" defTabSz="914400">
              <a:buFont typeface="Arial" panose="020B0604020202020204" pitchFamily="34" charset="0"/>
              <a:buChar char="•"/>
            </a:pPr>
            <a:r>
              <a:rPr lang="it-IT" altLang="it-IT" sz="2000" dirty="0">
                <a:latin typeface="Arial" panose="020B0604020202020204" pitchFamily="34" charset="0"/>
              </a:rPr>
              <a:t>a </a:t>
            </a:r>
            <a:r>
              <a:rPr lang="it-IT" altLang="it-IT" sz="2000" dirty="0" err="1">
                <a:latin typeface="Arial" panose="020B0604020202020204" pitchFamily="34" charset="0"/>
              </a:rPr>
              <a:t>reduction</a:t>
            </a:r>
            <a:r>
              <a:rPr lang="it-IT" altLang="it-IT" sz="2000" dirty="0">
                <a:latin typeface="Arial" panose="020B0604020202020204" pitchFamily="34" charset="0"/>
              </a:rPr>
              <a:t> in </a:t>
            </a:r>
            <a:r>
              <a:rPr lang="it-IT" altLang="it-IT" sz="2000" dirty="0" err="1">
                <a:latin typeface="Arial" panose="020B0604020202020204" pitchFamily="34" charset="0"/>
              </a:rPr>
              <a:t>coding</a:t>
            </a:r>
            <a:r>
              <a:rPr lang="it-IT" altLang="it-IT" sz="2000" dirty="0">
                <a:latin typeface="Arial" panose="020B0604020202020204" pitchFamily="34" charset="0"/>
              </a:rPr>
              <a:t> </a:t>
            </a:r>
            <a:r>
              <a:rPr lang="it-IT" altLang="it-IT" sz="2000" dirty="0" err="1">
                <a:latin typeface="Arial" panose="020B0604020202020204" pitchFamily="34" charset="0"/>
              </a:rPr>
              <a:t>variability</a:t>
            </a:r>
            <a:r>
              <a:rPr lang="it-IT" altLang="it-IT" sz="2000" dirty="0">
                <a:latin typeface="Arial" panose="020B0604020202020204" pitchFamily="34" charset="0"/>
              </a:rPr>
              <a:t> </a:t>
            </a:r>
            <a:r>
              <a:rPr lang="it-IT" altLang="it-IT" sz="2000" dirty="0" err="1">
                <a:latin typeface="Arial" panose="020B0604020202020204" pitchFamily="34" charset="0"/>
              </a:rPr>
              <a:t>among</a:t>
            </a:r>
            <a:r>
              <a:rPr lang="it-IT" altLang="it-IT" sz="2000" dirty="0">
                <a:latin typeface="Arial" panose="020B0604020202020204" pitchFamily="34" charset="0"/>
              </a:rPr>
              <a:t> </a:t>
            </a:r>
            <a:r>
              <a:rPr lang="it-IT" altLang="it-IT" sz="2000" dirty="0" err="1">
                <a:latin typeface="Arial" panose="020B0604020202020204" pitchFamily="34" charset="0"/>
              </a:rPr>
              <a:t>coders</a:t>
            </a:r>
            <a:r>
              <a:rPr lang="it-IT" altLang="it-IT" sz="2000" dirty="0">
                <a:latin typeface="Arial" panose="020B0604020202020204" pitchFamily="34" charset="0"/>
              </a:rPr>
              <a:t> and in </a:t>
            </a:r>
            <a:r>
              <a:rPr lang="it-IT" altLang="it-IT" sz="2000" dirty="0" err="1">
                <a:latin typeface="Arial" panose="020B0604020202020204" pitchFamily="34" charset="0"/>
              </a:rPr>
              <a:t>errors</a:t>
            </a:r>
            <a:r>
              <a:rPr lang="it-IT" altLang="it-IT" sz="2000" dirty="0">
                <a:latin typeface="Arial" panose="020B0604020202020204" pitchFamily="34" charset="0"/>
              </a:rPr>
              <a:t>, </a:t>
            </a:r>
            <a:r>
              <a:rPr lang="it-IT" altLang="it-IT" sz="2000" dirty="0" err="1">
                <a:latin typeface="Arial" panose="020B0604020202020204" pitchFamily="34" charset="0"/>
              </a:rPr>
              <a:t>resulting</a:t>
            </a:r>
            <a:r>
              <a:rPr lang="it-IT" altLang="it-IT" sz="2000" dirty="0">
                <a:latin typeface="Arial" panose="020B0604020202020204" pitchFamily="34" charset="0"/>
              </a:rPr>
              <a:t> in </a:t>
            </a:r>
            <a:r>
              <a:rPr lang="it-IT" altLang="it-IT" sz="2000" dirty="0" err="1">
                <a:latin typeface="Arial" panose="020B0604020202020204" pitchFamily="34" charset="0"/>
              </a:rPr>
              <a:t>improved</a:t>
            </a:r>
            <a:r>
              <a:rPr lang="it-IT" altLang="it-IT" sz="2000" dirty="0">
                <a:latin typeface="Arial" panose="020B0604020202020204" pitchFamily="34" charset="0"/>
              </a:rPr>
              <a:t> </a:t>
            </a:r>
            <a:r>
              <a:rPr lang="it-IT" altLang="it-IT" sz="2000" dirty="0" err="1">
                <a:latin typeface="Arial" panose="020B0604020202020204" pitchFamily="34" charset="0"/>
              </a:rPr>
              <a:t>quality</a:t>
            </a:r>
            <a:r>
              <a:rPr lang="it-IT" altLang="it-IT" sz="2000" dirty="0">
                <a:latin typeface="Arial" panose="020B0604020202020204" pitchFamily="34" charset="0"/>
              </a:rPr>
              <a:t>;</a:t>
            </a:r>
          </a:p>
          <a:p>
            <a:pPr marL="285750" lvl="0" indent="-285750" defTabSz="914400">
              <a:buFont typeface="Arial" panose="020B0604020202020204" pitchFamily="34" charset="0"/>
              <a:buChar char="•"/>
            </a:pPr>
            <a:r>
              <a:rPr lang="it-IT" altLang="it-IT" sz="2000" dirty="0">
                <a:latin typeface="Arial" panose="020B0604020202020204" pitchFamily="34" charset="0"/>
              </a:rPr>
              <a:t>in </a:t>
            </a:r>
            <a:r>
              <a:rPr lang="it-IT" altLang="it-IT" sz="2000" dirty="0" err="1">
                <a:latin typeface="Arial" panose="020B0604020202020204" pitchFamily="34" charset="0"/>
              </a:rPr>
              <a:t>view</a:t>
            </a:r>
            <a:r>
              <a:rPr lang="it-IT" altLang="it-IT" sz="2000" dirty="0">
                <a:latin typeface="Arial" panose="020B0604020202020204" pitchFamily="34" charset="0"/>
              </a:rPr>
              <a:t> of the </a:t>
            </a:r>
            <a:r>
              <a:rPr lang="it-IT" altLang="it-IT" sz="2000" dirty="0" err="1">
                <a:latin typeface="Arial" panose="020B0604020202020204" pitchFamily="34" charset="0"/>
              </a:rPr>
              <a:t>imminent</a:t>
            </a:r>
            <a:r>
              <a:rPr lang="it-IT" altLang="it-IT" sz="2000" dirty="0">
                <a:latin typeface="Arial" panose="020B0604020202020204" pitchFamily="34" charset="0"/>
              </a:rPr>
              <a:t> </a:t>
            </a:r>
            <a:r>
              <a:rPr lang="it-IT" altLang="it-IT" sz="2000" dirty="0" err="1">
                <a:latin typeface="Arial" panose="020B0604020202020204" pitchFamily="34" charset="0"/>
              </a:rPr>
              <a:t>replacement</a:t>
            </a:r>
            <a:r>
              <a:rPr lang="it-IT" altLang="it-IT" sz="2000" dirty="0">
                <a:latin typeface="Arial" panose="020B0604020202020204" pitchFamily="34" charset="0"/>
              </a:rPr>
              <a:t> of the </a:t>
            </a:r>
            <a:r>
              <a:rPr lang="it-IT" altLang="it-IT" sz="2000" dirty="0" err="1">
                <a:latin typeface="Arial" panose="020B0604020202020204" pitchFamily="34" charset="0"/>
              </a:rPr>
              <a:t>paper</a:t>
            </a:r>
            <a:r>
              <a:rPr lang="it-IT" altLang="it-IT" sz="2000" dirty="0">
                <a:latin typeface="Arial" panose="020B0604020202020204" pitchFamily="34" charset="0"/>
              </a:rPr>
              <a:t> </a:t>
            </a:r>
            <a:r>
              <a:rPr lang="it-IT" altLang="it-IT" sz="2000" dirty="0" err="1">
                <a:latin typeface="Arial" panose="020B0604020202020204" pitchFamily="34" charset="0"/>
              </a:rPr>
              <a:t>form</a:t>
            </a:r>
            <a:r>
              <a:rPr lang="it-IT" altLang="it-IT" sz="2000" dirty="0">
                <a:latin typeface="Arial" panose="020B0604020202020204" pitchFamily="34" charset="0"/>
              </a:rPr>
              <a:t> with an </a:t>
            </a:r>
            <a:r>
              <a:rPr lang="it-IT" altLang="it-IT" sz="2000" dirty="0" err="1">
                <a:latin typeface="Arial" panose="020B0604020202020204" pitchFamily="34" charset="0"/>
              </a:rPr>
              <a:t>electronic</a:t>
            </a:r>
            <a:r>
              <a:rPr lang="it-IT" altLang="it-IT" sz="2000" dirty="0">
                <a:latin typeface="Arial" panose="020B0604020202020204" pitchFamily="34" charset="0"/>
              </a:rPr>
              <a:t> model, AI </a:t>
            </a:r>
            <a:r>
              <a:rPr lang="it-IT" altLang="it-IT" sz="2000" dirty="0" err="1">
                <a:latin typeface="Arial" panose="020B0604020202020204" pitchFamily="34" charset="0"/>
              </a:rPr>
              <a:t>methods</a:t>
            </a:r>
            <a:r>
              <a:rPr lang="it-IT" altLang="it-IT" sz="2000" dirty="0">
                <a:latin typeface="Arial" panose="020B0604020202020204" pitchFamily="34" charset="0"/>
              </a:rPr>
              <a:t> </a:t>
            </a:r>
            <a:r>
              <a:rPr lang="it-IT" altLang="it-IT" sz="2000" dirty="0" err="1">
                <a:latin typeface="Arial" panose="020B0604020202020204" pitchFamily="34" charset="0"/>
              </a:rPr>
              <a:t>will</a:t>
            </a:r>
            <a:r>
              <a:rPr lang="it-IT" altLang="it-IT" sz="2000" dirty="0">
                <a:latin typeface="Arial" panose="020B0604020202020204" pitchFamily="34" charset="0"/>
              </a:rPr>
              <a:t> be </a:t>
            </a:r>
            <a:r>
              <a:rPr lang="it-IT" altLang="it-IT" sz="2000" dirty="0" err="1">
                <a:latin typeface="Arial" panose="020B0604020202020204" pitchFamily="34" charset="0"/>
              </a:rPr>
              <a:t>useful</a:t>
            </a:r>
            <a:r>
              <a:rPr lang="it-IT" altLang="it-IT" sz="2000" dirty="0">
                <a:latin typeface="Arial" panose="020B0604020202020204" pitchFamily="34" charset="0"/>
              </a:rPr>
              <a:t> to </a:t>
            </a:r>
            <a:r>
              <a:rPr lang="it-IT" altLang="it-IT" sz="2000" dirty="0" err="1">
                <a:latin typeface="Arial" panose="020B0604020202020204" pitchFamily="34" charset="0"/>
              </a:rPr>
              <a:t>maintain</a:t>
            </a:r>
            <a:r>
              <a:rPr lang="it-IT" altLang="it-IT" sz="2000" dirty="0">
                <a:latin typeface="Arial" panose="020B0604020202020204" pitchFamily="34" charset="0"/>
              </a:rPr>
              <a:t> high performance in </a:t>
            </a:r>
            <a:r>
              <a:rPr lang="it-IT" altLang="it-IT" sz="2000" dirty="0" err="1">
                <a:latin typeface="Arial" panose="020B0604020202020204" pitchFamily="34" charset="0"/>
              </a:rPr>
              <a:t>recognizing</a:t>
            </a:r>
            <a:r>
              <a:rPr lang="it-IT" altLang="it-IT" sz="2000" dirty="0">
                <a:latin typeface="Arial" panose="020B0604020202020204" pitchFamily="34" charset="0"/>
              </a:rPr>
              <a:t> </a:t>
            </a:r>
            <a:r>
              <a:rPr lang="it-IT" altLang="it-IT" sz="2000" dirty="0" err="1">
                <a:latin typeface="Arial" panose="020B0604020202020204" pitchFamily="34" charset="0"/>
              </a:rPr>
              <a:t>medical</a:t>
            </a:r>
            <a:r>
              <a:rPr lang="it-IT" altLang="it-IT" sz="2000" dirty="0">
                <a:latin typeface="Arial" panose="020B0604020202020204" pitchFamily="34" charset="0"/>
              </a:rPr>
              <a:t> text, </a:t>
            </a:r>
            <a:r>
              <a:rPr lang="it-IT" altLang="it-IT" sz="2000" dirty="0" err="1">
                <a:latin typeface="Arial" panose="020B0604020202020204" pitchFamily="34" charset="0"/>
              </a:rPr>
              <a:t>even</a:t>
            </a:r>
            <a:r>
              <a:rPr lang="it-IT" altLang="it-IT" sz="2000" dirty="0">
                <a:latin typeface="Arial" panose="020B0604020202020204" pitchFamily="34" charset="0"/>
              </a:rPr>
              <a:t> in the </a:t>
            </a:r>
            <a:r>
              <a:rPr lang="it-IT" altLang="it-IT" sz="2000" dirty="0" err="1">
                <a:latin typeface="Arial" panose="020B0604020202020204" pitchFamily="34" charset="0"/>
              </a:rPr>
              <a:t>absence</a:t>
            </a:r>
            <a:r>
              <a:rPr lang="it-IT" altLang="it-IT" sz="2000" dirty="0">
                <a:latin typeface="Arial" panose="020B0604020202020204" pitchFamily="34" charset="0"/>
              </a:rPr>
              <a:t> of the </a:t>
            </a:r>
            <a:r>
              <a:rPr lang="it-IT" altLang="it-IT" sz="2000" dirty="0" err="1">
                <a:latin typeface="Arial" panose="020B0604020202020204" pitchFamily="34" charset="0"/>
              </a:rPr>
              <a:t>preprocessing</a:t>
            </a:r>
            <a:r>
              <a:rPr lang="it-IT" altLang="it-IT" sz="2000" dirty="0">
                <a:latin typeface="Arial" panose="020B0604020202020204" pitchFamily="34" charset="0"/>
              </a:rPr>
              <a:t> </a:t>
            </a:r>
            <a:r>
              <a:rPr lang="it-IT" altLang="it-IT" sz="2000" dirty="0" err="1">
                <a:latin typeface="Arial" panose="020B0604020202020204" pitchFamily="34" charset="0"/>
              </a:rPr>
              <a:t>currently</a:t>
            </a:r>
            <a:r>
              <a:rPr lang="it-IT" altLang="it-IT" sz="2000" dirty="0">
                <a:latin typeface="Arial" panose="020B0604020202020204" pitchFamily="34" charset="0"/>
              </a:rPr>
              <a:t> </a:t>
            </a:r>
            <a:r>
              <a:rPr lang="it-IT" altLang="it-IT" sz="2000" dirty="0" err="1">
                <a:latin typeface="Arial" panose="020B0604020202020204" pitchFamily="34" charset="0"/>
              </a:rPr>
              <a:t>applied</a:t>
            </a:r>
            <a:r>
              <a:rPr lang="it-IT" altLang="it-IT" sz="2000" dirty="0">
                <a:latin typeface="Arial" panose="020B0604020202020204" pitchFamily="34" charset="0"/>
              </a:rPr>
              <a:t> </a:t>
            </a:r>
            <a:r>
              <a:rPr lang="it-IT" altLang="it-IT" sz="2000" dirty="0" err="1">
                <a:latin typeface="Arial" panose="020B0604020202020204" pitchFamily="34" charset="0"/>
              </a:rPr>
              <a:t>during</a:t>
            </a:r>
            <a:r>
              <a:rPr lang="it-IT" altLang="it-IT" sz="2000" dirty="0">
                <a:latin typeface="Arial" panose="020B0604020202020204" pitchFamily="34" charset="0"/>
              </a:rPr>
              <a:t> the </a:t>
            </a:r>
            <a:r>
              <a:rPr lang="it-IT" altLang="it-IT" sz="2000" dirty="0" err="1">
                <a:latin typeface="Arial" panose="020B0604020202020204" pitchFamily="34" charset="0"/>
              </a:rPr>
              <a:t>registration</a:t>
            </a:r>
            <a:r>
              <a:rPr lang="it-IT" altLang="it-IT" sz="2000" dirty="0">
                <a:latin typeface="Arial" panose="020B0604020202020204" pitchFamily="34" charset="0"/>
              </a:rPr>
              <a:t> of </a:t>
            </a:r>
            <a:r>
              <a:rPr lang="it-IT" altLang="it-IT" sz="2000" dirty="0" err="1">
                <a:latin typeface="Arial" panose="020B0604020202020204" pitchFamily="34" charset="0"/>
              </a:rPr>
              <a:t>paper</a:t>
            </a:r>
            <a:r>
              <a:rPr lang="it-IT" altLang="it-IT" sz="2000" dirty="0">
                <a:latin typeface="Arial" panose="020B0604020202020204" pitchFamily="34" charset="0"/>
              </a:rPr>
              <a:t> </a:t>
            </a:r>
            <a:r>
              <a:rPr lang="it-IT" altLang="it-IT" sz="2000" dirty="0" err="1">
                <a:latin typeface="Arial" panose="020B0604020202020204" pitchFamily="34" charset="0"/>
              </a:rPr>
              <a:t>forms</a:t>
            </a:r>
            <a:r>
              <a:rPr lang="it-IT" altLang="it-IT" sz="2000" dirty="0">
                <a:latin typeface="Arial" panose="020B0604020202020204" pitchFamily="34" charset="0"/>
              </a:rPr>
              <a:t>.</a:t>
            </a:r>
          </a:p>
          <a:p>
            <a:pPr marL="285750" lvl="0" indent="-285750" defTabSz="914400">
              <a:buFont typeface="Arial" panose="020B0604020202020204" pitchFamily="34" charset="0"/>
              <a:buChar char="•"/>
            </a:pPr>
            <a:r>
              <a:rPr lang="it-IT" altLang="it-IT" sz="2000" dirty="0">
                <a:latin typeface="Arial" panose="020B0604020202020204" pitchFamily="34" charset="0"/>
              </a:rPr>
              <a:t>an </a:t>
            </a:r>
            <a:r>
              <a:rPr lang="it-IT" altLang="it-IT" sz="2000" dirty="0" err="1">
                <a:latin typeface="Arial" panose="020B0604020202020204" pitchFamily="34" charset="0"/>
              </a:rPr>
              <a:t>increase</a:t>
            </a:r>
            <a:r>
              <a:rPr lang="it-IT" altLang="it-IT" sz="2000" dirty="0">
                <a:latin typeface="Arial" panose="020B0604020202020204" pitchFamily="34" charset="0"/>
              </a:rPr>
              <a:t> in the </a:t>
            </a:r>
            <a:r>
              <a:rPr lang="it-IT" altLang="it-IT" sz="2000" dirty="0" err="1">
                <a:latin typeface="Arial" panose="020B0604020202020204" pitchFamily="34" charset="0"/>
              </a:rPr>
              <a:t>number</a:t>
            </a:r>
            <a:r>
              <a:rPr lang="it-IT" altLang="it-IT" sz="2000" dirty="0">
                <a:latin typeface="Arial" panose="020B0604020202020204" pitchFamily="34" charset="0"/>
              </a:rPr>
              <a:t> of </a:t>
            </a:r>
            <a:r>
              <a:rPr lang="it-IT" altLang="it-IT" sz="2000" dirty="0" err="1">
                <a:latin typeface="Arial" panose="020B0604020202020204" pitchFamily="34" charset="0"/>
              </a:rPr>
              <a:t>death</a:t>
            </a:r>
            <a:r>
              <a:rPr lang="it-IT" altLang="it-IT" sz="2000" dirty="0">
                <a:latin typeface="Arial" panose="020B0604020202020204" pitchFamily="34" charset="0"/>
              </a:rPr>
              <a:t> </a:t>
            </a:r>
            <a:r>
              <a:rPr lang="it-IT" altLang="it-IT" sz="2000" dirty="0" err="1">
                <a:latin typeface="Arial" panose="020B0604020202020204" pitchFamily="34" charset="0"/>
              </a:rPr>
              <a:t>certificates</a:t>
            </a:r>
            <a:r>
              <a:rPr lang="it-IT" altLang="it-IT" sz="2000" dirty="0">
                <a:latin typeface="Arial" panose="020B0604020202020204" pitchFamily="34" charset="0"/>
              </a:rPr>
              <a:t> </a:t>
            </a:r>
            <a:r>
              <a:rPr lang="it-IT" altLang="it-IT" sz="2000" dirty="0" err="1">
                <a:latin typeface="Arial" panose="020B0604020202020204" pitchFamily="34" charset="0"/>
              </a:rPr>
              <a:t>coded</a:t>
            </a:r>
            <a:r>
              <a:rPr lang="it-IT" altLang="it-IT" sz="2000" dirty="0">
                <a:latin typeface="Arial" panose="020B0604020202020204" pitchFamily="34" charset="0"/>
              </a:rPr>
              <a:t> </a:t>
            </a:r>
            <a:r>
              <a:rPr lang="it-IT" altLang="it-IT" sz="2000" dirty="0" err="1">
                <a:latin typeface="Arial" panose="020B0604020202020204" pitchFamily="34" charset="0"/>
              </a:rPr>
              <a:t>completely</a:t>
            </a:r>
            <a:r>
              <a:rPr lang="it-IT" altLang="it-IT" sz="2000" dirty="0">
                <a:latin typeface="Arial" panose="020B0604020202020204" pitchFamily="34" charset="0"/>
              </a:rPr>
              <a:t> </a:t>
            </a:r>
            <a:r>
              <a:rPr lang="it-IT" altLang="it-IT" sz="2000" dirty="0" err="1">
                <a:latin typeface="Arial" panose="020B0604020202020204" pitchFamily="34" charset="0"/>
              </a:rPr>
              <a:t>automatically</a:t>
            </a:r>
            <a:r>
              <a:rPr lang="it-IT" altLang="it-IT" sz="2000" dirty="0">
                <a:latin typeface="Arial" panose="020B0604020202020204" pitchFamily="34" charset="0"/>
              </a:rPr>
              <a:t>, </a:t>
            </a:r>
            <a:r>
              <a:rPr lang="it-IT" altLang="it-IT" sz="2000" dirty="0" err="1">
                <a:latin typeface="Arial" panose="020B0604020202020204" pitchFamily="34" charset="0"/>
              </a:rPr>
              <a:t>without</a:t>
            </a:r>
            <a:r>
              <a:rPr lang="it-IT" altLang="it-IT" sz="2000" dirty="0">
                <a:latin typeface="Arial" panose="020B0604020202020204" pitchFamily="34" charset="0"/>
              </a:rPr>
              <a:t> human </a:t>
            </a:r>
            <a:r>
              <a:rPr lang="it-IT" altLang="it-IT" sz="2000" dirty="0" err="1">
                <a:latin typeface="Arial" panose="020B0604020202020204" pitchFamily="34" charset="0"/>
              </a:rPr>
              <a:t>intervention</a:t>
            </a:r>
            <a:r>
              <a:rPr lang="it-IT" altLang="it-IT" sz="2000" dirty="0">
                <a:latin typeface="Arial" panose="020B0604020202020204" pitchFamily="34" charset="0"/>
              </a:rPr>
              <a:t>;</a:t>
            </a:r>
          </a:p>
          <a:p>
            <a:pPr marL="285750" indent="-285750">
              <a:buFont typeface="Arial" panose="020B0604020202020204" pitchFamily="34" charset="0"/>
              <a:buChar char="•"/>
            </a:pPr>
            <a:endParaRPr lang="it-IT" dirty="0"/>
          </a:p>
          <a:p>
            <a:pPr marL="285750" indent="-285750">
              <a:buFont typeface="Arial" panose="020B0604020202020204" pitchFamily="34" charset="0"/>
              <a:buChar char="•"/>
            </a:pPr>
            <a:endParaRPr lang="it-IT" dirty="0"/>
          </a:p>
          <a:p>
            <a:pPr marL="285750" indent="-285750">
              <a:buFont typeface="Arial" panose="020B0604020202020204" pitchFamily="34" charset="0"/>
              <a:buChar char="•"/>
            </a:pPr>
            <a:endParaRPr lang="it-IT" dirty="0"/>
          </a:p>
          <a:p>
            <a:pPr marL="285750" indent="-285750">
              <a:buFont typeface="Arial" panose="020B0604020202020204" pitchFamily="34" charset="0"/>
              <a:buChar char="•"/>
            </a:pPr>
            <a:endParaRPr lang="it-IT" dirty="0"/>
          </a:p>
          <a:p>
            <a:endParaRPr lang="it-IT" dirty="0"/>
          </a:p>
        </p:txBody>
      </p:sp>
    </p:spTree>
    <p:extLst>
      <p:ext uri="{BB962C8B-B14F-4D97-AF65-F5344CB8AC3E}">
        <p14:creationId xmlns:p14="http://schemas.microsoft.com/office/powerpoint/2010/main" val="233669560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0ADD6-B4C0-8601-6F69-FA9331543658}"/>
            </a:ext>
          </a:extLst>
        </p:cNvPr>
        <p:cNvGrpSpPr/>
        <p:nvPr/>
      </p:nvGrpSpPr>
      <p:grpSpPr>
        <a:xfrm>
          <a:off x="0" y="0"/>
          <a:ext cx="0" cy="0"/>
          <a:chOff x="0" y="0"/>
          <a:chExt cx="0" cy="0"/>
        </a:xfrm>
      </p:grpSpPr>
      <p:sp>
        <p:nvSpPr>
          <p:cNvPr id="5" name="Segnaposto numero diapositiva 4">
            <a:extLst>
              <a:ext uri="{FF2B5EF4-FFF2-40B4-BE49-F238E27FC236}">
                <a16:creationId xmlns:a16="http://schemas.microsoft.com/office/drawing/2014/main" id="{80E96021-C168-B145-CD79-3708234658C2}"/>
              </a:ext>
            </a:extLst>
          </p:cNvPr>
          <p:cNvSpPr>
            <a:spLocks noGrp="1"/>
          </p:cNvSpPr>
          <p:nvPr>
            <p:ph type="sldNum" sz="quarter" idx="11"/>
          </p:nvPr>
        </p:nvSpPr>
        <p:spPr/>
        <p:txBody>
          <a:bodyPr/>
          <a:lstStyle/>
          <a:p>
            <a:pPr>
              <a:defRPr/>
            </a:pPr>
            <a:fld id="{48B4153A-D4C5-4CEF-8992-0D8815C829E3}" type="slidenum">
              <a:rPr lang="en-US" smtClean="0"/>
              <a:pPr>
                <a:defRPr/>
              </a:pPr>
              <a:t>45</a:t>
            </a:fld>
            <a:endParaRPr lang="en-US" dirty="0"/>
          </a:p>
        </p:txBody>
      </p:sp>
      <p:sp>
        <p:nvSpPr>
          <p:cNvPr id="2" name="Rettangolo 1"/>
          <p:cNvSpPr/>
          <p:nvPr/>
        </p:nvSpPr>
        <p:spPr>
          <a:xfrm>
            <a:off x="976131" y="1303358"/>
            <a:ext cx="10644851" cy="4893647"/>
          </a:xfrm>
          <a:prstGeom prst="rect">
            <a:avLst/>
          </a:prstGeom>
        </p:spPr>
        <p:txBody>
          <a:bodyPr wrap="square">
            <a:spAutoFit/>
          </a:bodyPr>
          <a:lstStyle/>
          <a:p>
            <a:r>
              <a:rPr lang="en-US" sz="2400" dirty="0"/>
              <a:t>The information on the causes is recorded by physicians on a paper death certificate, digitized, and coded according to the </a:t>
            </a:r>
            <a:r>
              <a:rPr lang="en-US" sz="2400" b="1" dirty="0"/>
              <a:t>tenth revision of the International Classification of Diseases (ICD-10)</a:t>
            </a:r>
            <a:r>
              <a:rPr lang="en-US" sz="2400" dirty="0"/>
              <a:t> of the </a:t>
            </a:r>
            <a:r>
              <a:rPr lang="en-US" sz="2400" b="1" dirty="0"/>
              <a:t>World Health Organization (WHO)</a:t>
            </a:r>
            <a:r>
              <a:rPr lang="en-US" sz="2400" dirty="0"/>
              <a:t>.</a:t>
            </a:r>
          </a:p>
          <a:p>
            <a:endParaRPr lang="en-US" sz="2400" dirty="0"/>
          </a:p>
          <a:p>
            <a:r>
              <a:rPr lang="en-US" sz="2400" dirty="0"/>
              <a:t>The application of the ICD is a complex process that involves:</a:t>
            </a:r>
          </a:p>
          <a:p>
            <a:endParaRPr lang="en-US" sz="2400" dirty="0"/>
          </a:p>
          <a:p>
            <a:pPr marL="342900" indent="-342900">
              <a:buFont typeface="Arial" panose="020B0604020202020204" pitchFamily="34" charset="0"/>
              <a:buChar char="•"/>
            </a:pPr>
            <a:r>
              <a:rPr lang="en-US" sz="2400" dirty="0"/>
              <a:t>first, assigning a code to all the causes certified by physicians on the forms (multiple causes).</a:t>
            </a:r>
          </a:p>
          <a:p>
            <a:pPr marL="342900" indent="-342900">
              <a:buFont typeface="Arial" panose="020B0604020202020204" pitchFamily="34" charset="0"/>
              <a:buChar char="•"/>
            </a:pPr>
            <a:r>
              <a:rPr lang="en-US" sz="2400" dirty="0"/>
              <a:t>then, selecting only one code for each death: the </a:t>
            </a:r>
            <a:r>
              <a:rPr lang="en-US" sz="2400" b="1" dirty="0"/>
              <a:t>underlying cause</a:t>
            </a:r>
            <a:r>
              <a:rPr lang="en-US" sz="2400" dirty="0"/>
              <a:t>. </a:t>
            </a:r>
          </a:p>
          <a:p>
            <a:endParaRPr lang="en-US" sz="2400" dirty="0"/>
          </a:p>
          <a:p>
            <a:r>
              <a:rPr lang="en-US" sz="2400" dirty="0"/>
              <a:t>Both phases are carried out according to the rules described in the ICD, and both the multiple causes and the underlying cause are used for mortality statistics.</a:t>
            </a:r>
          </a:p>
        </p:txBody>
      </p:sp>
      <p:sp>
        <p:nvSpPr>
          <p:cNvPr id="6" name="Titolo 2">
            <a:extLst>
              <a:ext uri="{FF2B5EF4-FFF2-40B4-BE49-F238E27FC236}">
                <a16:creationId xmlns:a16="http://schemas.microsoft.com/office/drawing/2014/main" id="{81112789-6A2E-6B6A-5DB5-8FF9265D9782}"/>
              </a:ext>
            </a:extLst>
          </p:cNvPr>
          <p:cNvSpPr>
            <a:spLocks noGrp="1"/>
          </p:cNvSpPr>
          <p:nvPr>
            <p:ph type="title"/>
          </p:nvPr>
        </p:nvSpPr>
        <p:spPr>
          <a:xfrm>
            <a:off x="468895" y="387728"/>
            <a:ext cx="11269308" cy="384721"/>
          </a:xfrm>
        </p:spPr>
        <p:txBody>
          <a:bodyPr/>
          <a:lstStyle/>
          <a:p>
            <a:r>
              <a:rPr lang="it-IT" dirty="0"/>
              <a:t>Use Case 3: AI for the </a:t>
            </a:r>
            <a:r>
              <a:rPr lang="it-IT" dirty="0" err="1"/>
              <a:t>automatic</a:t>
            </a:r>
            <a:r>
              <a:rPr lang="it-IT" dirty="0"/>
              <a:t> </a:t>
            </a:r>
            <a:r>
              <a:rPr lang="it-IT" dirty="0" err="1"/>
              <a:t>classification</a:t>
            </a:r>
            <a:r>
              <a:rPr lang="it-IT" dirty="0"/>
              <a:t> of </a:t>
            </a:r>
            <a:r>
              <a:rPr lang="it-IT" dirty="0" err="1"/>
              <a:t>Causes</a:t>
            </a:r>
            <a:r>
              <a:rPr lang="it-IT" dirty="0"/>
              <a:t> of Death</a:t>
            </a:r>
          </a:p>
        </p:txBody>
      </p:sp>
    </p:spTree>
    <p:extLst>
      <p:ext uri="{BB962C8B-B14F-4D97-AF65-F5344CB8AC3E}">
        <p14:creationId xmlns:p14="http://schemas.microsoft.com/office/powerpoint/2010/main" val="417068785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0ADD6-B4C0-8601-6F69-FA9331543658}"/>
            </a:ext>
          </a:extLst>
        </p:cNvPr>
        <p:cNvGrpSpPr/>
        <p:nvPr/>
      </p:nvGrpSpPr>
      <p:grpSpPr>
        <a:xfrm>
          <a:off x="0" y="0"/>
          <a:ext cx="0" cy="0"/>
          <a:chOff x="0" y="0"/>
          <a:chExt cx="0" cy="0"/>
        </a:xfrm>
      </p:grpSpPr>
      <p:sp>
        <p:nvSpPr>
          <p:cNvPr id="5" name="Segnaposto numero diapositiva 4">
            <a:extLst>
              <a:ext uri="{FF2B5EF4-FFF2-40B4-BE49-F238E27FC236}">
                <a16:creationId xmlns:a16="http://schemas.microsoft.com/office/drawing/2014/main" id="{80E96021-C168-B145-CD79-3708234658C2}"/>
              </a:ext>
            </a:extLst>
          </p:cNvPr>
          <p:cNvSpPr>
            <a:spLocks noGrp="1"/>
          </p:cNvSpPr>
          <p:nvPr>
            <p:ph type="sldNum" sz="quarter" idx="11"/>
          </p:nvPr>
        </p:nvSpPr>
        <p:spPr/>
        <p:txBody>
          <a:bodyPr/>
          <a:lstStyle/>
          <a:p>
            <a:pPr>
              <a:defRPr/>
            </a:pPr>
            <a:fld id="{48B4153A-D4C5-4CEF-8992-0D8815C829E3}" type="slidenum">
              <a:rPr lang="en-US" smtClean="0"/>
              <a:pPr>
                <a:defRPr/>
              </a:pPr>
              <a:t>46</a:t>
            </a:fld>
            <a:endParaRPr lang="en-US" dirty="0"/>
          </a:p>
        </p:txBody>
      </p:sp>
      <p:sp>
        <p:nvSpPr>
          <p:cNvPr id="6" name="Titolo 2">
            <a:extLst>
              <a:ext uri="{FF2B5EF4-FFF2-40B4-BE49-F238E27FC236}">
                <a16:creationId xmlns:a16="http://schemas.microsoft.com/office/drawing/2014/main" id="{81112789-6A2E-6B6A-5DB5-8FF9265D9782}"/>
              </a:ext>
            </a:extLst>
          </p:cNvPr>
          <p:cNvSpPr>
            <a:spLocks noGrp="1"/>
          </p:cNvSpPr>
          <p:nvPr>
            <p:ph type="title"/>
          </p:nvPr>
        </p:nvSpPr>
        <p:spPr>
          <a:xfrm>
            <a:off x="468895" y="387728"/>
            <a:ext cx="11269308" cy="384721"/>
          </a:xfrm>
        </p:spPr>
        <p:txBody>
          <a:bodyPr/>
          <a:lstStyle/>
          <a:p>
            <a:r>
              <a:rPr lang="it-IT" dirty="0"/>
              <a:t>Use Case 3: AI for the </a:t>
            </a:r>
            <a:r>
              <a:rPr lang="it-IT" dirty="0" err="1"/>
              <a:t>automatic</a:t>
            </a:r>
            <a:r>
              <a:rPr lang="it-IT" dirty="0"/>
              <a:t> </a:t>
            </a:r>
            <a:r>
              <a:rPr lang="it-IT" dirty="0" err="1"/>
              <a:t>classification</a:t>
            </a:r>
            <a:r>
              <a:rPr lang="it-IT" dirty="0"/>
              <a:t> of </a:t>
            </a:r>
            <a:r>
              <a:rPr lang="it-IT" dirty="0" err="1"/>
              <a:t>Causes</a:t>
            </a:r>
            <a:r>
              <a:rPr lang="it-IT" dirty="0"/>
              <a:t> of Death</a:t>
            </a:r>
          </a:p>
        </p:txBody>
      </p:sp>
      <p:sp>
        <p:nvSpPr>
          <p:cNvPr id="10" name="Rettangolo 9"/>
          <p:cNvSpPr/>
          <p:nvPr/>
        </p:nvSpPr>
        <p:spPr>
          <a:xfrm>
            <a:off x="825119" y="1276513"/>
            <a:ext cx="10913084" cy="2308324"/>
          </a:xfrm>
          <a:prstGeom prst="rect">
            <a:avLst/>
          </a:prstGeom>
        </p:spPr>
        <p:txBody>
          <a:bodyPr wrap="square">
            <a:spAutoFit/>
          </a:bodyPr>
          <a:lstStyle/>
          <a:p>
            <a:r>
              <a:rPr lang="en-US" sz="2400" b="1" dirty="0"/>
              <a:t>Training set 22_23:</a:t>
            </a:r>
            <a:r>
              <a:rPr lang="en-US" sz="2400" dirty="0"/>
              <a:t> about 4 million texts.</a:t>
            </a:r>
            <a:br>
              <a:rPr lang="en-US" sz="2400" dirty="0"/>
            </a:br>
            <a:r>
              <a:rPr lang="en-US" sz="2400" dirty="0"/>
              <a:t>53,876 classes after class cleaning and drops with cutoff.</a:t>
            </a:r>
            <a:br>
              <a:rPr lang="en-US" sz="2400" dirty="0"/>
            </a:br>
            <a:r>
              <a:rPr lang="en-US" sz="2400" dirty="0"/>
              <a:t>Too much data for training: we sample progressively (starting from 300,000 texts).</a:t>
            </a:r>
          </a:p>
          <a:p>
            <a:r>
              <a:rPr lang="en-US" sz="2400" b="1" dirty="0" err="1"/>
              <a:t>DS_Gold_standard</a:t>
            </a:r>
            <a:r>
              <a:rPr lang="en-US" sz="2400" b="1" dirty="0"/>
              <a:t> (external):</a:t>
            </a:r>
            <a:r>
              <a:rPr lang="en-US" sz="2400" dirty="0"/>
              <a:t> 951 texts assigned a code whose correctness has been verified.</a:t>
            </a:r>
          </a:p>
          <a:p>
            <a:r>
              <a:rPr lang="en-US" sz="2400" b="1" dirty="0"/>
              <a:t>TEST_08_09 (</a:t>
            </a:r>
            <a:r>
              <a:rPr lang="en-US" sz="2400" b="1" dirty="0" err="1"/>
              <a:t>test_set_blind</a:t>
            </a:r>
            <a:r>
              <a:rPr lang="en-US" sz="2400" b="1" dirty="0"/>
              <a:t>):</a:t>
            </a:r>
            <a:r>
              <a:rPr lang="en-US" sz="2400" dirty="0"/>
              <a:t> 11,909 texts to be labeled.</a:t>
            </a:r>
          </a:p>
        </p:txBody>
      </p:sp>
      <p:sp>
        <p:nvSpPr>
          <p:cNvPr id="11" name="Rettangolo 10"/>
          <p:cNvSpPr/>
          <p:nvPr/>
        </p:nvSpPr>
        <p:spPr>
          <a:xfrm>
            <a:off x="825119" y="3836869"/>
            <a:ext cx="10913084" cy="2308324"/>
          </a:xfrm>
          <a:prstGeom prst="rect">
            <a:avLst/>
          </a:prstGeom>
        </p:spPr>
        <p:txBody>
          <a:bodyPr wrap="square">
            <a:spAutoFit/>
          </a:bodyPr>
          <a:lstStyle/>
          <a:p>
            <a:r>
              <a:rPr lang="it-IT" sz="2400" b="1" dirty="0" err="1"/>
              <a:t>Valid</a:t>
            </a:r>
            <a:r>
              <a:rPr lang="it-IT" sz="2400" b="1" dirty="0"/>
              <a:t> ICD </a:t>
            </a:r>
            <a:r>
              <a:rPr lang="it-IT" sz="2400" b="1" dirty="0" err="1"/>
              <a:t>codes</a:t>
            </a:r>
            <a:br>
              <a:rPr lang="it-IT" sz="2400" dirty="0"/>
            </a:br>
            <a:r>
              <a:rPr lang="it-IT" sz="2400" b="1" dirty="0" err="1"/>
              <a:t>Flag</a:t>
            </a:r>
            <a:r>
              <a:rPr lang="it-IT" sz="2400" dirty="0"/>
              <a:t> (A, C, CON, P, </a:t>
            </a:r>
            <a:r>
              <a:rPr lang="it-IT" sz="2400" dirty="0" err="1"/>
              <a:t>etc</a:t>
            </a:r>
            <a:r>
              <a:rPr lang="it-IT" sz="2400" dirty="0"/>
              <a:t>). </a:t>
            </a:r>
            <a:r>
              <a:rPr lang="it-IT" sz="2400" dirty="0" err="1"/>
              <a:t>Example</a:t>
            </a:r>
            <a:r>
              <a:rPr lang="it-IT" sz="2400" dirty="0"/>
              <a:t>:</a:t>
            </a:r>
            <a:br>
              <a:rPr lang="it-IT" sz="2400" dirty="0"/>
            </a:br>
            <a:r>
              <a:rPr lang="it-IT" sz="2400" b="1" dirty="0" err="1"/>
              <a:t>Separators</a:t>
            </a:r>
            <a:r>
              <a:rPr lang="it-IT" sz="2400" dirty="0"/>
              <a:t> (‘;’, ‘/’, </a:t>
            </a:r>
            <a:r>
              <a:rPr lang="it-IT" sz="2400" dirty="0" err="1"/>
              <a:t>etc</a:t>
            </a:r>
            <a:r>
              <a:rPr lang="it-IT" sz="2400" dirty="0"/>
              <a:t>). </a:t>
            </a:r>
            <a:r>
              <a:rPr lang="it-IT" sz="2400" dirty="0" err="1"/>
              <a:t>Example</a:t>
            </a:r>
            <a:r>
              <a:rPr lang="it-IT" sz="2400" dirty="0"/>
              <a:t>: </a:t>
            </a:r>
            <a:r>
              <a:rPr lang="it-IT" sz="2400" i="1" dirty="0"/>
              <a:t>CACHESSIA TERMINALE CON IRA IN GRANDE ANZIANO</a:t>
            </a:r>
            <a:r>
              <a:rPr lang="it-IT" sz="2400" dirty="0"/>
              <a:t> </a:t>
            </a:r>
            <a:r>
              <a:rPr lang="it-IT" sz="2400" dirty="0" err="1"/>
              <a:t>coded</a:t>
            </a:r>
            <a:r>
              <a:rPr lang="it-IT" sz="2400" dirty="0"/>
              <a:t> </a:t>
            </a:r>
            <a:r>
              <a:rPr lang="it-IT" sz="2400" dirty="0" err="1"/>
              <a:t>as</a:t>
            </a:r>
            <a:r>
              <a:rPr lang="it-IT" sz="2400" dirty="0"/>
              <a:t> </a:t>
            </a:r>
            <a:r>
              <a:rPr lang="it-IT" sz="2400" b="1" dirty="0"/>
              <a:t>N179 / R54</a:t>
            </a:r>
            <a:r>
              <a:rPr lang="it-IT" sz="2400" dirty="0"/>
              <a:t>.</a:t>
            </a:r>
          </a:p>
          <a:p>
            <a:r>
              <a:rPr lang="it-IT" sz="2400" dirty="0"/>
              <a:t>(</a:t>
            </a:r>
            <a:r>
              <a:rPr lang="it-IT" sz="2400" i="1" dirty="0"/>
              <a:t>Note: “Cachessia terminale con IRA in grande anziano” = “Terminal </a:t>
            </a:r>
            <a:r>
              <a:rPr lang="it-IT" sz="2400" i="1" dirty="0" err="1"/>
              <a:t>cachexia</a:t>
            </a:r>
            <a:r>
              <a:rPr lang="it-IT" sz="2400" i="1" dirty="0"/>
              <a:t> with acute </a:t>
            </a:r>
            <a:r>
              <a:rPr lang="it-IT" sz="2400" i="1" dirty="0" err="1"/>
              <a:t>renal</a:t>
            </a:r>
            <a:r>
              <a:rPr lang="it-IT" sz="2400" i="1" dirty="0"/>
              <a:t> </a:t>
            </a:r>
            <a:r>
              <a:rPr lang="it-IT" sz="2400" i="1" dirty="0" err="1"/>
              <a:t>failure</a:t>
            </a:r>
            <a:r>
              <a:rPr lang="it-IT" sz="2400" i="1" dirty="0"/>
              <a:t> in a </a:t>
            </a:r>
            <a:r>
              <a:rPr lang="it-IT" sz="2400" i="1" dirty="0" err="1"/>
              <a:t>very</a:t>
            </a:r>
            <a:r>
              <a:rPr lang="it-IT" sz="2400" i="1" dirty="0"/>
              <a:t> </a:t>
            </a:r>
            <a:r>
              <a:rPr lang="it-IT" sz="2400" i="1" dirty="0" err="1"/>
              <a:t>elderly</a:t>
            </a:r>
            <a:r>
              <a:rPr lang="it-IT" sz="2400" i="1" dirty="0"/>
              <a:t> </a:t>
            </a:r>
            <a:r>
              <a:rPr lang="it-IT" sz="2400" i="1" dirty="0" err="1"/>
              <a:t>patient</a:t>
            </a:r>
            <a:r>
              <a:rPr lang="it-IT" sz="2400" i="1" dirty="0"/>
              <a:t>.”</a:t>
            </a:r>
            <a:r>
              <a:rPr lang="it-IT" sz="2400" dirty="0"/>
              <a:t>)</a:t>
            </a:r>
          </a:p>
        </p:txBody>
      </p:sp>
    </p:spTree>
    <p:extLst>
      <p:ext uri="{BB962C8B-B14F-4D97-AF65-F5344CB8AC3E}">
        <p14:creationId xmlns:p14="http://schemas.microsoft.com/office/powerpoint/2010/main" val="145120219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0ADD6-B4C0-8601-6F69-FA9331543658}"/>
            </a:ext>
          </a:extLst>
        </p:cNvPr>
        <p:cNvGrpSpPr/>
        <p:nvPr/>
      </p:nvGrpSpPr>
      <p:grpSpPr>
        <a:xfrm>
          <a:off x="0" y="0"/>
          <a:ext cx="0" cy="0"/>
          <a:chOff x="0" y="0"/>
          <a:chExt cx="0" cy="0"/>
        </a:xfrm>
      </p:grpSpPr>
      <p:sp>
        <p:nvSpPr>
          <p:cNvPr id="5" name="Segnaposto numero diapositiva 4">
            <a:extLst>
              <a:ext uri="{FF2B5EF4-FFF2-40B4-BE49-F238E27FC236}">
                <a16:creationId xmlns:a16="http://schemas.microsoft.com/office/drawing/2014/main" id="{80E96021-C168-B145-CD79-3708234658C2}"/>
              </a:ext>
            </a:extLst>
          </p:cNvPr>
          <p:cNvSpPr>
            <a:spLocks noGrp="1"/>
          </p:cNvSpPr>
          <p:nvPr>
            <p:ph type="sldNum" sz="quarter" idx="11"/>
          </p:nvPr>
        </p:nvSpPr>
        <p:spPr/>
        <p:txBody>
          <a:bodyPr/>
          <a:lstStyle/>
          <a:p>
            <a:pPr>
              <a:defRPr/>
            </a:pPr>
            <a:fld id="{48B4153A-D4C5-4CEF-8992-0D8815C829E3}" type="slidenum">
              <a:rPr lang="en-US" smtClean="0"/>
              <a:pPr>
                <a:defRPr/>
              </a:pPr>
              <a:t>47</a:t>
            </a:fld>
            <a:endParaRPr lang="en-US" dirty="0"/>
          </a:p>
        </p:txBody>
      </p:sp>
      <p:sp>
        <p:nvSpPr>
          <p:cNvPr id="6" name="Titolo 2">
            <a:extLst>
              <a:ext uri="{FF2B5EF4-FFF2-40B4-BE49-F238E27FC236}">
                <a16:creationId xmlns:a16="http://schemas.microsoft.com/office/drawing/2014/main" id="{81112789-6A2E-6B6A-5DB5-8FF9265D9782}"/>
              </a:ext>
            </a:extLst>
          </p:cNvPr>
          <p:cNvSpPr>
            <a:spLocks noGrp="1"/>
          </p:cNvSpPr>
          <p:nvPr>
            <p:ph type="title"/>
          </p:nvPr>
        </p:nvSpPr>
        <p:spPr>
          <a:xfrm>
            <a:off x="468895" y="387728"/>
            <a:ext cx="11269308" cy="384721"/>
          </a:xfrm>
        </p:spPr>
        <p:txBody>
          <a:bodyPr/>
          <a:lstStyle/>
          <a:p>
            <a:r>
              <a:rPr lang="it-IT" dirty="0"/>
              <a:t>Use Case 3: AI for the </a:t>
            </a:r>
            <a:r>
              <a:rPr lang="it-IT" dirty="0" err="1"/>
              <a:t>automatic</a:t>
            </a:r>
            <a:r>
              <a:rPr lang="it-IT" dirty="0"/>
              <a:t> </a:t>
            </a:r>
            <a:r>
              <a:rPr lang="it-IT" dirty="0" err="1"/>
              <a:t>classification</a:t>
            </a:r>
            <a:r>
              <a:rPr lang="it-IT" dirty="0"/>
              <a:t> of </a:t>
            </a:r>
            <a:r>
              <a:rPr lang="it-IT" dirty="0" err="1"/>
              <a:t>Causes</a:t>
            </a:r>
            <a:r>
              <a:rPr lang="it-IT" dirty="0"/>
              <a:t> of Death</a:t>
            </a:r>
          </a:p>
        </p:txBody>
      </p:sp>
      <p:sp>
        <p:nvSpPr>
          <p:cNvPr id="2" name="Rettangolo 1"/>
          <p:cNvSpPr/>
          <p:nvPr/>
        </p:nvSpPr>
        <p:spPr>
          <a:xfrm>
            <a:off x="574294" y="1373599"/>
            <a:ext cx="7458536" cy="4524315"/>
          </a:xfrm>
          <a:prstGeom prst="rect">
            <a:avLst/>
          </a:prstGeom>
        </p:spPr>
        <p:txBody>
          <a:bodyPr wrap="square">
            <a:spAutoFit/>
          </a:bodyPr>
          <a:lstStyle/>
          <a:p>
            <a:r>
              <a:rPr lang="en-US" sz="2400" b="1" dirty="0"/>
              <a:t>TF-IDF</a:t>
            </a:r>
            <a:r>
              <a:rPr lang="en-US" sz="2400" dirty="0"/>
              <a:t> on the dataset to obtain the normalized term-document matrix; </a:t>
            </a:r>
            <a:r>
              <a:rPr lang="en-US" sz="2400" b="1" dirty="0"/>
              <a:t>Random Forest</a:t>
            </a:r>
            <a:r>
              <a:rPr lang="en-US" sz="2400" dirty="0"/>
              <a:t> is used for classification (which works on SL).</a:t>
            </a:r>
          </a:p>
          <a:p>
            <a:r>
              <a:rPr lang="en-US" sz="2400" dirty="0"/>
              <a:t>We take a sample of </a:t>
            </a:r>
            <a:r>
              <a:rPr lang="en-US" sz="2400" b="1" dirty="0"/>
              <a:t>300,000 texts</a:t>
            </a:r>
            <a:r>
              <a:rPr lang="en-US" sz="2400" dirty="0"/>
              <a:t> for training.</a:t>
            </a:r>
            <a:br>
              <a:rPr lang="en-US" sz="2400" dirty="0"/>
            </a:br>
            <a:r>
              <a:rPr lang="en-US" sz="2400" dirty="0"/>
              <a:t>Initially </a:t>
            </a:r>
            <a:r>
              <a:rPr lang="en-US" sz="2400" b="1" dirty="0"/>
              <a:t>54,767 classes</a:t>
            </a:r>
            <a:r>
              <a:rPr lang="en-US" sz="2400" dirty="0"/>
              <a:t>, later reduced to </a:t>
            </a:r>
            <a:r>
              <a:rPr lang="en-US" sz="2400" b="1" dirty="0"/>
              <a:t>27,364</a:t>
            </a:r>
            <a:r>
              <a:rPr lang="en-US" sz="2400" dirty="0"/>
              <a:t>, after non-semantic splitting (in cases where the number of classes equals the number of texts).</a:t>
            </a:r>
            <a:br>
              <a:rPr lang="en-US" sz="2400" dirty="0"/>
            </a:br>
            <a:r>
              <a:rPr lang="en-US" sz="2400" dirty="0"/>
              <a:t>We use a </a:t>
            </a:r>
            <a:r>
              <a:rPr lang="en-US" sz="2400" b="1" dirty="0"/>
              <a:t>cutoff of 2</a:t>
            </a:r>
            <a:r>
              <a:rPr lang="en-US" sz="2400" dirty="0"/>
              <a:t>, meaning we consider only classes with at least two instances.</a:t>
            </a:r>
            <a:br>
              <a:rPr lang="en-US" sz="2400" dirty="0"/>
            </a:br>
            <a:r>
              <a:rPr lang="en-US" sz="2400" dirty="0"/>
              <a:t>There are about </a:t>
            </a:r>
            <a:r>
              <a:rPr lang="en-US" sz="2400" b="1" dirty="0"/>
              <a:t>17,666 classes</a:t>
            </a:r>
            <a:r>
              <a:rPr lang="en-US" sz="2400" dirty="0"/>
              <a:t> that appear only once, and these are removed.</a:t>
            </a:r>
            <a:br>
              <a:rPr lang="en-US" sz="2400" dirty="0"/>
            </a:br>
            <a:r>
              <a:rPr lang="en-US" sz="2400" dirty="0"/>
              <a:t>In the end, we are left with </a:t>
            </a:r>
            <a:r>
              <a:rPr lang="en-US" sz="2400" b="1" dirty="0"/>
              <a:t>9,698 classes</a:t>
            </a:r>
            <a:r>
              <a:rPr lang="en-US" sz="2400" dirty="0"/>
              <a:t>.</a:t>
            </a:r>
          </a:p>
        </p:txBody>
      </p:sp>
      <p:pic>
        <p:nvPicPr>
          <p:cNvPr id="3" name="Immagin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74016" y="1759352"/>
            <a:ext cx="4356310" cy="3541853"/>
          </a:xfrm>
          <a:prstGeom prst="rect">
            <a:avLst/>
          </a:prstGeom>
        </p:spPr>
      </p:pic>
    </p:spTree>
    <p:extLst>
      <p:ext uri="{BB962C8B-B14F-4D97-AF65-F5344CB8AC3E}">
        <p14:creationId xmlns:p14="http://schemas.microsoft.com/office/powerpoint/2010/main" val="22150509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0ADD6-B4C0-8601-6F69-FA9331543658}"/>
            </a:ext>
          </a:extLst>
        </p:cNvPr>
        <p:cNvGrpSpPr/>
        <p:nvPr/>
      </p:nvGrpSpPr>
      <p:grpSpPr>
        <a:xfrm>
          <a:off x="0" y="0"/>
          <a:ext cx="0" cy="0"/>
          <a:chOff x="0" y="0"/>
          <a:chExt cx="0" cy="0"/>
        </a:xfrm>
      </p:grpSpPr>
      <p:sp>
        <p:nvSpPr>
          <p:cNvPr id="5" name="Segnaposto numero diapositiva 4">
            <a:extLst>
              <a:ext uri="{FF2B5EF4-FFF2-40B4-BE49-F238E27FC236}">
                <a16:creationId xmlns:a16="http://schemas.microsoft.com/office/drawing/2014/main" id="{80E96021-C168-B145-CD79-3708234658C2}"/>
              </a:ext>
            </a:extLst>
          </p:cNvPr>
          <p:cNvSpPr>
            <a:spLocks noGrp="1"/>
          </p:cNvSpPr>
          <p:nvPr>
            <p:ph type="sldNum" sz="quarter" idx="11"/>
          </p:nvPr>
        </p:nvSpPr>
        <p:spPr/>
        <p:txBody>
          <a:bodyPr/>
          <a:lstStyle/>
          <a:p>
            <a:pPr>
              <a:defRPr/>
            </a:pPr>
            <a:fld id="{48B4153A-D4C5-4CEF-8992-0D8815C829E3}" type="slidenum">
              <a:rPr lang="en-US" smtClean="0"/>
              <a:pPr>
                <a:defRPr/>
              </a:pPr>
              <a:t>48</a:t>
            </a:fld>
            <a:endParaRPr lang="en-US" dirty="0"/>
          </a:p>
        </p:txBody>
      </p:sp>
      <p:sp>
        <p:nvSpPr>
          <p:cNvPr id="6" name="Titolo 2">
            <a:extLst>
              <a:ext uri="{FF2B5EF4-FFF2-40B4-BE49-F238E27FC236}">
                <a16:creationId xmlns:a16="http://schemas.microsoft.com/office/drawing/2014/main" id="{81112789-6A2E-6B6A-5DB5-8FF9265D9782}"/>
              </a:ext>
            </a:extLst>
          </p:cNvPr>
          <p:cNvSpPr>
            <a:spLocks noGrp="1"/>
          </p:cNvSpPr>
          <p:nvPr>
            <p:ph type="title"/>
          </p:nvPr>
        </p:nvSpPr>
        <p:spPr>
          <a:xfrm>
            <a:off x="468895" y="387728"/>
            <a:ext cx="11269308" cy="384721"/>
          </a:xfrm>
        </p:spPr>
        <p:txBody>
          <a:bodyPr/>
          <a:lstStyle/>
          <a:p>
            <a:r>
              <a:rPr lang="it-IT" dirty="0"/>
              <a:t>Use Case 3: AI for the </a:t>
            </a:r>
            <a:r>
              <a:rPr lang="it-IT" dirty="0" err="1"/>
              <a:t>automatic</a:t>
            </a:r>
            <a:r>
              <a:rPr lang="it-IT" dirty="0"/>
              <a:t> </a:t>
            </a:r>
            <a:r>
              <a:rPr lang="it-IT" dirty="0" err="1"/>
              <a:t>classification</a:t>
            </a:r>
            <a:r>
              <a:rPr lang="it-IT" dirty="0"/>
              <a:t> of </a:t>
            </a:r>
            <a:r>
              <a:rPr lang="it-IT" dirty="0" err="1"/>
              <a:t>Causes</a:t>
            </a:r>
            <a:r>
              <a:rPr lang="it-IT" dirty="0"/>
              <a:t> of Death</a:t>
            </a:r>
          </a:p>
        </p:txBody>
      </p:sp>
      <p:sp>
        <p:nvSpPr>
          <p:cNvPr id="8" name="Rectangle 3"/>
          <p:cNvSpPr>
            <a:spLocks noChangeArrowheads="1"/>
          </p:cNvSpPr>
          <p:nvPr/>
        </p:nvSpPr>
        <p:spPr bwMode="auto">
          <a:xfrm>
            <a:off x="468895" y="5481715"/>
            <a:ext cx="1008280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it-IT" altLang="it-IT" sz="2000" b="0" i="1" u="none" strike="noStrike" cap="none" normalizeH="0" baseline="0" dirty="0">
                <a:ln>
                  <a:noFill/>
                </a:ln>
                <a:solidFill>
                  <a:schemeClr val="tx1"/>
                </a:solidFill>
                <a:effectLst/>
                <a:latin typeface="Arial" panose="020B0604020202020204" pitchFamily="34" charset="0"/>
              </a:rPr>
              <a:t>(Note: The “%” </a:t>
            </a:r>
            <a:r>
              <a:rPr kumimoji="0" lang="it-IT" altLang="it-IT" sz="2000" b="0" i="1" u="none" strike="noStrike" cap="none" normalizeH="0" baseline="0" dirty="0" err="1">
                <a:ln>
                  <a:noFill/>
                </a:ln>
                <a:solidFill>
                  <a:schemeClr val="tx1"/>
                </a:solidFill>
                <a:effectLst/>
                <a:latin typeface="Arial" panose="020B0604020202020204" pitchFamily="34" charset="0"/>
              </a:rPr>
              <a:t>signs</a:t>
            </a:r>
            <a:r>
              <a:rPr kumimoji="0" lang="it-IT" altLang="it-IT" sz="2000" b="0" i="1" u="none" strike="noStrike" cap="none" normalizeH="0" baseline="0" dirty="0">
                <a:ln>
                  <a:noFill/>
                </a:ln>
                <a:solidFill>
                  <a:schemeClr val="tx1"/>
                </a:solidFill>
                <a:effectLst/>
                <a:latin typeface="Arial" panose="020B0604020202020204" pitchFamily="34" charset="0"/>
              </a:rPr>
              <a:t> </a:t>
            </a:r>
            <a:r>
              <a:rPr kumimoji="0" lang="it-IT" altLang="it-IT" sz="2000" b="0" i="1" u="none" strike="noStrike" cap="none" normalizeH="0" baseline="0" dirty="0" err="1">
                <a:ln>
                  <a:noFill/>
                </a:ln>
                <a:solidFill>
                  <a:schemeClr val="tx1"/>
                </a:solidFill>
                <a:effectLst/>
                <a:latin typeface="Arial" panose="020B0604020202020204" pitchFamily="34" charset="0"/>
              </a:rPr>
              <a:t>seem</a:t>
            </a:r>
            <a:r>
              <a:rPr kumimoji="0" lang="it-IT" altLang="it-IT" sz="2000" b="0" i="1" u="none" strike="noStrike" cap="none" normalizeH="0" baseline="0" dirty="0">
                <a:ln>
                  <a:noFill/>
                </a:ln>
                <a:solidFill>
                  <a:schemeClr val="tx1"/>
                </a:solidFill>
                <a:effectLst/>
                <a:latin typeface="Arial" panose="020B0604020202020204" pitchFamily="34" charset="0"/>
              </a:rPr>
              <a:t> to be </a:t>
            </a:r>
            <a:r>
              <a:rPr kumimoji="0" lang="it-IT" altLang="it-IT" sz="2000" b="0" i="1" u="none" strike="noStrike" cap="none" normalizeH="0" baseline="0" dirty="0" err="1">
                <a:ln>
                  <a:noFill/>
                </a:ln>
                <a:solidFill>
                  <a:schemeClr val="tx1"/>
                </a:solidFill>
                <a:effectLst/>
                <a:latin typeface="Arial" panose="020B0604020202020204" pitchFamily="34" charset="0"/>
              </a:rPr>
              <a:t>used</a:t>
            </a:r>
            <a:r>
              <a:rPr kumimoji="0" lang="it-IT" altLang="it-IT" sz="2000" b="0" i="1" u="none" strike="noStrike" cap="none" normalizeH="0" baseline="0" dirty="0">
                <a:ln>
                  <a:noFill/>
                </a:ln>
                <a:solidFill>
                  <a:schemeClr val="tx1"/>
                </a:solidFill>
                <a:effectLst/>
                <a:latin typeface="Arial" panose="020B0604020202020204" pitchFamily="34" charset="0"/>
              </a:rPr>
              <a:t> </a:t>
            </a:r>
            <a:r>
              <a:rPr kumimoji="0" lang="it-IT" altLang="it-IT" sz="2000" b="0" i="1" u="none" strike="noStrike" cap="none" normalizeH="0" baseline="0" dirty="0" err="1">
                <a:ln>
                  <a:noFill/>
                </a:ln>
                <a:solidFill>
                  <a:schemeClr val="tx1"/>
                </a:solidFill>
                <a:effectLst/>
                <a:latin typeface="Arial" panose="020B0604020202020204" pitchFamily="34" charset="0"/>
              </a:rPr>
              <a:t>instead</a:t>
            </a:r>
            <a:r>
              <a:rPr kumimoji="0" lang="it-IT" altLang="it-IT" sz="2000" b="0" i="1" u="none" strike="noStrike" cap="none" normalizeH="0" baseline="0" dirty="0">
                <a:ln>
                  <a:noFill/>
                </a:ln>
                <a:solidFill>
                  <a:schemeClr val="tx1"/>
                </a:solidFill>
                <a:effectLst/>
                <a:latin typeface="Arial" panose="020B0604020202020204" pitchFamily="34" charset="0"/>
              </a:rPr>
              <a:t> of </a:t>
            </a:r>
            <a:r>
              <a:rPr kumimoji="0" lang="it-IT" altLang="it-IT" sz="2000" b="0" i="1" u="none" strike="noStrike" cap="none" normalizeH="0" baseline="0" dirty="0" err="1">
                <a:ln>
                  <a:noFill/>
                </a:ln>
                <a:solidFill>
                  <a:schemeClr val="tx1"/>
                </a:solidFill>
                <a:effectLst/>
                <a:latin typeface="Arial" panose="020B0604020202020204" pitchFamily="34" charset="0"/>
              </a:rPr>
              <a:t>decimals</a:t>
            </a:r>
            <a:r>
              <a:rPr kumimoji="0" lang="it-IT" altLang="it-IT" sz="2000" b="0" i="1" u="none" strike="noStrike" cap="none" normalizeH="0" baseline="0" dirty="0">
                <a:ln>
                  <a:noFill/>
                </a:ln>
                <a:solidFill>
                  <a:schemeClr val="tx1"/>
                </a:solidFill>
                <a:effectLst/>
                <a:latin typeface="Arial" panose="020B0604020202020204" pitchFamily="34" charset="0"/>
              </a:rPr>
              <a:t> — e.g., </a:t>
            </a:r>
            <a:r>
              <a:rPr kumimoji="0" lang="it-IT" altLang="it-IT" sz="2000" b="0" i="1" u="none" strike="noStrike" cap="none" normalizeH="0" baseline="0" dirty="0" err="1">
                <a:ln>
                  <a:noFill/>
                </a:ln>
                <a:solidFill>
                  <a:schemeClr val="tx1"/>
                </a:solidFill>
                <a:effectLst/>
                <a:latin typeface="Arial" panose="020B0604020202020204" pitchFamily="34" charset="0"/>
              </a:rPr>
              <a:t>accuracy</a:t>
            </a:r>
            <a:r>
              <a:rPr kumimoji="0" lang="it-IT" altLang="it-IT" sz="2000" b="0" i="1" u="none" strike="noStrike" cap="none" normalizeH="0" baseline="0" dirty="0">
                <a:ln>
                  <a:noFill/>
                </a:ln>
                <a:solidFill>
                  <a:schemeClr val="tx1"/>
                </a:solidFill>
                <a:effectLst/>
                <a:latin typeface="Arial" panose="020B0604020202020204" pitchFamily="34" charset="0"/>
              </a:rPr>
              <a:t> 0.9761 </a:t>
            </a:r>
            <a:r>
              <a:rPr kumimoji="0" lang="it-IT" altLang="it-IT" sz="2000" b="0" i="1" u="none" strike="noStrike" cap="none" normalizeH="0" baseline="0" dirty="0" err="1">
                <a:ln>
                  <a:noFill/>
                </a:ln>
                <a:solidFill>
                  <a:schemeClr val="tx1"/>
                </a:solidFill>
                <a:effectLst/>
                <a:latin typeface="Arial" panose="020B0604020202020204" pitchFamily="34" charset="0"/>
              </a:rPr>
              <a:t>likely</a:t>
            </a:r>
            <a:r>
              <a:rPr kumimoji="0" lang="it-IT" altLang="it-IT" sz="2000" b="0" i="1" u="none" strike="noStrike" cap="none" normalizeH="0" baseline="0" dirty="0">
                <a:ln>
                  <a:noFill/>
                </a:ln>
                <a:solidFill>
                  <a:schemeClr val="tx1"/>
                </a:solidFill>
                <a:effectLst/>
                <a:latin typeface="Arial" panose="020B0604020202020204" pitchFamily="34" charset="0"/>
              </a:rPr>
              <a:t> </a:t>
            </a:r>
            <a:r>
              <a:rPr kumimoji="0" lang="it-IT" altLang="it-IT" sz="2000" b="0" i="1" u="none" strike="noStrike" cap="none" normalizeH="0" baseline="0" dirty="0" err="1">
                <a:ln>
                  <a:noFill/>
                </a:ln>
                <a:solidFill>
                  <a:schemeClr val="tx1"/>
                </a:solidFill>
                <a:effectLst/>
                <a:latin typeface="Arial" panose="020B0604020202020204" pitchFamily="34" charset="0"/>
              </a:rPr>
              <a:t>means</a:t>
            </a:r>
            <a:r>
              <a:rPr kumimoji="0" lang="it-IT" altLang="it-IT" sz="2000" b="0" i="1" u="none" strike="noStrike" cap="none" normalizeH="0" baseline="0" dirty="0">
                <a:ln>
                  <a:noFill/>
                </a:ln>
                <a:solidFill>
                  <a:schemeClr val="tx1"/>
                </a:solidFill>
                <a:effectLst/>
                <a:latin typeface="Arial" panose="020B0604020202020204" pitchFamily="34" charset="0"/>
              </a:rPr>
              <a:t> 97.61%.)</a:t>
            </a:r>
            <a:endParaRPr kumimoji="0" lang="it-IT" altLang="it-IT" sz="2000" b="0" i="0" u="none" strike="noStrike" cap="none" normalizeH="0" baseline="0" dirty="0">
              <a:ln>
                <a:noFill/>
              </a:ln>
              <a:solidFill>
                <a:schemeClr val="tx1"/>
              </a:solidFill>
              <a:effectLst/>
              <a:latin typeface="Arial" panose="020B0604020202020204" pitchFamily="34" charset="0"/>
            </a:endParaRPr>
          </a:p>
        </p:txBody>
      </p:sp>
      <p:sp>
        <p:nvSpPr>
          <p:cNvPr id="9" name="Rettangolo 8"/>
          <p:cNvSpPr/>
          <p:nvPr/>
        </p:nvSpPr>
        <p:spPr>
          <a:xfrm>
            <a:off x="468895" y="1224084"/>
            <a:ext cx="11646829" cy="4401205"/>
          </a:xfrm>
          <a:prstGeom prst="rect">
            <a:avLst/>
          </a:prstGeom>
        </p:spPr>
        <p:txBody>
          <a:bodyPr wrap="square">
            <a:spAutoFit/>
          </a:bodyPr>
          <a:lstStyle/>
          <a:p>
            <a:pPr lvl="0" defTabSz="914400"/>
            <a:r>
              <a:rPr lang="it-IT" altLang="it-IT" sz="2000" b="1" dirty="0">
                <a:latin typeface="Arial" panose="020B0604020202020204" pitchFamily="34" charset="0"/>
              </a:rPr>
              <a:t>On training set of 300,000:</a:t>
            </a:r>
            <a:br>
              <a:rPr lang="it-IT" altLang="it-IT" sz="2000" dirty="0">
                <a:latin typeface="Arial" panose="020B0604020202020204" pitchFamily="34" charset="0"/>
              </a:rPr>
            </a:br>
            <a:r>
              <a:rPr lang="it-IT" altLang="it-IT" sz="2000" dirty="0" err="1">
                <a:latin typeface="Arial" panose="020B0604020202020204" pitchFamily="34" charset="0"/>
              </a:rPr>
              <a:t>Accuracy</a:t>
            </a:r>
            <a:r>
              <a:rPr lang="it-IT" altLang="it-IT" sz="2000" dirty="0">
                <a:latin typeface="Arial" panose="020B0604020202020204" pitchFamily="34" charset="0"/>
              </a:rPr>
              <a:t>: 0.9761%</a:t>
            </a:r>
            <a:br>
              <a:rPr lang="it-IT" altLang="it-IT" sz="2000" dirty="0">
                <a:latin typeface="Arial" panose="020B0604020202020204" pitchFamily="34" charset="0"/>
              </a:rPr>
            </a:br>
            <a:r>
              <a:rPr lang="it-IT" altLang="it-IT" sz="2000" dirty="0">
                <a:latin typeface="Arial" panose="020B0604020202020204" pitchFamily="34" charset="0"/>
              </a:rPr>
              <a:t>F1-score (macro-</a:t>
            </a:r>
            <a:r>
              <a:rPr lang="it-IT" altLang="it-IT" sz="2000" dirty="0" err="1">
                <a:latin typeface="Arial" panose="020B0604020202020204" pitchFamily="34" charset="0"/>
              </a:rPr>
              <a:t>weighted</a:t>
            </a:r>
            <a:r>
              <a:rPr lang="it-IT" altLang="it-IT" sz="2000" dirty="0">
                <a:latin typeface="Arial" panose="020B0604020202020204" pitchFamily="34" charset="0"/>
              </a:rPr>
              <a:t>): 0.9745%</a:t>
            </a:r>
          </a:p>
          <a:p>
            <a:pPr lvl="0" defTabSz="914400"/>
            <a:r>
              <a:rPr lang="it-IT" altLang="it-IT" sz="2000" b="1" dirty="0">
                <a:latin typeface="Arial" panose="020B0604020202020204" pitchFamily="34" charset="0"/>
              </a:rPr>
              <a:t>On test set (20%):</a:t>
            </a:r>
            <a:br>
              <a:rPr lang="it-IT" altLang="it-IT" sz="2000" dirty="0">
                <a:latin typeface="Arial" panose="020B0604020202020204" pitchFamily="34" charset="0"/>
              </a:rPr>
            </a:br>
            <a:r>
              <a:rPr lang="it-IT" altLang="it-IT" sz="2000" dirty="0" err="1">
                <a:latin typeface="Arial" panose="020B0604020202020204" pitchFamily="34" charset="0"/>
              </a:rPr>
              <a:t>Accuracy</a:t>
            </a:r>
            <a:r>
              <a:rPr lang="it-IT" altLang="it-IT" sz="2000" dirty="0">
                <a:latin typeface="Arial" panose="020B0604020202020204" pitchFamily="34" charset="0"/>
              </a:rPr>
              <a:t>: 0.9467%</a:t>
            </a:r>
            <a:br>
              <a:rPr lang="it-IT" altLang="it-IT" sz="2000" dirty="0">
                <a:latin typeface="Arial" panose="020B0604020202020204" pitchFamily="34" charset="0"/>
              </a:rPr>
            </a:br>
            <a:r>
              <a:rPr lang="it-IT" altLang="it-IT" sz="2000" dirty="0">
                <a:latin typeface="Arial" panose="020B0604020202020204" pitchFamily="34" charset="0"/>
              </a:rPr>
              <a:t>F1-score (macro-</a:t>
            </a:r>
            <a:r>
              <a:rPr lang="it-IT" altLang="it-IT" sz="2000" dirty="0" err="1">
                <a:latin typeface="Arial" panose="020B0604020202020204" pitchFamily="34" charset="0"/>
              </a:rPr>
              <a:t>weighted</a:t>
            </a:r>
            <a:r>
              <a:rPr lang="it-IT" altLang="it-IT" sz="2000" dirty="0">
                <a:latin typeface="Arial" panose="020B0604020202020204" pitchFamily="34" charset="0"/>
              </a:rPr>
              <a:t>): 0.9422%</a:t>
            </a:r>
          </a:p>
          <a:p>
            <a:pPr lvl="0" defTabSz="914400"/>
            <a:endParaRPr lang="it-IT" altLang="it-IT" sz="2000" dirty="0">
              <a:latin typeface="Arial" panose="020B0604020202020204" pitchFamily="34" charset="0"/>
            </a:endParaRPr>
          </a:p>
          <a:p>
            <a:pPr lvl="0" defTabSz="914400"/>
            <a:r>
              <a:rPr lang="it-IT" altLang="it-IT" sz="2000" b="1" dirty="0" err="1">
                <a:latin typeface="Arial" panose="020B0604020202020204" pitchFamily="34" charset="0"/>
              </a:rPr>
              <a:t>Accuracy</a:t>
            </a:r>
            <a:r>
              <a:rPr lang="it-IT" altLang="it-IT" sz="2000" b="1" dirty="0">
                <a:latin typeface="Arial" panose="020B0604020202020204" pitchFamily="34" charset="0"/>
              </a:rPr>
              <a:t> on test set of </a:t>
            </a:r>
            <a:r>
              <a:rPr lang="it-IT" altLang="it-IT" sz="2000" b="1" dirty="0" err="1">
                <a:latin typeface="Arial" panose="020B0604020202020204" pitchFamily="34" charset="0"/>
              </a:rPr>
              <a:t>about</a:t>
            </a:r>
            <a:r>
              <a:rPr lang="it-IT" altLang="it-IT" sz="2000" b="1" dirty="0">
                <a:latin typeface="Arial" panose="020B0604020202020204" pitchFamily="34" charset="0"/>
              </a:rPr>
              <a:t> 65,161 </a:t>
            </a:r>
            <a:r>
              <a:rPr lang="it-IT" altLang="it-IT" sz="2000" b="1" dirty="0" err="1">
                <a:latin typeface="Arial" panose="020B0604020202020204" pitchFamily="34" charset="0"/>
              </a:rPr>
              <a:t>texts</a:t>
            </a:r>
            <a:r>
              <a:rPr lang="it-IT" altLang="it-IT" sz="2000" b="1" dirty="0">
                <a:latin typeface="Arial" panose="020B0604020202020204" pitchFamily="34" charset="0"/>
              </a:rPr>
              <a:t>:</a:t>
            </a:r>
            <a:endParaRPr lang="it-IT" altLang="it-IT" sz="2000" dirty="0">
              <a:latin typeface="Arial" panose="020B0604020202020204" pitchFamily="34" charset="0"/>
            </a:endParaRPr>
          </a:p>
          <a:p>
            <a:pPr lvl="0" defTabSz="914400">
              <a:buFontTx/>
              <a:buChar char="•"/>
            </a:pPr>
            <a:r>
              <a:rPr lang="it-IT" altLang="it-IT" sz="2000" dirty="0">
                <a:latin typeface="Arial" panose="020B0604020202020204" pitchFamily="34" charset="0"/>
              </a:rPr>
              <a:t>#</a:t>
            </a:r>
            <a:r>
              <a:rPr lang="it-IT" altLang="it-IT" sz="2000" dirty="0" err="1">
                <a:latin typeface="Arial" panose="020B0604020202020204" pitchFamily="34" charset="0"/>
              </a:rPr>
              <a:t>codes</a:t>
            </a:r>
            <a:r>
              <a:rPr lang="it-IT" altLang="it-IT" sz="2000" dirty="0">
                <a:latin typeface="Arial" panose="020B0604020202020204" pitchFamily="34" charset="0"/>
              </a:rPr>
              <a:t> = #</a:t>
            </a:r>
            <a:r>
              <a:rPr lang="it-IT" altLang="it-IT" sz="2000" dirty="0" err="1">
                <a:latin typeface="Arial" panose="020B0604020202020204" pitchFamily="34" charset="0"/>
              </a:rPr>
              <a:t>texts</a:t>
            </a:r>
            <a:r>
              <a:rPr lang="it-IT" altLang="it-IT" sz="2000" dirty="0">
                <a:latin typeface="Arial" panose="020B0604020202020204" pitchFamily="34" charset="0"/>
              </a:rPr>
              <a:t> (</a:t>
            </a:r>
            <a:r>
              <a:rPr lang="it-IT" altLang="it-IT" sz="2000" dirty="0" err="1">
                <a:latin typeface="Arial" panose="020B0604020202020204" pitchFamily="34" charset="0"/>
              </a:rPr>
              <a:t>size</a:t>
            </a:r>
            <a:r>
              <a:rPr lang="it-IT" altLang="it-IT" sz="2000" dirty="0">
                <a:latin typeface="Arial" panose="020B0604020202020204" pitchFamily="34" charset="0"/>
              </a:rPr>
              <a:t> = 63,636, 97.66% of the test </a:t>
            </a:r>
            <a:r>
              <a:rPr lang="it-IT" altLang="it-IT" sz="2000" dirty="0" err="1">
                <a:latin typeface="Arial" panose="020B0604020202020204" pitchFamily="34" charset="0"/>
              </a:rPr>
              <a:t>dataset</a:t>
            </a:r>
            <a:r>
              <a:rPr lang="it-IT" altLang="it-IT" sz="2000" dirty="0">
                <a:latin typeface="Arial" panose="020B0604020202020204" pitchFamily="34" charset="0"/>
              </a:rPr>
              <a:t>): </a:t>
            </a:r>
            <a:r>
              <a:rPr lang="it-IT" altLang="it-IT" sz="2000" dirty="0" err="1">
                <a:latin typeface="Arial" panose="020B0604020202020204" pitchFamily="34" charset="0"/>
              </a:rPr>
              <a:t>Accuracy</a:t>
            </a:r>
            <a:r>
              <a:rPr lang="it-IT" altLang="it-IT" sz="2000" dirty="0">
                <a:latin typeface="Arial" panose="020B0604020202020204" pitchFamily="34" charset="0"/>
              </a:rPr>
              <a:t>: 0.9528% – F1-score (macro-</a:t>
            </a:r>
            <a:r>
              <a:rPr lang="it-IT" altLang="it-IT" sz="2000" dirty="0" err="1">
                <a:latin typeface="Arial" panose="020B0604020202020204" pitchFamily="34" charset="0"/>
              </a:rPr>
              <a:t>weighted</a:t>
            </a:r>
            <a:r>
              <a:rPr lang="it-IT" altLang="it-IT" sz="2000" dirty="0">
                <a:latin typeface="Arial" panose="020B0604020202020204" pitchFamily="34" charset="0"/>
              </a:rPr>
              <a:t>): 0.9505%</a:t>
            </a:r>
          </a:p>
          <a:p>
            <a:pPr lvl="0" defTabSz="914400">
              <a:buFontTx/>
              <a:buChar char="•"/>
            </a:pPr>
            <a:r>
              <a:rPr lang="it-IT" altLang="it-IT" sz="2000" dirty="0">
                <a:latin typeface="Arial" panose="020B0604020202020204" pitchFamily="34" charset="0"/>
              </a:rPr>
              <a:t>#</a:t>
            </a:r>
            <a:r>
              <a:rPr lang="it-IT" altLang="it-IT" sz="2000" dirty="0" err="1">
                <a:latin typeface="Arial" panose="020B0604020202020204" pitchFamily="34" charset="0"/>
              </a:rPr>
              <a:t>codes</a:t>
            </a:r>
            <a:r>
              <a:rPr lang="it-IT" altLang="it-IT" sz="2000" dirty="0">
                <a:latin typeface="Arial" panose="020B0604020202020204" pitchFamily="34" charset="0"/>
              </a:rPr>
              <a:t> &gt; #</a:t>
            </a:r>
            <a:r>
              <a:rPr lang="it-IT" altLang="it-IT" sz="2000" dirty="0" err="1">
                <a:latin typeface="Arial" panose="020B0604020202020204" pitchFamily="34" charset="0"/>
              </a:rPr>
              <a:t>texts</a:t>
            </a:r>
            <a:r>
              <a:rPr lang="it-IT" altLang="it-IT" sz="2000" dirty="0">
                <a:latin typeface="Arial" panose="020B0604020202020204" pitchFamily="34" charset="0"/>
              </a:rPr>
              <a:t> (</a:t>
            </a:r>
            <a:r>
              <a:rPr lang="it-IT" altLang="it-IT" sz="2000" dirty="0" err="1">
                <a:latin typeface="Arial" panose="020B0604020202020204" pitchFamily="34" charset="0"/>
              </a:rPr>
              <a:t>size</a:t>
            </a:r>
            <a:r>
              <a:rPr lang="it-IT" altLang="it-IT" sz="2000" dirty="0">
                <a:latin typeface="Arial" panose="020B0604020202020204" pitchFamily="34" charset="0"/>
              </a:rPr>
              <a:t> = 1,525, 2.34% of the test </a:t>
            </a:r>
            <a:r>
              <a:rPr lang="it-IT" altLang="it-IT" sz="2000" dirty="0" err="1">
                <a:latin typeface="Arial" panose="020B0604020202020204" pitchFamily="34" charset="0"/>
              </a:rPr>
              <a:t>dataset</a:t>
            </a:r>
            <a:r>
              <a:rPr lang="it-IT" altLang="it-IT" sz="2000" dirty="0">
                <a:latin typeface="Arial" panose="020B0604020202020204" pitchFamily="34" charset="0"/>
              </a:rPr>
              <a:t>): </a:t>
            </a:r>
            <a:r>
              <a:rPr lang="it-IT" altLang="it-IT" sz="2000" dirty="0" err="1">
                <a:latin typeface="Arial" panose="020B0604020202020204" pitchFamily="34" charset="0"/>
              </a:rPr>
              <a:t>Accuracy</a:t>
            </a:r>
            <a:r>
              <a:rPr lang="it-IT" altLang="it-IT" sz="2000" dirty="0">
                <a:latin typeface="Arial" panose="020B0604020202020204" pitchFamily="34" charset="0"/>
              </a:rPr>
              <a:t>: 0.69% – F1-score (macro-</a:t>
            </a:r>
            <a:r>
              <a:rPr lang="it-IT" altLang="it-IT" sz="2000" dirty="0" err="1">
                <a:latin typeface="Arial" panose="020B0604020202020204" pitchFamily="34" charset="0"/>
              </a:rPr>
              <a:t>weighted</a:t>
            </a:r>
            <a:r>
              <a:rPr lang="it-IT" altLang="it-IT" sz="2000" dirty="0">
                <a:latin typeface="Arial" panose="020B0604020202020204" pitchFamily="34" charset="0"/>
              </a:rPr>
              <a:t>): 0.71% → 1,060 </a:t>
            </a:r>
            <a:r>
              <a:rPr lang="it-IT" altLang="it-IT" sz="2000" dirty="0" err="1">
                <a:latin typeface="Arial" panose="020B0604020202020204" pitchFamily="34" charset="0"/>
              </a:rPr>
              <a:t>correct</a:t>
            </a:r>
            <a:r>
              <a:rPr lang="it-IT" altLang="it-IT" sz="2000" dirty="0">
                <a:latin typeface="Arial" panose="020B0604020202020204" pitchFamily="34" charset="0"/>
              </a:rPr>
              <a:t>, 465 </a:t>
            </a:r>
            <a:r>
              <a:rPr lang="it-IT" altLang="it-IT" sz="2000" dirty="0" err="1">
                <a:latin typeface="Arial" panose="020B0604020202020204" pitchFamily="34" charset="0"/>
              </a:rPr>
              <a:t>incorrect</a:t>
            </a:r>
            <a:r>
              <a:rPr lang="it-IT" altLang="it-IT" sz="2000" dirty="0">
                <a:latin typeface="Arial" panose="020B0604020202020204" pitchFamily="34" charset="0"/>
              </a:rPr>
              <a:t> (</a:t>
            </a:r>
            <a:r>
              <a:rPr lang="it-IT" altLang="it-IT" sz="2000" dirty="0" err="1">
                <a:latin typeface="Arial" panose="020B0604020202020204" pitchFamily="34" charset="0"/>
              </a:rPr>
              <a:t>outputs</a:t>
            </a:r>
            <a:r>
              <a:rPr lang="it-IT" altLang="it-IT" sz="2000" dirty="0">
                <a:latin typeface="Arial" panose="020B0604020202020204" pitchFamily="34" charset="0"/>
              </a:rPr>
              <a:t> </a:t>
            </a:r>
            <a:r>
              <a:rPr lang="it-IT" altLang="it-IT" sz="2000" dirty="0" err="1">
                <a:latin typeface="Arial" panose="020B0604020202020204" pitchFamily="34" charset="0"/>
              </a:rPr>
              <a:t>exported</a:t>
            </a:r>
            <a:r>
              <a:rPr lang="it-IT" altLang="it-IT" sz="2000" dirty="0">
                <a:latin typeface="Arial" panose="020B0604020202020204" pitchFamily="34" charset="0"/>
              </a:rPr>
              <a:t> to Excel and CSV for </a:t>
            </a:r>
            <a:r>
              <a:rPr lang="it-IT" altLang="it-IT" sz="2000" dirty="0" err="1">
                <a:latin typeface="Arial" panose="020B0604020202020204" pitchFamily="34" charset="0"/>
              </a:rPr>
              <a:t>sharing</a:t>
            </a:r>
            <a:r>
              <a:rPr lang="it-IT" altLang="it-IT" sz="2000" dirty="0">
                <a:latin typeface="Arial" panose="020B0604020202020204" pitchFamily="34" charset="0"/>
              </a:rPr>
              <a:t>)</a:t>
            </a:r>
          </a:p>
          <a:p>
            <a:pPr lvl="0" defTabSz="914400">
              <a:buFontTx/>
              <a:buChar char="•"/>
            </a:pPr>
            <a:r>
              <a:rPr lang="it-IT" altLang="it-IT" sz="2000" dirty="0">
                <a:latin typeface="Arial" panose="020B0604020202020204" pitchFamily="34" charset="0"/>
              </a:rPr>
              <a:t>#</a:t>
            </a:r>
            <a:r>
              <a:rPr lang="it-IT" altLang="it-IT" sz="2000" dirty="0" err="1">
                <a:latin typeface="Arial" panose="020B0604020202020204" pitchFamily="34" charset="0"/>
              </a:rPr>
              <a:t>texts</a:t>
            </a:r>
            <a:r>
              <a:rPr lang="it-IT" altLang="it-IT" sz="2000" dirty="0">
                <a:latin typeface="Arial" panose="020B0604020202020204" pitchFamily="34" charset="0"/>
              </a:rPr>
              <a:t> &gt; #</a:t>
            </a:r>
            <a:r>
              <a:rPr lang="it-IT" altLang="it-IT" sz="2000" dirty="0" err="1">
                <a:latin typeface="Arial" panose="020B0604020202020204" pitchFamily="34" charset="0"/>
              </a:rPr>
              <a:t>codes</a:t>
            </a:r>
            <a:r>
              <a:rPr lang="it-IT" altLang="it-IT" sz="2000" dirty="0">
                <a:latin typeface="Arial" panose="020B0604020202020204" pitchFamily="34" charset="0"/>
              </a:rPr>
              <a:t> (</a:t>
            </a:r>
            <a:r>
              <a:rPr lang="it-IT" altLang="it-IT" sz="2000" dirty="0" err="1">
                <a:latin typeface="Arial" panose="020B0604020202020204" pitchFamily="34" charset="0"/>
              </a:rPr>
              <a:t>size</a:t>
            </a:r>
            <a:r>
              <a:rPr lang="it-IT" altLang="it-IT" sz="2000" dirty="0">
                <a:latin typeface="Arial" panose="020B0604020202020204" pitchFamily="34" charset="0"/>
              </a:rPr>
              <a:t> = 0)</a:t>
            </a:r>
          </a:p>
          <a:p>
            <a:pPr lvl="0" defTabSz="914400"/>
            <a:endParaRPr lang="it-IT" altLang="it-IT" sz="2000" dirty="0">
              <a:latin typeface="Arial" panose="020B0604020202020204" pitchFamily="34" charset="0"/>
            </a:endParaRPr>
          </a:p>
        </p:txBody>
      </p:sp>
    </p:spTree>
    <p:extLst>
      <p:ext uri="{BB962C8B-B14F-4D97-AF65-F5344CB8AC3E}">
        <p14:creationId xmlns:p14="http://schemas.microsoft.com/office/powerpoint/2010/main" val="149351699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0ADD6-B4C0-8601-6F69-FA9331543658}"/>
            </a:ext>
          </a:extLst>
        </p:cNvPr>
        <p:cNvGrpSpPr/>
        <p:nvPr/>
      </p:nvGrpSpPr>
      <p:grpSpPr>
        <a:xfrm>
          <a:off x="0" y="0"/>
          <a:ext cx="0" cy="0"/>
          <a:chOff x="0" y="0"/>
          <a:chExt cx="0" cy="0"/>
        </a:xfrm>
      </p:grpSpPr>
      <p:sp>
        <p:nvSpPr>
          <p:cNvPr id="5" name="Segnaposto numero diapositiva 4">
            <a:extLst>
              <a:ext uri="{FF2B5EF4-FFF2-40B4-BE49-F238E27FC236}">
                <a16:creationId xmlns:a16="http://schemas.microsoft.com/office/drawing/2014/main" id="{80E96021-C168-B145-CD79-3708234658C2}"/>
              </a:ext>
            </a:extLst>
          </p:cNvPr>
          <p:cNvSpPr>
            <a:spLocks noGrp="1"/>
          </p:cNvSpPr>
          <p:nvPr>
            <p:ph type="sldNum" sz="quarter" idx="11"/>
          </p:nvPr>
        </p:nvSpPr>
        <p:spPr/>
        <p:txBody>
          <a:bodyPr/>
          <a:lstStyle/>
          <a:p>
            <a:pPr>
              <a:defRPr/>
            </a:pPr>
            <a:fld id="{48B4153A-D4C5-4CEF-8992-0D8815C829E3}" type="slidenum">
              <a:rPr lang="en-US" smtClean="0"/>
              <a:pPr>
                <a:defRPr/>
              </a:pPr>
              <a:t>49</a:t>
            </a:fld>
            <a:endParaRPr lang="en-US" dirty="0"/>
          </a:p>
        </p:txBody>
      </p:sp>
      <p:sp>
        <p:nvSpPr>
          <p:cNvPr id="6" name="Titolo 2">
            <a:extLst>
              <a:ext uri="{FF2B5EF4-FFF2-40B4-BE49-F238E27FC236}">
                <a16:creationId xmlns:a16="http://schemas.microsoft.com/office/drawing/2014/main" id="{81112789-6A2E-6B6A-5DB5-8FF9265D9782}"/>
              </a:ext>
            </a:extLst>
          </p:cNvPr>
          <p:cNvSpPr>
            <a:spLocks noGrp="1"/>
          </p:cNvSpPr>
          <p:nvPr>
            <p:ph type="title"/>
          </p:nvPr>
        </p:nvSpPr>
        <p:spPr>
          <a:xfrm>
            <a:off x="468895" y="387728"/>
            <a:ext cx="11269308" cy="384721"/>
          </a:xfrm>
        </p:spPr>
        <p:txBody>
          <a:bodyPr/>
          <a:lstStyle/>
          <a:p>
            <a:r>
              <a:rPr lang="it-IT" dirty="0"/>
              <a:t>Use Case 3: AI for the </a:t>
            </a:r>
            <a:r>
              <a:rPr lang="it-IT" dirty="0" err="1"/>
              <a:t>automatic</a:t>
            </a:r>
            <a:r>
              <a:rPr lang="it-IT" dirty="0"/>
              <a:t> </a:t>
            </a:r>
            <a:r>
              <a:rPr lang="it-IT" dirty="0" err="1"/>
              <a:t>classification</a:t>
            </a:r>
            <a:r>
              <a:rPr lang="it-IT" dirty="0"/>
              <a:t> of </a:t>
            </a:r>
            <a:r>
              <a:rPr lang="it-IT" dirty="0" err="1"/>
              <a:t>Causes</a:t>
            </a:r>
            <a:r>
              <a:rPr lang="it-IT" dirty="0"/>
              <a:t> of Death</a:t>
            </a:r>
          </a:p>
        </p:txBody>
      </p:sp>
      <p:sp>
        <p:nvSpPr>
          <p:cNvPr id="9" name="Rettangolo 8"/>
          <p:cNvSpPr/>
          <p:nvPr/>
        </p:nvSpPr>
        <p:spPr>
          <a:xfrm>
            <a:off x="468895" y="1224084"/>
            <a:ext cx="11646829" cy="5693866"/>
          </a:xfrm>
          <a:prstGeom prst="rect">
            <a:avLst/>
          </a:prstGeom>
        </p:spPr>
        <p:txBody>
          <a:bodyPr wrap="square">
            <a:spAutoFit/>
          </a:bodyPr>
          <a:lstStyle/>
          <a:p>
            <a:r>
              <a:rPr lang="en-US" sz="2800" b="1" dirty="0"/>
              <a:t>Accuracy on test set of about 65,161 texts:</a:t>
            </a:r>
            <a:br>
              <a:rPr lang="en-US" sz="2800" dirty="0"/>
            </a:br>
            <a:r>
              <a:rPr lang="en-US" sz="2800" dirty="0"/>
              <a:t>#codes &gt; #texts (size = 1,525, 2.34% of the test dataset): Accuracy: 0.69% – F1-score (macro-weighted): 0.71% → 1,060 correct, 465 incorrect.</a:t>
            </a:r>
          </a:p>
          <a:p>
            <a:endParaRPr lang="en-US" sz="2800" dirty="0"/>
          </a:p>
          <a:p>
            <a:r>
              <a:rPr lang="en-US" sz="2800" dirty="0"/>
              <a:t>The correct cases are mostly those in which one text corresponds to two codes.</a:t>
            </a:r>
          </a:p>
          <a:p>
            <a:r>
              <a:rPr lang="en-US" sz="2800" dirty="0"/>
              <a:t>We check what percentage of the texts corresponding to the correct cases are present in the training set: </a:t>
            </a:r>
            <a:r>
              <a:rPr lang="en-US" sz="2800" b="1" dirty="0"/>
              <a:t>915 out of 1,050 (86%)</a:t>
            </a:r>
            <a:r>
              <a:rPr lang="en-US" sz="2800" dirty="0"/>
              <a:t>.</a:t>
            </a:r>
            <a:br>
              <a:rPr lang="en-US" sz="2800" dirty="0"/>
            </a:br>
            <a:r>
              <a:rPr lang="en-US" sz="2800" dirty="0"/>
              <a:t>We check what percentage of the texts corresponding to the incorrect cases are present in the training set: </a:t>
            </a:r>
            <a:r>
              <a:rPr lang="en-US" sz="2800" b="1" dirty="0"/>
              <a:t>76 out of 475 (16%)</a:t>
            </a:r>
            <a:r>
              <a:rPr lang="en-US" sz="2800" dirty="0"/>
              <a:t>.</a:t>
            </a:r>
          </a:p>
          <a:p>
            <a:r>
              <a:rPr lang="en-US" sz="2800" b="1" dirty="0"/>
              <a:t>Theory:</a:t>
            </a:r>
            <a:r>
              <a:rPr lang="en-US" sz="2800" dirty="0"/>
              <a:t> Random Forest performs well when it finds the same words combined in the same way in the training set.</a:t>
            </a:r>
          </a:p>
          <a:p>
            <a:pPr lvl="0" defTabSz="914400"/>
            <a:endParaRPr lang="it-IT" altLang="it-IT" sz="2800" dirty="0">
              <a:latin typeface="Arial" panose="020B0604020202020204" pitchFamily="34" charset="0"/>
            </a:endParaRPr>
          </a:p>
        </p:txBody>
      </p:sp>
    </p:spTree>
    <p:extLst>
      <p:ext uri="{BB962C8B-B14F-4D97-AF65-F5344CB8AC3E}">
        <p14:creationId xmlns:p14="http://schemas.microsoft.com/office/powerpoint/2010/main" val="408708702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0ADD6-B4C0-8601-6F69-FA9331543658}"/>
            </a:ext>
          </a:extLst>
        </p:cNvPr>
        <p:cNvGrpSpPr/>
        <p:nvPr/>
      </p:nvGrpSpPr>
      <p:grpSpPr>
        <a:xfrm>
          <a:off x="0" y="0"/>
          <a:ext cx="0" cy="0"/>
          <a:chOff x="0" y="0"/>
          <a:chExt cx="0" cy="0"/>
        </a:xfrm>
      </p:grpSpPr>
      <p:sp>
        <p:nvSpPr>
          <p:cNvPr id="5" name="Segnaposto numero diapositiva 4">
            <a:extLst>
              <a:ext uri="{FF2B5EF4-FFF2-40B4-BE49-F238E27FC236}">
                <a16:creationId xmlns:a16="http://schemas.microsoft.com/office/drawing/2014/main" id="{80E96021-C168-B145-CD79-3708234658C2}"/>
              </a:ext>
            </a:extLst>
          </p:cNvPr>
          <p:cNvSpPr>
            <a:spLocks noGrp="1"/>
          </p:cNvSpPr>
          <p:nvPr>
            <p:ph type="sldNum" sz="quarter" idx="11"/>
          </p:nvPr>
        </p:nvSpPr>
        <p:spPr/>
        <p:txBody>
          <a:bodyPr/>
          <a:lstStyle/>
          <a:p>
            <a:pPr>
              <a:defRPr/>
            </a:pPr>
            <a:fld id="{48B4153A-D4C5-4CEF-8992-0D8815C829E3}" type="slidenum">
              <a:rPr lang="en-US" smtClean="0"/>
              <a:pPr>
                <a:defRPr/>
              </a:pPr>
              <a:t>50</a:t>
            </a:fld>
            <a:endParaRPr lang="en-US" dirty="0"/>
          </a:p>
        </p:txBody>
      </p:sp>
      <p:sp>
        <p:nvSpPr>
          <p:cNvPr id="6" name="Titolo 2">
            <a:extLst>
              <a:ext uri="{FF2B5EF4-FFF2-40B4-BE49-F238E27FC236}">
                <a16:creationId xmlns:a16="http://schemas.microsoft.com/office/drawing/2014/main" id="{81112789-6A2E-6B6A-5DB5-8FF9265D9782}"/>
              </a:ext>
            </a:extLst>
          </p:cNvPr>
          <p:cNvSpPr>
            <a:spLocks noGrp="1"/>
          </p:cNvSpPr>
          <p:nvPr>
            <p:ph type="title"/>
          </p:nvPr>
        </p:nvSpPr>
        <p:spPr>
          <a:xfrm>
            <a:off x="468895" y="387728"/>
            <a:ext cx="11269308" cy="384721"/>
          </a:xfrm>
        </p:spPr>
        <p:txBody>
          <a:bodyPr/>
          <a:lstStyle/>
          <a:p>
            <a:r>
              <a:rPr lang="it-IT" dirty="0"/>
              <a:t>Use Case 3: AI for the </a:t>
            </a:r>
            <a:r>
              <a:rPr lang="it-IT" dirty="0" err="1"/>
              <a:t>automatic</a:t>
            </a:r>
            <a:r>
              <a:rPr lang="it-IT" dirty="0"/>
              <a:t> </a:t>
            </a:r>
            <a:r>
              <a:rPr lang="it-IT" dirty="0" err="1"/>
              <a:t>classification</a:t>
            </a:r>
            <a:r>
              <a:rPr lang="it-IT" dirty="0"/>
              <a:t> of </a:t>
            </a:r>
            <a:r>
              <a:rPr lang="it-IT" dirty="0" err="1"/>
              <a:t>Causes</a:t>
            </a:r>
            <a:r>
              <a:rPr lang="it-IT" dirty="0"/>
              <a:t> of Death</a:t>
            </a:r>
          </a:p>
        </p:txBody>
      </p:sp>
      <p:sp>
        <p:nvSpPr>
          <p:cNvPr id="10" name="Rettangolo 9"/>
          <p:cNvSpPr/>
          <p:nvPr/>
        </p:nvSpPr>
        <p:spPr>
          <a:xfrm>
            <a:off x="323469" y="1117369"/>
            <a:ext cx="11621604" cy="1477328"/>
          </a:xfrm>
          <a:prstGeom prst="rect">
            <a:avLst/>
          </a:prstGeom>
        </p:spPr>
        <p:txBody>
          <a:bodyPr wrap="square">
            <a:spAutoFit/>
          </a:bodyPr>
          <a:lstStyle/>
          <a:p>
            <a:r>
              <a:rPr lang="en-US" b="1" dirty="0"/>
              <a:t>Accuracy on test set (sample of 950 “</a:t>
            </a:r>
            <a:r>
              <a:rPr lang="en-US" b="1" dirty="0" err="1"/>
              <a:t>gold_standard</a:t>
            </a:r>
            <a:r>
              <a:rPr lang="en-US" b="1" dirty="0"/>
              <a:t>” texts):</a:t>
            </a:r>
            <a:br>
              <a:rPr lang="en-US" dirty="0"/>
            </a:br>
            <a:r>
              <a:rPr lang="en-US" dirty="0"/>
              <a:t>For this dataset, the initial number of classes is </a:t>
            </a:r>
            <a:r>
              <a:rPr lang="en-US" b="1" dirty="0"/>
              <a:t>876</a:t>
            </a:r>
            <a:r>
              <a:rPr lang="en-US" dirty="0"/>
              <a:t>. After non-semantic splitting (in cases where the number of classes equals the number of texts — i.e., for 197 cases), we obtain </a:t>
            </a:r>
            <a:r>
              <a:rPr lang="en-US" b="1" dirty="0"/>
              <a:t>847 classes</a:t>
            </a:r>
            <a:r>
              <a:rPr lang="en-US" dirty="0"/>
              <a:t>, and the number of texts to be classified becomes </a:t>
            </a:r>
            <a:r>
              <a:rPr lang="en-US" b="1" dirty="0"/>
              <a:t>1,154</a:t>
            </a:r>
            <a:r>
              <a:rPr lang="en-US" dirty="0"/>
              <a:t>.</a:t>
            </a:r>
            <a:br>
              <a:rPr lang="en-US" dirty="0"/>
            </a:br>
            <a:r>
              <a:rPr lang="en-US" dirty="0"/>
              <a:t>The classes are reduced to </a:t>
            </a:r>
            <a:r>
              <a:rPr lang="en-US" b="1" dirty="0"/>
              <a:t>716</a:t>
            </a:r>
            <a:r>
              <a:rPr lang="en-US" dirty="0"/>
              <a:t> after removing the time period.</a:t>
            </a:r>
            <a:endParaRPr lang="it-IT" dirty="0"/>
          </a:p>
        </p:txBody>
      </p:sp>
      <p:sp>
        <p:nvSpPr>
          <p:cNvPr id="11" name="Rettangolo 10"/>
          <p:cNvSpPr/>
          <p:nvPr/>
        </p:nvSpPr>
        <p:spPr>
          <a:xfrm>
            <a:off x="323468" y="2733196"/>
            <a:ext cx="11868531" cy="1754326"/>
          </a:xfrm>
          <a:prstGeom prst="rect">
            <a:avLst/>
          </a:prstGeom>
        </p:spPr>
        <p:txBody>
          <a:bodyPr wrap="square">
            <a:spAutoFit/>
          </a:bodyPr>
          <a:lstStyle/>
          <a:p>
            <a:r>
              <a:rPr lang="en-US" b="1" dirty="0"/>
              <a:t>Accuracy on “</a:t>
            </a:r>
            <a:r>
              <a:rPr lang="en-US" b="1" dirty="0" err="1"/>
              <a:t>gold_standard</a:t>
            </a:r>
            <a:r>
              <a:rPr lang="en-US" b="1" dirty="0"/>
              <a:t>” test set:</a:t>
            </a:r>
            <a:r>
              <a:rPr lang="en-US" dirty="0"/>
              <a:t> overall </a:t>
            </a:r>
            <a:r>
              <a:rPr lang="en-US" b="1" dirty="0"/>
              <a:t>0.41% F1-score</a:t>
            </a:r>
            <a:r>
              <a:rPr lang="en-US" dirty="0"/>
              <a:t> → problem: only </a:t>
            </a:r>
            <a:r>
              <a:rPr lang="en-US" b="1" dirty="0"/>
              <a:t>24% of the gold standard texts</a:t>
            </a:r>
            <a:r>
              <a:rPr lang="en-US" dirty="0"/>
              <a:t> are present in the training set, while </a:t>
            </a:r>
            <a:r>
              <a:rPr lang="en-US" b="1" dirty="0"/>
              <a:t>62% of the classes</a:t>
            </a:r>
            <a:r>
              <a:rPr lang="en-US" dirty="0"/>
              <a:t> are present in the training set.</a:t>
            </a:r>
          </a:p>
          <a:p>
            <a:pPr>
              <a:buFont typeface="Arial" panose="020B0604020202020204" pitchFamily="34" charset="0"/>
              <a:buChar char="•"/>
            </a:pPr>
            <a:r>
              <a:rPr lang="en-US" dirty="0"/>
              <a:t>#codes = #texts (size = 948, 82.15% of the gold standard dataset): Accuracy: 0.55% – F1-score (macro-weighted): 0.52%</a:t>
            </a:r>
          </a:p>
          <a:p>
            <a:pPr>
              <a:buFont typeface="Arial" panose="020B0604020202020204" pitchFamily="34" charset="0"/>
              <a:buChar char="•"/>
            </a:pPr>
            <a:r>
              <a:rPr lang="en-US" dirty="0"/>
              <a:t>#codes &gt; #texts (size = 206, 17.85% of the gold standard dataset): Accuracy: 0.033% – F1-score (macro-weighted): 0.033% → 7 correct, 199 incorrect (outputs exported to Excel and CSV for sharing)</a:t>
            </a:r>
          </a:p>
          <a:p>
            <a:pPr>
              <a:buFont typeface="Arial" panose="020B0604020202020204" pitchFamily="34" charset="0"/>
              <a:buChar char="•"/>
            </a:pPr>
            <a:r>
              <a:rPr lang="en-US" dirty="0"/>
              <a:t>#texts &gt; #codes (size = 0)</a:t>
            </a:r>
          </a:p>
        </p:txBody>
      </p:sp>
      <p:sp>
        <p:nvSpPr>
          <p:cNvPr id="12" name="Rettangolo 11"/>
          <p:cNvSpPr/>
          <p:nvPr/>
        </p:nvSpPr>
        <p:spPr>
          <a:xfrm>
            <a:off x="323468" y="4626022"/>
            <a:ext cx="11714203" cy="1200329"/>
          </a:xfrm>
          <a:prstGeom prst="rect">
            <a:avLst/>
          </a:prstGeom>
        </p:spPr>
        <p:txBody>
          <a:bodyPr wrap="square">
            <a:spAutoFit/>
          </a:bodyPr>
          <a:lstStyle/>
          <a:p>
            <a:r>
              <a:rPr lang="en-US" b="1" dirty="0"/>
              <a:t>OBSERVATION:</a:t>
            </a:r>
            <a:r>
              <a:rPr lang="en-US" dirty="0"/>
              <a:t> for the label encoding of the classes, we include both the classes present in the training set and those in the gold standard, to prevent cases where classes in the gold standard are missing from the training data.</a:t>
            </a:r>
            <a:br>
              <a:rPr lang="en-US" dirty="0"/>
            </a:br>
            <a:r>
              <a:rPr lang="en-US" dirty="0"/>
              <a:t>In the previous case, this issue did not arise because we had obtained it using a </a:t>
            </a:r>
            <a:r>
              <a:rPr lang="en-US" b="1" dirty="0"/>
              <a:t>stratified train-test split</a:t>
            </a:r>
            <a:r>
              <a:rPr lang="en-US" dirty="0"/>
              <a:t>, which ensures that each class has a sample in both the training and test sets.</a:t>
            </a:r>
          </a:p>
        </p:txBody>
      </p:sp>
    </p:spTree>
    <p:extLst>
      <p:ext uri="{BB962C8B-B14F-4D97-AF65-F5344CB8AC3E}">
        <p14:creationId xmlns:p14="http://schemas.microsoft.com/office/powerpoint/2010/main" val="282440987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olo 2"/>
          <p:cNvSpPr>
            <a:spLocks noGrp="1"/>
          </p:cNvSpPr>
          <p:nvPr>
            <p:ph type="title"/>
          </p:nvPr>
        </p:nvSpPr>
        <p:spPr>
          <a:xfrm>
            <a:off x="461346" y="463247"/>
            <a:ext cx="11269308" cy="384721"/>
          </a:xfrm>
        </p:spPr>
        <p:txBody>
          <a:bodyPr/>
          <a:lstStyle/>
          <a:p>
            <a:r>
              <a:rPr lang="it-IT" dirty="0" err="1"/>
              <a:t>References</a:t>
            </a:r>
            <a:endParaRPr lang="it-IT" dirty="0"/>
          </a:p>
        </p:txBody>
      </p:sp>
      <p:sp>
        <p:nvSpPr>
          <p:cNvPr id="5" name="Rettangolo 4"/>
          <p:cNvSpPr/>
          <p:nvPr/>
        </p:nvSpPr>
        <p:spPr>
          <a:xfrm>
            <a:off x="461347" y="1236891"/>
            <a:ext cx="11269308" cy="5078313"/>
          </a:xfrm>
          <a:prstGeom prst="rect">
            <a:avLst/>
          </a:prstGeom>
        </p:spPr>
        <p:txBody>
          <a:bodyPr wrap="square">
            <a:spAutoFit/>
          </a:bodyPr>
          <a:lstStyle/>
          <a:p>
            <a:r>
              <a:rPr lang="it-IT">
                <a:solidFill>
                  <a:srgbClr val="222222"/>
                </a:solidFill>
                <a:latin typeface="Arial" panose="020B0604020202020204" pitchFamily="34" charset="0"/>
              </a:rPr>
              <a:t>Reimann, M. W., Nolte, M., Scolamiero, M., Turner, K., Perin, R., Chindemi, G., ... &amp; Markram, H. (2017). Cliques of neurons bound into cavities provide a missing link between structure and function. Frontiers in computational neuroscience, 11, 266051. </a:t>
            </a:r>
          </a:p>
          <a:p>
            <a:endParaRPr lang="it-IT">
              <a:solidFill>
                <a:srgbClr val="222222"/>
              </a:solidFill>
              <a:latin typeface="Arial" panose="020B0604020202020204" pitchFamily="34" charset="0"/>
            </a:endParaRPr>
          </a:p>
          <a:p>
            <a:r>
              <a:rPr lang="en-US">
                <a:solidFill>
                  <a:srgbClr val="222222"/>
                </a:solidFill>
                <a:latin typeface="Arial" panose="020B0604020202020204" pitchFamily="34" charset="0"/>
              </a:rPr>
              <a:t>van Gerven, M., &amp; Bohte, S. (2018). Frontiers Research Topic: Artificial Neural Networks as Models of Neural Information Processing. Frontiers in Computational Neuroscience, Retrieved, 20.</a:t>
            </a:r>
          </a:p>
          <a:p>
            <a:endParaRPr lang="en-US">
              <a:solidFill>
                <a:srgbClr val="222222"/>
              </a:solidFill>
              <a:latin typeface="Arial" panose="020B0604020202020204" pitchFamily="34" charset="0"/>
            </a:endParaRPr>
          </a:p>
          <a:p>
            <a:r>
              <a:rPr lang="en-US">
                <a:solidFill>
                  <a:srgbClr val="222222"/>
                </a:solidFill>
                <a:latin typeface="Arial" panose="020B0604020202020204" pitchFamily="34" charset="0"/>
              </a:rPr>
              <a:t>Pugliese, F., Acerbi, A., &amp; Marocco, D. (2015). Emergence of leadership in a group of autonomous robots. PLoS One, 10(9), e0137234.</a:t>
            </a:r>
          </a:p>
          <a:p>
            <a:endParaRPr lang="en-US">
              <a:solidFill>
                <a:srgbClr val="222222"/>
              </a:solidFill>
              <a:latin typeface="Arial" panose="020B0604020202020204" pitchFamily="34" charset="0"/>
            </a:endParaRPr>
          </a:p>
          <a:p>
            <a:r>
              <a:rPr lang="en-US">
                <a:solidFill>
                  <a:srgbClr val="222222"/>
                </a:solidFill>
                <a:latin typeface="Arial" panose="020B0604020202020204" pitchFamily="34" charset="0"/>
              </a:rPr>
              <a:t>Nolfi, S., &amp; Floreano, D. (2002). Synthesis of autonomous robots through evolution. Trends in cognitive sciences, 6(1), 31-37.</a:t>
            </a:r>
          </a:p>
          <a:p>
            <a:endParaRPr lang="en-US">
              <a:solidFill>
                <a:srgbClr val="222222"/>
              </a:solidFill>
              <a:latin typeface="Arial" panose="020B0604020202020204" pitchFamily="34" charset="0"/>
            </a:endParaRPr>
          </a:p>
          <a:p>
            <a:r>
              <a:rPr lang="en-US">
                <a:solidFill>
                  <a:srgbClr val="222222"/>
                </a:solidFill>
                <a:latin typeface="Arial" panose="020B0604020202020204" pitchFamily="34" charset="0"/>
              </a:rPr>
              <a:t>Bengio, Y. (2009). Learning deep architectures for AI. Foundations and Trends® in Finance, 2(1), 1-127.</a:t>
            </a:r>
          </a:p>
          <a:p>
            <a:endParaRPr lang="it-IT">
              <a:solidFill>
                <a:srgbClr val="222222"/>
              </a:solidFill>
              <a:latin typeface="Arial" panose="020B0604020202020204" pitchFamily="34" charset="0"/>
            </a:endParaRPr>
          </a:p>
          <a:p>
            <a:r>
              <a:rPr lang="en-US">
                <a:solidFill>
                  <a:srgbClr val="222222"/>
                </a:solidFill>
                <a:latin typeface="Arial" panose="020B0604020202020204" pitchFamily="34" charset="0"/>
              </a:rPr>
              <a:t>Chellappa, R. (2012). Mathematical statistics and computer vision. Image and Vision Computing, 30(8), 467-468.</a:t>
            </a:r>
          </a:p>
          <a:p>
            <a:endParaRPr lang="it-IT">
              <a:solidFill>
                <a:srgbClr val="222222"/>
              </a:solidFill>
              <a:latin typeface="Arial" panose="020B0604020202020204" pitchFamily="34" charset="0"/>
            </a:endParaRPr>
          </a:p>
        </p:txBody>
      </p:sp>
      <p:sp>
        <p:nvSpPr>
          <p:cNvPr id="8" name="Segnaposto numero diapositiva 4">
            <a:extLst>
              <a:ext uri="{FF2B5EF4-FFF2-40B4-BE49-F238E27FC236}">
                <a16:creationId xmlns:a16="http://schemas.microsoft.com/office/drawing/2014/main" id="{80E96021-C168-B145-CD79-3708234658C2}"/>
              </a:ext>
            </a:extLst>
          </p:cNvPr>
          <p:cNvSpPr>
            <a:spLocks noGrp="1"/>
          </p:cNvSpPr>
          <p:nvPr>
            <p:ph type="sldNum" sz="quarter" idx="11"/>
          </p:nvPr>
        </p:nvSpPr>
        <p:spPr>
          <a:xfrm>
            <a:off x="323469" y="6397225"/>
            <a:ext cx="501650" cy="365125"/>
          </a:xfrm>
        </p:spPr>
        <p:txBody>
          <a:bodyPr/>
          <a:lstStyle/>
          <a:p>
            <a:pPr>
              <a:defRPr/>
            </a:pPr>
            <a:fld id="{48B4153A-D4C5-4CEF-8992-0D8815C829E3}" type="slidenum">
              <a:rPr lang="en-US" smtClean="0"/>
              <a:pPr>
                <a:defRPr/>
              </a:pPr>
              <a:t>51</a:t>
            </a:fld>
            <a:endParaRPr lang="en-US" dirty="0"/>
          </a:p>
        </p:txBody>
      </p:sp>
    </p:spTree>
    <p:extLst>
      <p:ext uri="{BB962C8B-B14F-4D97-AF65-F5344CB8AC3E}">
        <p14:creationId xmlns:p14="http://schemas.microsoft.com/office/powerpoint/2010/main" val="353605255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olo 2"/>
          <p:cNvSpPr>
            <a:spLocks noGrp="1"/>
          </p:cNvSpPr>
          <p:nvPr>
            <p:ph type="title"/>
          </p:nvPr>
        </p:nvSpPr>
        <p:spPr>
          <a:xfrm>
            <a:off x="461346" y="463247"/>
            <a:ext cx="11269308" cy="384721"/>
          </a:xfrm>
        </p:spPr>
        <p:txBody>
          <a:bodyPr/>
          <a:lstStyle/>
          <a:p>
            <a:r>
              <a:rPr lang="it-IT" dirty="0" err="1"/>
              <a:t>References</a:t>
            </a:r>
            <a:endParaRPr lang="it-IT" dirty="0"/>
          </a:p>
        </p:txBody>
      </p:sp>
      <p:sp>
        <p:nvSpPr>
          <p:cNvPr id="5" name="Rettangolo 4"/>
          <p:cNvSpPr/>
          <p:nvPr/>
        </p:nvSpPr>
        <p:spPr>
          <a:xfrm>
            <a:off x="461347" y="1236891"/>
            <a:ext cx="11269308" cy="5632311"/>
          </a:xfrm>
          <a:prstGeom prst="rect">
            <a:avLst/>
          </a:prstGeom>
        </p:spPr>
        <p:txBody>
          <a:bodyPr wrap="square">
            <a:spAutoFit/>
          </a:bodyPr>
          <a:lstStyle/>
          <a:p>
            <a:r>
              <a:rPr lang="en-US">
                <a:solidFill>
                  <a:srgbClr val="222222"/>
                </a:solidFill>
                <a:latin typeface="Arial" panose="020B0604020202020204" pitchFamily="34" charset="0"/>
              </a:rPr>
              <a:t>Tsukahara, J. S., Harrison, T. L., &amp; Engle, R. W. (2016). The relationship between baseline pupil size and intelligence. Cognitive Psychology, 91, 109-123.</a:t>
            </a:r>
          </a:p>
          <a:p>
            <a:endParaRPr lang="en-US">
              <a:solidFill>
                <a:srgbClr val="222222"/>
              </a:solidFill>
              <a:latin typeface="Arial" panose="020B0604020202020204" pitchFamily="34" charset="0"/>
            </a:endParaRPr>
          </a:p>
          <a:p>
            <a:r>
              <a:rPr lang="en-US">
                <a:solidFill>
                  <a:srgbClr val="222222"/>
                </a:solidFill>
                <a:latin typeface="Arial" panose="020B0604020202020204" pitchFamily="34" charset="0"/>
              </a:rPr>
              <a:t>Francesco Pugliese - Deep Learning al servizio del Riciclo </a:t>
            </a:r>
            <a:r>
              <a:rPr lang="en-US">
                <a:solidFill>
                  <a:srgbClr val="222222"/>
                </a:solidFill>
                <a:latin typeface="Arial" panose="020B0604020202020204" pitchFamily="34" charset="0"/>
                <a:hlinkClick r:id="rId3"/>
              </a:rPr>
              <a:t>https://www.wired.it/attualita/tech/2018/09/20/party-cloud-ibm-deep-learning/</a:t>
            </a:r>
            <a:endParaRPr lang="en-US">
              <a:solidFill>
                <a:srgbClr val="222222"/>
              </a:solidFill>
              <a:latin typeface="Arial" panose="020B0604020202020204" pitchFamily="34" charset="0"/>
            </a:endParaRPr>
          </a:p>
          <a:p>
            <a:endParaRPr lang="en-US">
              <a:solidFill>
                <a:srgbClr val="222222"/>
              </a:solidFill>
              <a:latin typeface="Arial" panose="020B0604020202020204" pitchFamily="34" charset="0"/>
            </a:endParaRPr>
          </a:p>
          <a:p>
            <a:r>
              <a:rPr lang="it-IT">
                <a:solidFill>
                  <a:srgbClr val="222222"/>
                </a:solidFill>
                <a:latin typeface="Arial" panose="020B0604020202020204" pitchFamily="34" charset="0"/>
              </a:rPr>
              <a:t>Adam, S. P., Alexandropoulos, S. A. N., Pardalos, P. M., &amp; Vrahatis, M. N. (2019). No free lunch theorem: A review. Approximation and optimization: Algorithms, complexity and applications, 57-82.</a:t>
            </a:r>
            <a:endParaRPr lang="en-US">
              <a:solidFill>
                <a:srgbClr val="222222"/>
              </a:solidFill>
              <a:latin typeface="Arial" panose="020B0604020202020204" pitchFamily="34" charset="0"/>
            </a:endParaRPr>
          </a:p>
          <a:p>
            <a:endParaRPr lang="en-US">
              <a:solidFill>
                <a:srgbClr val="222222"/>
              </a:solidFill>
              <a:latin typeface="Arial" panose="020B0604020202020204" pitchFamily="34" charset="0"/>
            </a:endParaRPr>
          </a:p>
          <a:p>
            <a:r>
              <a:rPr lang="it-IT">
                <a:solidFill>
                  <a:srgbClr val="222222"/>
                </a:solidFill>
                <a:latin typeface="Arial" panose="020B0604020202020204" pitchFamily="34" charset="0"/>
              </a:rPr>
              <a:t>Catanese, E., Bruno, M., Stefanelli, L., &amp; Pugliese, F. (2023, September). Measuring Social Mood on Economy during Covid times: effects of retraining Supervised Deep Neural Networks. In 5th International Conference on Advanced Research Methods and Analytics (CARMA 2023) (pp. 139-147). Editorial Universitat Politècnica de València.</a:t>
            </a:r>
          </a:p>
          <a:p>
            <a:endParaRPr lang="it-IT">
              <a:solidFill>
                <a:srgbClr val="222222"/>
              </a:solidFill>
              <a:latin typeface="Arial" panose="020B0604020202020204" pitchFamily="34" charset="0"/>
            </a:endParaRPr>
          </a:p>
          <a:p>
            <a:r>
              <a:rPr lang="it-IT">
                <a:solidFill>
                  <a:srgbClr val="222222"/>
                </a:solidFill>
                <a:latin typeface="Arial" panose="020B0604020202020204" pitchFamily="34" charset="0"/>
              </a:rPr>
              <a:t>Bernasconi, E., De Fausti, F., Pugliese, F., Scannapieco, M., &amp; Zardetto, D. (2022). Automatic extraction of land cover statistics from satellite imagery by deep learning. Statistical Journal of the IAOS, 38(1), 183-199.</a:t>
            </a:r>
          </a:p>
          <a:p>
            <a:endParaRPr lang="it-IT">
              <a:solidFill>
                <a:srgbClr val="222222"/>
              </a:solidFill>
              <a:latin typeface="Arial" panose="020B0604020202020204" pitchFamily="34" charset="0"/>
            </a:endParaRPr>
          </a:p>
          <a:p>
            <a:r>
              <a:rPr lang="it-IT">
                <a:solidFill>
                  <a:srgbClr val="222222"/>
                </a:solidFill>
                <a:latin typeface="Arial" panose="020B0604020202020204" pitchFamily="34" charset="0"/>
              </a:rPr>
              <a:t> </a:t>
            </a:r>
          </a:p>
          <a:p>
            <a:endParaRPr lang="it-IT"/>
          </a:p>
          <a:p>
            <a:endParaRPr lang="it-IT"/>
          </a:p>
        </p:txBody>
      </p:sp>
      <p:sp>
        <p:nvSpPr>
          <p:cNvPr id="8" name="Segnaposto numero diapositiva 4">
            <a:extLst>
              <a:ext uri="{FF2B5EF4-FFF2-40B4-BE49-F238E27FC236}">
                <a16:creationId xmlns:a16="http://schemas.microsoft.com/office/drawing/2014/main" id="{80E96021-C168-B145-CD79-3708234658C2}"/>
              </a:ext>
            </a:extLst>
          </p:cNvPr>
          <p:cNvSpPr>
            <a:spLocks noGrp="1"/>
          </p:cNvSpPr>
          <p:nvPr>
            <p:ph type="sldNum" sz="quarter" idx="11"/>
          </p:nvPr>
        </p:nvSpPr>
        <p:spPr>
          <a:xfrm>
            <a:off x="323469" y="6397225"/>
            <a:ext cx="501650" cy="365125"/>
          </a:xfrm>
        </p:spPr>
        <p:txBody>
          <a:bodyPr/>
          <a:lstStyle/>
          <a:p>
            <a:pPr>
              <a:defRPr/>
            </a:pPr>
            <a:fld id="{48B4153A-D4C5-4CEF-8992-0D8815C829E3}" type="slidenum">
              <a:rPr lang="en-US" smtClean="0"/>
              <a:pPr>
                <a:defRPr/>
              </a:pPr>
              <a:t>52</a:t>
            </a:fld>
            <a:endParaRPr lang="en-US" dirty="0"/>
          </a:p>
        </p:txBody>
      </p:sp>
    </p:spTree>
    <p:extLst>
      <p:ext uri="{BB962C8B-B14F-4D97-AF65-F5344CB8AC3E}">
        <p14:creationId xmlns:p14="http://schemas.microsoft.com/office/powerpoint/2010/main" val="109873729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olo 2"/>
          <p:cNvSpPr>
            <a:spLocks noGrp="1"/>
          </p:cNvSpPr>
          <p:nvPr>
            <p:ph type="title"/>
          </p:nvPr>
        </p:nvSpPr>
        <p:spPr>
          <a:xfrm>
            <a:off x="461346" y="463247"/>
            <a:ext cx="11269308" cy="384721"/>
          </a:xfrm>
        </p:spPr>
        <p:txBody>
          <a:bodyPr/>
          <a:lstStyle/>
          <a:p>
            <a:r>
              <a:rPr lang="it-IT" dirty="0" err="1"/>
              <a:t>References</a:t>
            </a:r>
            <a:endParaRPr lang="it-IT" dirty="0"/>
          </a:p>
        </p:txBody>
      </p:sp>
      <p:sp>
        <p:nvSpPr>
          <p:cNvPr id="5" name="Rettangolo 4"/>
          <p:cNvSpPr/>
          <p:nvPr/>
        </p:nvSpPr>
        <p:spPr>
          <a:xfrm>
            <a:off x="461347" y="1236891"/>
            <a:ext cx="11269308" cy="2031325"/>
          </a:xfrm>
          <a:prstGeom prst="rect">
            <a:avLst/>
          </a:prstGeom>
        </p:spPr>
        <p:txBody>
          <a:bodyPr wrap="square">
            <a:spAutoFit/>
          </a:bodyPr>
          <a:lstStyle/>
          <a:p>
            <a:endParaRPr lang="it-IT">
              <a:solidFill>
                <a:srgbClr val="222222"/>
              </a:solidFill>
              <a:latin typeface="Arial" panose="020B0604020202020204" pitchFamily="34" charset="0"/>
            </a:endParaRPr>
          </a:p>
          <a:p>
            <a:r>
              <a:rPr lang="it-IT">
                <a:solidFill>
                  <a:srgbClr val="222222"/>
                </a:solidFill>
                <a:latin typeface="Arial" panose="020B0604020202020204" pitchFamily="34" charset="0"/>
              </a:rPr>
              <a:t>Pugliese, F., Pappagallo, A., &amp; De Cubellis, M. (2024, June). Generation of Synthetic Data from Mobile Network Operators (MNO) Data Through Generative Adversarial Networks (GANs). In Scientific Meeting of the Italian Statistical Society (pp. 69-74). Cham: Springer Nature Switzerland.</a:t>
            </a:r>
          </a:p>
          <a:p>
            <a:r>
              <a:rPr lang="it-IT">
                <a:solidFill>
                  <a:srgbClr val="222222"/>
                </a:solidFill>
                <a:latin typeface="Arial" panose="020B0604020202020204" pitchFamily="34" charset="0"/>
              </a:rPr>
              <a:t> </a:t>
            </a:r>
          </a:p>
          <a:p>
            <a:endParaRPr lang="it-IT"/>
          </a:p>
          <a:p>
            <a:endParaRPr lang="it-IT"/>
          </a:p>
        </p:txBody>
      </p:sp>
      <p:sp>
        <p:nvSpPr>
          <p:cNvPr id="8" name="Segnaposto numero diapositiva 4">
            <a:extLst>
              <a:ext uri="{FF2B5EF4-FFF2-40B4-BE49-F238E27FC236}">
                <a16:creationId xmlns:a16="http://schemas.microsoft.com/office/drawing/2014/main" id="{80E96021-C168-B145-CD79-3708234658C2}"/>
              </a:ext>
            </a:extLst>
          </p:cNvPr>
          <p:cNvSpPr>
            <a:spLocks noGrp="1"/>
          </p:cNvSpPr>
          <p:nvPr>
            <p:ph type="sldNum" sz="quarter" idx="11"/>
          </p:nvPr>
        </p:nvSpPr>
        <p:spPr>
          <a:xfrm>
            <a:off x="323469" y="6397225"/>
            <a:ext cx="501650" cy="365125"/>
          </a:xfrm>
        </p:spPr>
        <p:txBody>
          <a:bodyPr/>
          <a:lstStyle/>
          <a:p>
            <a:pPr>
              <a:defRPr/>
            </a:pPr>
            <a:fld id="{48B4153A-D4C5-4CEF-8992-0D8815C829E3}" type="slidenum">
              <a:rPr lang="en-US" smtClean="0"/>
              <a:pPr>
                <a:defRPr/>
              </a:pPr>
              <a:t>53</a:t>
            </a:fld>
            <a:endParaRPr lang="en-US" dirty="0"/>
          </a:p>
        </p:txBody>
      </p:sp>
    </p:spTree>
    <p:extLst>
      <p:ext uri="{BB962C8B-B14F-4D97-AF65-F5344CB8AC3E}">
        <p14:creationId xmlns:p14="http://schemas.microsoft.com/office/powerpoint/2010/main" val="384500216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907821B-5649-449D-A1C2-3F67CA468A7F}"/>
              </a:ext>
            </a:extLst>
          </p:cNvPr>
          <p:cNvSpPr>
            <a:spLocks noGrp="1"/>
          </p:cNvSpPr>
          <p:nvPr>
            <p:ph type="ctrTitle"/>
          </p:nvPr>
        </p:nvSpPr>
        <p:spPr>
          <a:xfrm>
            <a:off x="487849" y="603334"/>
            <a:ext cx="11283042" cy="1839433"/>
          </a:xfrm>
        </p:spPr>
        <p:txBody>
          <a:bodyPr/>
          <a:lstStyle/>
          <a:p>
            <a:r>
              <a:rPr lang="it-IT" sz="6600" dirty="0" err="1"/>
              <a:t>Thanks</a:t>
            </a:r>
            <a:endParaRPr lang="it-IT" sz="6600" dirty="0"/>
          </a:p>
        </p:txBody>
      </p:sp>
      <p:sp>
        <p:nvSpPr>
          <p:cNvPr id="3" name="Segnaposto testo 2">
            <a:extLst>
              <a:ext uri="{FF2B5EF4-FFF2-40B4-BE49-F238E27FC236}">
                <a16:creationId xmlns:a16="http://schemas.microsoft.com/office/drawing/2014/main" id="{52857493-CE83-4A58-B836-860B262B8CCD}"/>
              </a:ext>
            </a:extLst>
          </p:cNvPr>
          <p:cNvSpPr>
            <a:spLocks noGrp="1"/>
          </p:cNvSpPr>
          <p:nvPr>
            <p:ph type="body" idx="1"/>
          </p:nvPr>
        </p:nvSpPr>
        <p:spPr>
          <a:xfrm>
            <a:off x="3246635" y="2990328"/>
            <a:ext cx="6064500" cy="2522577"/>
          </a:xfrm>
        </p:spPr>
        <p:txBody>
          <a:bodyPr/>
          <a:lstStyle/>
          <a:p>
            <a:r>
              <a:rPr lang="it-IT" dirty="0"/>
              <a:t>FRANCESCO PUGLIESE | </a:t>
            </a:r>
            <a:r>
              <a:rPr lang="it-IT" dirty="0">
                <a:hlinkClick r:id="rId3"/>
              </a:rPr>
              <a:t>francesco.pugliese@istat.it</a:t>
            </a:r>
            <a:endParaRPr lang="it-IT" dirty="0"/>
          </a:p>
        </p:txBody>
      </p:sp>
    </p:spTree>
    <p:extLst>
      <p:ext uri="{BB962C8B-B14F-4D97-AF65-F5344CB8AC3E}">
        <p14:creationId xmlns:p14="http://schemas.microsoft.com/office/powerpoint/2010/main" val="2892166170"/>
      </p:ext>
    </p:extLst>
  </p:cSld>
  <p:clrMapOvr>
    <a:masterClrMapping/>
  </p:clrMapOvr>
</p:sld>
</file>

<file path=ppt/theme/theme1.xml><?xml version="1.0" encoding="utf-8"?>
<a:theme xmlns:a="http://schemas.openxmlformats.org/drawingml/2006/main" name="elenco puntato">
  <a:themeElements>
    <a:clrScheme name="Gradazioni di grigio">
      <a:dk1>
        <a:sysClr val="windowText" lastClr="000000"/>
      </a:dk1>
      <a:lt1>
        <a:sysClr val="window" lastClr="FFFFFF"/>
      </a:lt1>
      <a:dk2>
        <a:srgbClr val="000000"/>
      </a:dk2>
      <a:lt2>
        <a:srgbClr val="F8F8F8"/>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5D8C9649-FBE1-4B5B-8258-8A170F9843A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0363DC0D574C2C4BAADE7BDE2CC7A3EA" ma:contentTypeVersion="15" ma:contentTypeDescription="Create a new document." ma:contentTypeScope="" ma:versionID="6b638efe44edcf0a5a126cd5379eee9c">
  <xsd:schema xmlns:xsd="http://www.w3.org/2001/XMLSchema" xmlns:xs="http://www.w3.org/2001/XMLSchema" xmlns:p="http://schemas.microsoft.com/office/2006/metadata/properties" xmlns:ns3="c6bb7392-db91-43db-9b6a-d40b95d0671e" xmlns:ns4="c78848ff-9278-4b5b-81db-3b67e3af0c37" targetNamespace="http://schemas.microsoft.com/office/2006/metadata/properties" ma:root="true" ma:fieldsID="b2309f5116cf8d5bab44f87576b28789" ns3:_="" ns4:_="">
    <xsd:import namespace="c6bb7392-db91-43db-9b6a-d40b95d0671e"/>
    <xsd:import namespace="c78848ff-9278-4b5b-81db-3b67e3af0c37"/>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SearchProperties" minOccurs="0"/>
                <xsd:element ref="ns3:MediaServiceObjectDetectorVersions" minOccurs="0"/>
                <xsd:element ref="ns3:MediaServiceDateTaken" minOccurs="0"/>
                <xsd:element ref="ns3:MediaServiceSystemTags" minOccurs="0"/>
                <xsd:element ref="ns3:MediaServiceOCR" minOccurs="0"/>
                <xsd:element ref="ns3:MediaServiceGenerationTime" minOccurs="0"/>
                <xsd:element ref="ns3:MediaServiceEventHashCode" minOccurs="0"/>
                <xsd:element ref="ns3:MediaLengthInSeconds" minOccurs="0"/>
                <xsd:element ref="ns3: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6bb7392-db91-43db-9b6a-d40b95d0671e"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SearchProperties" ma:index="14" nillable="true" ma:displayName="MediaServiceSearchProperties" ma:hidden="true" ma:internalName="MediaServiceSearchProperties" ma:readOnly="true">
      <xsd:simpleType>
        <xsd:restriction base="dms:Note"/>
      </xsd:simpleType>
    </xsd:element>
    <xsd:element name="MediaServiceObjectDetectorVersions" ma:index="15" nillable="true" ma:displayName="MediaServiceObjectDetectorVersions" ma:hidden="true" ma:indexed="true" ma:internalName="MediaServiceObjectDetectorVersions" ma:readOnly="true">
      <xsd:simpleType>
        <xsd:restriction base="dms:Text"/>
      </xsd:simpleType>
    </xsd:element>
    <xsd:element name="MediaServiceDateTaken" ma:index="16" nillable="true" ma:displayName="MediaServiceDateTaken" ma:hidden="true" ma:indexed="true" ma:internalName="MediaServiceDateTaken" ma:readOnly="true">
      <xsd:simpleType>
        <xsd:restriction base="dms:Text"/>
      </xsd:simpleType>
    </xsd:element>
    <xsd:element name="MediaServiceSystemTags" ma:index="17" nillable="true" ma:displayName="MediaServiceSystemTags" ma:hidden="true" ma:internalName="MediaServiceSystemTags" ma:readOnly="true">
      <xsd:simpleType>
        <xsd:restriction base="dms:Note"/>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MediaServiceLocation" ma:index="22"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c78848ff-9278-4b5b-81db-3b67e3af0c37" elementFormDefault="qualified">
    <xsd:import namespace="http://schemas.microsoft.com/office/2006/documentManagement/types"/>
    <xsd:import namespace="http://schemas.microsoft.com/office/infopath/2007/PartnerControls"/>
    <xsd:element name="SharedWithUsers" ma:index="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Shared With Details" ma:internalName="SharedWithDetails" ma:readOnly="true">
      <xsd:simpleType>
        <xsd:restriction base="dms:Note">
          <xsd:maxLength value="255"/>
        </xsd:restriction>
      </xsd:simpleType>
    </xsd:element>
    <xsd:element name="SharingHintHash" ma:index="11"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activity xmlns="c6bb7392-db91-43db-9b6a-d40b95d0671e" xsi:nil="true"/>
  </documentManagement>
</p:properties>
</file>

<file path=customXml/itemProps1.xml><?xml version="1.0" encoding="utf-8"?>
<ds:datastoreItem xmlns:ds="http://schemas.openxmlformats.org/officeDocument/2006/customXml" ds:itemID="{BD9C238D-4D5C-4783-820B-4854DCE45D41}">
  <ds:schemaRefs>
    <ds:schemaRef ds:uri="http://schemas.microsoft.com/sharepoint/v3/contenttype/forms"/>
  </ds:schemaRefs>
</ds:datastoreItem>
</file>

<file path=customXml/itemProps2.xml><?xml version="1.0" encoding="utf-8"?>
<ds:datastoreItem xmlns:ds="http://schemas.openxmlformats.org/officeDocument/2006/customXml" ds:itemID="{CC54BE70-97EF-43E3-807B-70C460B8743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6bb7392-db91-43db-9b6a-d40b95d0671e"/>
    <ds:schemaRef ds:uri="c78848ff-9278-4b5b-81db-3b67e3af0c3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EF378BC-F4D0-4510-B4EC-07B6EFE18CF8}">
  <ds:schemaRefs>
    <ds:schemaRef ds:uri="http://purl.org/dc/terms/"/>
    <ds:schemaRef ds:uri="http://schemas.openxmlformats.org/package/2006/metadata/core-properties"/>
    <ds:schemaRef ds:uri="http://schemas.microsoft.com/office/2006/documentManagement/types"/>
    <ds:schemaRef ds:uri="http://schemas.microsoft.com/office/infopath/2007/PartnerControls"/>
    <ds:schemaRef ds:uri="http://purl.org/dc/elements/1.1/"/>
    <ds:schemaRef ds:uri="http://schemas.microsoft.com/office/2006/metadata/properties"/>
    <ds:schemaRef ds:uri="c78848ff-9278-4b5b-81db-3b67e3af0c37"/>
    <ds:schemaRef ds:uri="c6bb7392-db91-43db-9b6a-d40b95d0671e"/>
    <ds:schemaRef ds:uri="http://www.w3.org/XML/1998/namespace"/>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
  <TotalTime>12292</TotalTime>
  <Words>5071</Words>
  <Application>Microsoft Office PowerPoint</Application>
  <PresentationFormat>Widescreen</PresentationFormat>
  <Paragraphs>475</Paragraphs>
  <Slides>54</Slides>
  <Notes>54</Notes>
  <HiddenSlides>0</HiddenSlides>
  <MMClips>8</MMClips>
  <ScaleCrop>false</ScaleCrop>
  <HeadingPairs>
    <vt:vector size="6" baseType="variant">
      <vt:variant>
        <vt:lpstr>Caratteri utilizzati</vt:lpstr>
      </vt:variant>
      <vt:variant>
        <vt:i4>13</vt:i4>
      </vt:variant>
      <vt:variant>
        <vt:lpstr>Tema</vt:lpstr>
      </vt:variant>
      <vt:variant>
        <vt:i4>1</vt:i4>
      </vt:variant>
      <vt:variant>
        <vt:lpstr>Titoli diapositive</vt:lpstr>
      </vt:variant>
      <vt:variant>
        <vt:i4>54</vt:i4>
      </vt:variant>
    </vt:vector>
  </HeadingPairs>
  <TitlesOfParts>
    <vt:vector size="68" baseType="lpstr">
      <vt:lpstr>AcmeFont</vt:lpstr>
      <vt:lpstr>Arial</vt:lpstr>
      <vt:lpstr>Arial Narrow</vt:lpstr>
      <vt:lpstr>Calibri</vt:lpstr>
      <vt:lpstr>Cambria Math</vt:lpstr>
      <vt:lpstr>Courier New</vt:lpstr>
      <vt:lpstr>Gill Sans MT</vt:lpstr>
      <vt:lpstr>Montserrat Bold</vt:lpstr>
      <vt:lpstr>Tahoma</vt:lpstr>
      <vt:lpstr>Times New Roman</vt:lpstr>
      <vt:lpstr>Trebuchet MS</vt:lpstr>
      <vt:lpstr>Wingdings</vt:lpstr>
      <vt:lpstr>Wingdings 2</vt:lpstr>
      <vt:lpstr>elenco puntato</vt:lpstr>
      <vt:lpstr> Artificial Intelligence as a driver for Innovation in Digital Health  Francesco Pugliese, Central Directorate for Methodology and Design of Statistical Processes, Istat   Roma | xx May 2026 | La Sapienza   </vt:lpstr>
      <vt:lpstr>Difference between AI and ML        </vt:lpstr>
      <vt:lpstr>MACHINE LEARNING ENGINEER         </vt:lpstr>
      <vt:lpstr>WHAT IS CONSCIOUSNESS? </vt:lpstr>
      <vt:lpstr>How Thoughts can change the Brain  </vt:lpstr>
      <vt:lpstr>HUMAN BRAIN VS CONSCIOUSNESS   </vt:lpstr>
      <vt:lpstr>MACHINE LEARNING VS CONSCIOUSNESS     </vt:lpstr>
      <vt:lpstr>MACHINE LEARNING LIMITS    </vt:lpstr>
      <vt:lpstr>MACHINE LEARNING BREAKTHROUGHTS    </vt:lpstr>
      <vt:lpstr>Traditional programming vs Machine Learning        </vt:lpstr>
      <vt:lpstr> Types of Machine Learning         </vt:lpstr>
      <vt:lpstr>A quick history of Machine Learning        </vt:lpstr>
      <vt:lpstr>ARTIFICIAL NEURAL NETWORKS    </vt:lpstr>
      <vt:lpstr>One traditional application ANN: Evolutionary robotics     </vt:lpstr>
      <vt:lpstr>EXPERIMENTAL  SETUP      </vt:lpstr>
      <vt:lpstr>Evolutionary robotics     </vt:lpstr>
      <vt:lpstr>EXPERIMENTAL  SETUP N.1       </vt:lpstr>
      <vt:lpstr>Emergence of Leadership in Robots      </vt:lpstr>
      <vt:lpstr>MAY Robotics help to understand social and psychological problems?        </vt:lpstr>
      <vt:lpstr>DEEP LEARNING: Neural Networks become more effective         </vt:lpstr>
      <vt:lpstr>DEEP LEARNING: a cutting-edge approach to Computer Vision and NLP        </vt:lpstr>
      <vt:lpstr>Deep Learning is Machine Learning         </vt:lpstr>
      <vt:lpstr>Why Deep Learning over-performed traditional statistics models?    </vt:lpstr>
      <vt:lpstr>Computer Vision: Where does Traditional Statistics fail?     </vt:lpstr>
      <vt:lpstr>Why does Computer Vision matter so much?      </vt:lpstr>
      <vt:lpstr>Why does Computer Vision matter so much?      </vt:lpstr>
      <vt:lpstr>Why does Computer Vision matter so much?      </vt:lpstr>
      <vt:lpstr>Why does Computer Vision matter so much?      </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The Innovation of Transformers       </vt:lpstr>
      <vt:lpstr>The increasing amount of Data Dilemma        </vt:lpstr>
      <vt:lpstr>What are Foundation Models?         </vt:lpstr>
      <vt:lpstr>AI 2.0 and Industry 4.0          </vt:lpstr>
      <vt:lpstr>AI 2.0 and Industry 4.0          </vt:lpstr>
      <vt:lpstr>Use Case 1: AI for Lung Cancer Detection</vt:lpstr>
      <vt:lpstr>Use Case 1: AI for Lung Cancer Detection</vt:lpstr>
      <vt:lpstr>Use Case 1: AI for Lung Cancer Detection</vt:lpstr>
      <vt:lpstr>Use Case 3: AI for the automatic classification of Causes of Death</vt:lpstr>
      <vt:lpstr>Use Case 3: AI for the automatic classification of Causes of Death</vt:lpstr>
      <vt:lpstr>Use Case 3: AI for the automatic classification of Causes of Death</vt:lpstr>
      <vt:lpstr>Use Case 3: AI for the automatic classification of Causes of Death</vt:lpstr>
      <vt:lpstr>Use Case 3: AI for the automatic classification of Causes of Death</vt:lpstr>
      <vt:lpstr>Use Case 3: AI for the automatic classification of Causes of Death</vt:lpstr>
      <vt:lpstr>Use Case 3: AI for the automatic classification of Causes of Death</vt:lpstr>
      <vt:lpstr>Use Case 3: AI for the automatic classification of Causes of Death</vt:lpstr>
      <vt:lpstr>References</vt:lpstr>
      <vt:lpstr>References</vt:lpstr>
      <vt:lpstr>References</vt:lpstr>
      <vt:lpstr>Thanks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PresentazioneStandard</dc:title>
  <dc:creator>Bruna Tabanella</dc:creator>
  <cp:lastModifiedBy>Francesco Pugliese</cp:lastModifiedBy>
  <cp:revision>965</cp:revision>
  <dcterms:created xsi:type="dcterms:W3CDTF">2020-06-26T06:32:12Z</dcterms:created>
  <dcterms:modified xsi:type="dcterms:W3CDTF">2026-04-30T15:22:11Z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0x0101000363DC0D574C2C4BAADE7BDE2CC7A3EA</vt:lpwstr>
  </property>
  <property fmtid="{D5CDD505-2E9C-101B-9397-08002B2CF9AE}" pid="3" name="_dlc_DocIdItemGuid">
    <vt:lpwstr>11205160-d5cd-44f2-bf0d-d055913f1cd1</vt:lpwstr>
  </property>
</Properties>
</file>